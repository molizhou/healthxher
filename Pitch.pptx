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9" r:id="rId2"/>
    <p:sldId id="265" r:id="rId3"/>
    <p:sldId id="2147310933" r:id="rId4"/>
    <p:sldId id="267" r:id="rId5"/>
    <p:sldId id="2147310924" r:id="rId6"/>
    <p:sldId id="2147310925" r:id="rId7"/>
    <p:sldId id="2147310930" r:id="rId8"/>
    <p:sldId id="2147310929" r:id="rId9"/>
    <p:sldId id="2147310934" r:id="rId10"/>
    <p:sldId id="2147310936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597" userDrawn="1">
          <p15:clr>
            <a:srgbClr val="A4A3A4"/>
          </p15:clr>
        </p15:guide>
        <p15:guide id="4" pos="70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B4D5"/>
    <a:srgbClr val="E09292"/>
    <a:srgbClr val="535B6E"/>
    <a:srgbClr val="474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77E52E-F3C3-0143-9913-FE7ACBB7FF21}" v="29" dt="2026-02-18T21:17:28.1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81811"/>
  </p:normalViewPr>
  <p:slideViewPr>
    <p:cSldViewPr snapToGrid="0" showGuides="1">
      <p:cViewPr varScale="1">
        <p:scale>
          <a:sx n="93" d="100"/>
          <a:sy n="93" d="100"/>
        </p:scale>
        <p:origin x="1344" y="208"/>
      </p:cViewPr>
      <p:guideLst>
        <p:guide orient="horz" pos="2160"/>
        <p:guide pos="3840"/>
        <p:guide pos="597"/>
        <p:guide pos="708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 showGuides="1">
      <p:cViewPr varScale="1">
        <p:scale>
          <a:sx n="62" d="100"/>
          <a:sy n="62" d="100"/>
        </p:scale>
        <p:origin x="2508" y="6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li Zhou" userId="45dd8ee2-8ff0-4e4c-a064-854f8dc473b0" providerId="ADAL" clId="{36A7FEB2-4EAE-5ED4-818F-257B007BF833}"/>
    <pc:docChg chg="undo custSel delSld modSld sldOrd">
      <pc:chgData name="Moli Zhou" userId="45dd8ee2-8ff0-4e4c-a064-854f8dc473b0" providerId="ADAL" clId="{36A7FEB2-4EAE-5ED4-818F-257B007BF833}" dt="2026-02-18T21:18:28.585" v="1975" actId="20577"/>
      <pc:docMkLst>
        <pc:docMk/>
      </pc:docMkLst>
      <pc:sldChg chg="addSp delSp modSp mod">
        <pc:chgData name="Moli Zhou" userId="45dd8ee2-8ff0-4e4c-a064-854f8dc473b0" providerId="ADAL" clId="{36A7FEB2-4EAE-5ED4-818F-257B007BF833}" dt="2026-02-18T20:48:16.878" v="101"/>
        <pc:sldMkLst>
          <pc:docMk/>
          <pc:sldMk cId="1937041550" sldId="259"/>
        </pc:sldMkLst>
        <pc:spChg chg="add del mod">
          <ac:chgData name="Moli Zhou" userId="45dd8ee2-8ff0-4e4c-a064-854f8dc473b0" providerId="ADAL" clId="{36A7FEB2-4EAE-5ED4-818F-257B007BF833}" dt="2026-02-18T20:48:16.878" v="101"/>
          <ac:spMkLst>
            <pc:docMk/>
            <pc:sldMk cId="1937041550" sldId="259"/>
            <ac:spMk id="3" creationId="{C05A89D8-EFF7-71F5-7726-A4B464175915}"/>
          </ac:spMkLst>
        </pc:spChg>
        <pc:spChg chg="del">
          <ac:chgData name="Moli Zhou" userId="45dd8ee2-8ff0-4e4c-a064-854f8dc473b0" providerId="ADAL" clId="{36A7FEB2-4EAE-5ED4-818F-257B007BF833}" dt="2026-02-18T20:47:17.897" v="6" actId="478"/>
          <ac:spMkLst>
            <pc:docMk/>
            <pc:sldMk cId="1937041550" sldId="259"/>
            <ac:spMk id="457" creationId="{4C6DE2EC-CD38-08FC-409A-DA385F80419E}"/>
          </ac:spMkLst>
        </pc:spChg>
        <pc:spChg chg="mod">
          <ac:chgData name="Moli Zhou" userId="45dd8ee2-8ff0-4e4c-a064-854f8dc473b0" providerId="ADAL" clId="{36A7FEB2-4EAE-5ED4-818F-257B007BF833}" dt="2026-02-18T20:47:35.193" v="40" actId="1076"/>
          <ac:spMkLst>
            <pc:docMk/>
            <pc:sldMk cId="1937041550" sldId="259"/>
            <ac:spMk id="458" creationId="{434108EC-4777-57DC-74E9-E8632DD77EC7}"/>
          </ac:spMkLst>
        </pc:spChg>
        <pc:spChg chg="mod">
          <ac:chgData name="Moli Zhou" userId="45dd8ee2-8ff0-4e4c-a064-854f8dc473b0" providerId="ADAL" clId="{36A7FEB2-4EAE-5ED4-818F-257B007BF833}" dt="2026-02-18T20:47:58.432" v="93" actId="1076"/>
          <ac:spMkLst>
            <pc:docMk/>
            <pc:sldMk cId="1937041550" sldId="259"/>
            <ac:spMk id="465" creationId="{12E509E8-5B13-05BA-4C66-9D72C2F0EDDC}"/>
          </ac:spMkLst>
        </pc:spChg>
        <pc:spChg chg="mod">
          <ac:chgData name="Moli Zhou" userId="45dd8ee2-8ff0-4e4c-a064-854f8dc473b0" providerId="ADAL" clId="{36A7FEB2-4EAE-5ED4-818F-257B007BF833}" dt="2026-02-18T20:48:13.285" v="99" actId="20577"/>
          <ac:spMkLst>
            <pc:docMk/>
            <pc:sldMk cId="1937041550" sldId="259"/>
            <ac:spMk id="472" creationId="{99D105A9-3032-9EEA-4B04-649B4CEF10DC}"/>
          </ac:spMkLst>
        </pc:spChg>
        <pc:spChg chg="mod">
          <ac:chgData name="Moli Zhou" userId="45dd8ee2-8ff0-4e4c-a064-854f8dc473b0" providerId="ADAL" clId="{36A7FEB2-4EAE-5ED4-818F-257B007BF833}" dt="2026-02-18T20:46:55.411" v="2"/>
          <ac:spMkLst>
            <pc:docMk/>
            <pc:sldMk cId="1937041550" sldId="259"/>
            <ac:spMk id="476" creationId="{7D8C802B-2696-300B-01DB-C3CA2E461B52}"/>
          </ac:spMkLst>
        </pc:spChg>
        <pc:grpChg chg="del">
          <ac:chgData name="Moli Zhou" userId="45dd8ee2-8ff0-4e4c-a064-854f8dc473b0" providerId="ADAL" clId="{36A7FEB2-4EAE-5ED4-818F-257B007BF833}" dt="2026-02-18T20:48:01.712" v="94" actId="478"/>
          <ac:grpSpMkLst>
            <pc:docMk/>
            <pc:sldMk cId="1937041550" sldId="259"/>
            <ac:grpSpMk id="460" creationId="{2BEA7736-8923-48A6-C94A-12D7325916E4}"/>
          </ac:grpSpMkLst>
        </pc:grpChg>
        <pc:grpChg chg="mod">
          <ac:chgData name="Moli Zhou" userId="45dd8ee2-8ff0-4e4c-a064-854f8dc473b0" providerId="ADAL" clId="{36A7FEB2-4EAE-5ED4-818F-257B007BF833}" dt="2026-02-18T20:48:07.881" v="96" actId="1076"/>
          <ac:grpSpMkLst>
            <pc:docMk/>
            <pc:sldMk cId="1937041550" sldId="259"/>
            <ac:grpSpMk id="477" creationId="{CA6C0479-5E89-6186-0D01-10DCC1C6FE44}"/>
          </ac:grpSpMkLst>
        </pc:grpChg>
      </pc:sldChg>
      <pc:sldChg chg="addSp delSp modSp mod">
        <pc:chgData name="Moli Zhou" userId="45dd8ee2-8ff0-4e4c-a064-854f8dc473b0" providerId="ADAL" clId="{36A7FEB2-4EAE-5ED4-818F-257B007BF833}" dt="2026-02-18T21:18:02.236" v="1936" actId="20577"/>
        <pc:sldMkLst>
          <pc:docMk/>
          <pc:sldMk cId="843457436" sldId="265"/>
        </pc:sldMkLst>
        <pc:spChg chg="del mod">
          <ac:chgData name="Moli Zhou" userId="45dd8ee2-8ff0-4e4c-a064-854f8dc473b0" providerId="ADAL" clId="{36A7FEB2-4EAE-5ED4-818F-257B007BF833}" dt="2026-02-18T20:48:58.900" v="119" actId="478"/>
          <ac:spMkLst>
            <pc:docMk/>
            <pc:sldMk cId="843457436" sldId="265"/>
            <ac:spMk id="2" creationId="{8DC97A3C-FD07-F87E-832A-F77226D4ED12}"/>
          </ac:spMkLst>
        </pc:spChg>
        <pc:spChg chg="add mod">
          <ac:chgData name="Moli Zhou" userId="45dd8ee2-8ff0-4e4c-a064-854f8dc473b0" providerId="ADAL" clId="{36A7FEB2-4EAE-5ED4-818F-257B007BF833}" dt="2026-02-18T21:17:38.800" v="1906" actId="1037"/>
          <ac:spMkLst>
            <pc:docMk/>
            <pc:sldMk cId="843457436" sldId="265"/>
            <ac:spMk id="6" creationId="{AC0FEAFD-E39A-D18B-AE3A-C8F50FEF5DFC}"/>
          </ac:spMkLst>
        </pc:spChg>
        <pc:spChg chg="add mod">
          <ac:chgData name="Moli Zhou" userId="45dd8ee2-8ff0-4e4c-a064-854f8dc473b0" providerId="ADAL" clId="{36A7FEB2-4EAE-5ED4-818F-257B007BF833}" dt="2026-02-18T21:17:59.782" v="1934" actId="20577"/>
          <ac:spMkLst>
            <pc:docMk/>
            <pc:sldMk cId="843457436" sldId="265"/>
            <ac:spMk id="7" creationId="{565B8BB7-7D4F-6968-115D-1277394DD7F1}"/>
          </ac:spMkLst>
        </pc:spChg>
        <pc:spChg chg="add mod">
          <ac:chgData name="Moli Zhou" userId="45dd8ee2-8ff0-4e4c-a064-854f8dc473b0" providerId="ADAL" clId="{36A7FEB2-4EAE-5ED4-818F-257B007BF833}" dt="2026-02-18T21:17:38.800" v="1906" actId="1037"/>
          <ac:spMkLst>
            <pc:docMk/>
            <pc:sldMk cId="843457436" sldId="265"/>
            <ac:spMk id="8" creationId="{97FE05DA-17C4-3E38-DDEE-84BB619AB1F4}"/>
          </ac:spMkLst>
        </pc:spChg>
        <pc:spChg chg="add mod">
          <ac:chgData name="Moli Zhou" userId="45dd8ee2-8ff0-4e4c-a064-854f8dc473b0" providerId="ADAL" clId="{36A7FEB2-4EAE-5ED4-818F-257B007BF833}" dt="2026-02-18T21:17:13.100" v="1888" actId="1076"/>
          <ac:spMkLst>
            <pc:docMk/>
            <pc:sldMk cId="843457436" sldId="265"/>
            <ac:spMk id="9" creationId="{84B11F14-9DC1-F5D7-4E12-57E249F51E26}"/>
          </ac:spMkLst>
        </pc:spChg>
        <pc:spChg chg="add mod">
          <ac:chgData name="Moli Zhou" userId="45dd8ee2-8ff0-4e4c-a064-854f8dc473b0" providerId="ADAL" clId="{36A7FEB2-4EAE-5ED4-818F-257B007BF833}" dt="2026-02-18T21:18:02.236" v="1936" actId="20577"/>
          <ac:spMkLst>
            <pc:docMk/>
            <pc:sldMk cId="843457436" sldId="265"/>
            <ac:spMk id="10" creationId="{1C60FD5A-7368-F4D8-4594-0D6FA27F1942}"/>
          </ac:spMkLst>
        </pc:spChg>
        <pc:spChg chg="add mod">
          <ac:chgData name="Moli Zhou" userId="45dd8ee2-8ff0-4e4c-a064-854f8dc473b0" providerId="ADAL" clId="{36A7FEB2-4EAE-5ED4-818F-257B007BF833}" dt="2026-02-18T21:17:13.100" v="1888" actId="1076"/>
          <ac:spMkLst>
            <pc:docMk/>
            <pc:sldMk cId="843457436" sldId="265"/>
            <ac:spMk id="11" creationId="{13202D2D-7015-4E4F-E1F9-DCC9DD798AE2}"/>
          </ac:spMkLst>
        </pc:spChg>
        <pc:spChg chg="add mod">
          <ac:chgData name="Moli Zhou" userId="45dd8ee2-8ff0-4e4c-a064-854f8dc473b0" providerId="ADAL" clId="{36A7FEB2-4EAE-5ED4-818F-257B007BF833}" dt="2026-02-18T21:17:32.998" v="1893" actId="1076"/>
          <ac:spMkLst>
            <pc:docMk/>
            <pc:sldMk cId="843457436" sldId="265"/>
            <ac:spMk id="12" creationId="{7FDAA0D3-D067-9F8E-601F-970EA0815CC3}"/>
          </ac:spMkLst>
        </pc:spChg>
        <pc:spChg chg="add mod">
          <ac:chgData name="Moli Zhou" userId="45dd8ee2-8ff0-4e4c-a064-854f8dc473b0" providerId="ADAL" clId="{36A7FEB2-4EAE-5ED4-818F-257B007BF833}" dt="2026-02-18T21:17:32.998" v="1893" actId="1076"/>
          <ac:spMkLst>
            <pc:docMk/>
            <pc:sldMk cId="843457436" sldId="265"/>
            <ac:spMk id="13" creationId="{CFE6D3D4-D978-9077-F5C1-9A1B94533785}"/>
          </ac:spMkLst>
        </pc:spChg>
        <pc:spChg chg="add mod">
          <ac:chgData name="Moli Zhou" userId="45dd8ee2-8ff0-4e4c-a064-854f8dc473b0" providerId="ADAL" clId="{36A7FEB2-4EAE-5ED4-818F-257B007BF833}" dt="2026-02-18T21:17:52.872" v="1930" actId="5793"/>
          <ac:spMkLst>
            <pc:docMk/>
            <pc:sldMk cId="843457436" sldId="265"/>
            <ac:spMk id="14" creationId="{A93F5952-3E45-F24D-299C-C87AB3D09D7B}"/>
          </ac:spMkLst>
        </pc:spChg>
        <pc:spChg chg="del mod">
          <ac:chgData name="Moli Zhou" userId="45dd8ee2-8ff0-4e4c-a064-854f8dc473b0" providerId="ADAL" clId="{36A7FEB2-4EAE-5ED4-818F-257B007BF833}" dt="2026-02-18T20:50:01.659" v="134" actId="478"/>
          <ac:spMkLst>
            <pc:docMk/>
            <pc:sldMk cId="843457436" sldId="265"/>
            <ac:spMk id="25" creationId="{F6397962-3B67-9006-D785-4973B56C0517}"/>
          </ac:spMkLst>
        </pc:spChg>
        <pc:spChg chg="mod">
          <ac:chgData name="Moli Zhou" userId="45dd8ee2-8ff0-4e4c-a064-854f8dc473b0" providerId="ADAL" clId="{36A7FEB2-4EAE-5ED4-818F-257B007BF833}" dt="2026-02-18T21:17:57.190" v="1932" actId="20577"/>
          <ac:spMkLst>
            <pc:docMk/>
            <pc:sldMk cId="843457436" sldId="265"/>
            <ac:spMk id="28" creationId="{3C4756D5-5D65-A398-86F1-9DB142A7EB89}"/>
          </ac:spMkLst>
        </pc:spChg>
        <pc:spChg chg="mod">
          <ac:chgData name="Moli Zhou" userId="45dd8ee2-8ff0-4e4c-a064-854f8dc473b0" providerId="ADAL" clId="{36A7FEB2-4EAE-5ED4-818F-257B007BF833}" dt="2026-02-18T21:17:04.001" v="1886" actId="1076"/>
          <ac:spMkLst>
            <pc:docMk/>
            <pc:sldMk cId="843457436" sldId="265"/>
            <ac:spMk id="29" creationId="{50945F73-5F23-F688-AE9A-F8447F60E41C}"/>
          </ac:spMkLst>
        </pc:spChg>
        <pc:spChg chg="del mod">
          <ac:chgData name="Moli Zhou" userId="45dd8ee2-8ff0-4e4c-a064-854f8dc473b0" providerId="ADAL" clId="{36A7FEB2-4EAE-5ED4-818F-257B007BF833}" dt="2026-02-18T20:50:04.908" v="135" actId="478"/>
          <ac:spMkLst>
            <pc:docMk/>
            <pc:sldMk cId="843457436" sldId="265"/>
            <ac:spMk id="30" creationId="{7F0C850A-6211-BD0B-48A7-C39CAD29BFCC}"/>
          </ac:spMkLst>
        </pc:spChg>
        <pc:spChg chg="del mod">
          <ac:chgData name="Moli Zhou" userId="45dd8ee2-8ff0-4e4c-a064-854f8dc473b0" providerId="ADAL" clId="{36A7FEB2-4EAE-5ED4-818F-257B007BF833}" dt="2026-02-18T20:49:58.810" v="132" actId="478"/>
          <ac:spMkLst>
            <pc:docMk/>
            <pc:sldMk cId="843457436" sldId="265"/>
            <ac:spMk id="31" creationId="{B18E2473-0638-D6AB-0D2C-4315812A6390}"/>
          </ac:spMkLst>
        </pc:spChg>
        <pc:spChg chg="del">
          <ac:chgData name="Moli Zhou" userId="45dd8ee2-8ff0-4e4c-a064-854f8dc473b0" providerId="ADAL" clId="{36A7FEB2-4EAE-5ED4-818F-257B007BF833}" dt="2026-02-18T20:50:08.462" v="138" actId="478"/>
          <ac:spMkLst>
            <pc:docMk/>
            <pc:sldMk cId="843457436" sldId="265"/>
            <ac:spMk id="32" creationId="{1B0E5A79-9097-2668-7BA8-2C34985E48EF}"/>
          </ac:spMkLst>
        </pc:spChg>
        <pc:spChg chg="del">
          <ac:chgData name="Moli Zhou" userId="45dd8ee2-8ff0-4e4c-a064-854f8dc473b0" providerId="ADAL" clId="{36A7FEB2-4EAE-5ED4-818F-257B007BF833}" dt="2026-02-18T20:49:33.035" v="125" actId="478"/>
          <ac:spMkLst>
            <pc:docMk/>
            <pc:sldMk cId="843457436" sldId="265"/>
            <ac:spMk id="33" creationId="{26DA7DE6-5F7D-3612-C304-25ACDE8AB985}"/>
          </ac:spMkLst>
        </pc:spChg>
        <pc:spChg chg="del mod">
          <ac:chgData name="Moli Zhou" userId="45dd8ee2-8ff0-4e4c-a064-854f8dc473b0" providerId="ADAL" clId="{36A7FEB2-4EAE-5ED4-818F-257B007BF833}" dt="2026-02-18T20:50:07.527" v="137" actId="478"/>
          <ac:spMkLst>
            <pc:docMk/>
            <pc:sldMk cId="843457436" sldId="265"/>
            <ac:spMk id="35" creationId="{49B2FF76-B039-6DC6-4BD3-A32C7A1D3588}"/>
          </ac:spMkLst>
        </pc:spChg>
        <pc:spChg chg="del">
          <ac:chgData name="Moli Zhou" userId="45dd8ee2-8ff0-4e4c-a064-854f8dc473b0" providerId="ADAL" clId="{36A7FEB2-4EAE-5ED4-818F-257B007BF833}" dt="2026-02-18T20:49:30.223" v="123" actId="478"/>
          <ac:spMkLst>
            <pc:docMk/>
            <pc:sldMk cId="843457436" sldId="265"/>
            <ac:spMk id="36" creationId="{7AB5F4E6-F406-F4D6-9B9C-CA7E197D8271}"/>
          </ac:spMkLst>
        </pc:spChg>
        <pc:spChg chg="del mod">
          <ac:chgData name="Moli Zhou" userId="45dd8ee2-8ff0-4e4c-a064-854f8dc473b0" providerId="ADAL" clId="{36A7FEB2-4EAE-5ED4-818F-257B007BF833}" dt="2026-02-18T20:49:32.124" v="124" actId="478"/>
          <ac:spMkLst>
            <pc:docMk/>
            <pc:sldMk cId="843457436" sldId="265"/>
            <ac:spMk id="37" creationId="{DC0B70B2-1FD1-EBC8-764D-87AC89FBAA67}"/>
          </ac:spMkLst>
        </pc:spChg>
        <pc:spChg chg="mod">
          <ac:chgData name="Moli Zhou" userId="45dd8ee2-8ff0-4e4c-a064-854f8dc473b0" providerId="ADAL" clId="{36A7FEB2-4EAE-5ED4-818F-257B007BF833}" dt="2026-02-18T20:48:53.037" v="116" actId="20577"/>
          <ac:spMkLst>
            <pc:docMk/>
            <pc:sldMk cId="843457436" sldId="265"/>
            <ac:spMk id="458" creationId="{71E8CA3C-417D-EA12-3F69-6C4A7B8EBF33}"/>
          </ac:spMkLst>
        </pc:spChg>
        <pc:spChg chg="mod">
          <ac:chgData name="Moli Zhou" userId="45dd8ee2-8ff0-4e4c-a064-854f8dc473b0" providerId="ADAL" clId="{36A7FEB2-4EAE-5ED4-818F-257B007BF833}" dt="2026-02-18T21:17:04.001" v="1886" actId="1076"/>
          <ac:spMkLst>
            <pc:docMk/>
            <pc:sldMk cId="843457436" sldId="265"/>
            <ac:spMk id="472" creationId="{B624D8B0-E789-43B1-8B77-AD1F735D32CF}"/>
          </ac:spMkLst>
        </pc:spChg>
        <pc:grpChg chg="mod">
          <ac:chgData name="Moli Zhou" userId="45dd8ee2-8ff0-4e4c-a064-854f8dc473b0" providerId="ADAL" clId="{36A7FEB2-4EAE-5ED4-818F-257B007BF833}" dt="2026-02-18T20:49:05.526" v="121" actId="1076"/>
          <ac:grpSpMkLst>
            <pc:docMk/>
            <pc:sldMk cId="843457436" sldId="265"/>
            <ac:grpSpMk id="5" creationId="{45455747-D7F9-FB0D-0099-25D193572F5F}"/>
          </ac:grpSpMkLst>
        </pc:grpChg>
      </pc:sldChg>
      <pc:sldChg chg="del">
        <pc:chgData name="Moli Zhou" userId="45dd8ee2-8ff0-4e4c-a064-854f8dc473b0" providerId="ADAL" clId="{36A7FEB2-4EAE-5ED4-818F-257B007BF833}" dt="2026-02-18T20:55:07.294" v="459" actId="2696"/>
        <pc:sldMkLst>
          <pc:docMk/>
          <pc:sldMk cId="2899352848" sldId="266"/>
        </pc:sldMkLst>
      </pc:sldChg>
      <pc:sldChg chg="addSp delSp modSp mod modNotesTx">
        <pc:chgData name="Moli Zhou" userId="45dd8ee2-8ff0-4e4c-a064-854f8dc473b0" providerId="ADAL" clId="{36A7FEB2-4EAE-5ED4-818F-257B007BF833}" dt="2026-02-18T20:55:04.017" v="458" actId="20577"/>
        <pc:sldMkLst>
          <pc:docMk/>
          <pc:sldMk cId="143496534" sldId="267"/>
        </pc:sldMkLst>
        <pc:spChg chg="mod topLvl">
          <ac:chgData name="Moli Zhou" userId="45dd8ee2-8ff0-4e4c-a064-854f8dc473b0" providerId="ADAL" clId="{36A7FEB2-4EAE-5ED4-818F-257B007BF833}" dt="2026-02-18T20:53:23.461" v="288" actId="478"/>
          <ac:spMkLst>
            <pc:docMk/>
            <pc:sldMk cId="143496534" sldId="267"/>
            <ac:spMk id="5" creationId="{83223F16-5753-F8DE-66E1-236662139193}"/>
          </ac:spMkLst>
        </pc:spChg>
        <pc:spChg chg="add del mod topLvl">
          <ac:chgData name="Moli Zhou" userId="45dd8ee2-8ff0-4e4c-a064-854f8dc473b0" providerId="ADAL" clId="{36A7FEB2-4EAE-5ED4-818F-257B007BF833}" dt="2026-02-18T20:53:31.463" v="289" actId="20577"/>
          <ac:spMkLst>
            <pc:docMk/>
            <pc:sldMk cId="143496534" sldId="267"/>
            <ac:spMk id="7" creationId="{E327A09D-89BF-A2AA-3016-1DF263006DF8}"/>
          </ac:spMkLst>
        </pc:spChg>
        <pc:spChg chg="mod">
          <ac:chgData name="Moli Zhou" userId="45dd8ee2-8ff0-4e4c-a064-854f8dc473b0" providerId="ADAL" clId="{36A7FEB2-4EAE-5ED4-818F-257B007BF833}" dt="2026-02-18T20:54:19.173" v="365" actId="20577"/>
          <ac:spMkLst>
            <pc:docMk/>
            <pc:sldMk cId="143496534" sldId="267"/>
            <ac:spMk id="12" creationId="{BBBA437C-7834-77CD-E646-9E88EEE28F68}"/>
          </ac:spMkLst>
        </pc:spChg>
        <pc:spChg chg="mod">
          <ac:chgData name="Moli Zhou" userId="45dd8ee2-8ff0-4e4c-a064-854f8dc473b0" providerId="ADAL" clId="{36A7FEB2-4EAE-5ED4-818F-257B007BF833}" dt="2026-02-18T20:52:34.869" v="247"/>
          <ac:spMkLst>
            <pc:docMk/>
            <pc:sldMk cId="143496534" sldId="267"/>
            <ac:spMk id="28" creationId="{765C5DAA-3101-EB50-AC86-10F54A11682F}"/>
          </ac:spMkLst>
        </pc:spChg>
        <pc:spChg chg="mod">
          <ac:chgData name="Moli Zhou" userId="45dd8ee2-8ff0-4e4c-a064-854f8dc473b0" providerId="ADAL" clId="{36A7FEB2-4EAE-5ED4-818F-257B007BF833}" dt="2026-02-18T20:52:48.232" v="249" actId="207"/>
          <ac:spMkLst>
            <pc:docMk/>
            <pc:sldMk cId="143496534" sldId="267"/>
            <ac:spMk id="29" creationId="{FC7BC287-0AC1-8D84-C9EF-CFA0719398A0}"/>
          </ac:spMkLst>
        </pc:spChg>
        <pc:spChg chg="mod">
          <ac:chgData name="Moli Zhou" userId="45dd8ee2-8ff0-4e4c-a064-854f8dc473b0" providerId="ADAL" clId="{36A7FEB2-4EAE-5ED4-818F-257B007BF833}" dt="2026-02-18T20:53:46.646" v="305" actId="20577"/>
          <ac:spMkLst>
            <pc:docMk/>
            <pc:sldMk cId="143496534" sldId="267"/>
            <ac:spMk id="42" creationId="{06B38E9B-DB7A-EEFA-BFFB-C169F0531041}"/>
          </ac:spMkLst>
        </pc:spChg>
        <pc:spChg chg="mod">
          <ac:chgData name="Moli Zhou" userId="45dd8ee2-8ff0-4e4c-a064-854f8dc473b0" providerId="ADAL" clId="{36A7FEB2-4EAE-5ED4-818F-257B007BF833}" dt="2026-02-18T20:53:58.187" v="334" actId="20577"/>
          <ac:spMkLst>
            <pc:docMk/>
            <pc:sldMk cId="143496534" sldId="267"/>
            <ac:spMk id="45" creationId="{DF394025-7088-0093-DA83-AB790F75B5F6}"/>
          </ac:spMkLst>
        </pc:spChg>
        <pc:spChg chg="mod">
          <ac:chgData name="Moli Zhou" userId="45dd8ee2-8ff0-4e4c-a064-854f8dc473b0" providerId="ADAL" clId="{36A7FEB2-4EAE-5ED4-818F-257B007BF833}" dt="2026-02-18T20:52:34.869" v="247"/>
          <ac:spMkLst>
            <pc:docMk/>
            <pc:sldMk cId="143496534" sldId="267"/>
            <ac:spMk id="472" creationId="{6BB5E745-B44D-D2F2-5551-CD602A6145B3}"/>
          </ac:spMkLst>
        </pc:spChg>
        <pc:grpChg chg="add del">
          <ac:chgData name="Moli Zhou" userId="45dd8ee2-8ff0-4e4c-a064-854f8dc473b0" providerId="ADAL" clId="{36A7FEB2-4EAE-5ED4-818F-257B007BF833}" dt="2026-02-18T20:53:23.461" v="288" actId="478"/>
          <ac:grpSpMkLst>
            <pc:docMk/>
            <pc:sldMk cId="143496534" sldId="267"/>
            <ac:grpSpMk id="4" creationId="{3D9A3964-419E-7057-6428-3AB8472E1116}"/>
          </ac:grpSpMkLst>
        </pc:grpChg>
        <pc:grpChg chg="mod">
          <ac:chgData name="Moli Zhou" userId="45dd8ee2-8ff0-4e4c-a064-854f8dc473b0" providerId="ADAL" clId="{36A7FEB2-4EAE-5ED4-818F-257B007BF833}" dt="2026-02-18T20:52:34.869" v="247"/>
          <ac:grpSpMkLst>
            <pc:docMk/>
            <pc:sldMk cId="143496534" sldId="267"/>
            <ac:grpSpMk id="6" creationId="{92A5F36D-10CF-8944-C88E-6FFF69B4DCCC}"/>
          </ac:grpSpMkLst>
        </pc:grpChg>
      </pc:sldChg>
      <pc:sldChg chg="del">
        <pc:chgData name="Moli Zhou" userId="45dd8ee2-8ff0-4e4c-a064-854f8dc473b0" providerId="ADAL" clId="{36A7FEB2-4EAE-5ED4-818F-257B007BF833}" dt="2026-02-18T21:09:00.820" v="1330" actId="2696"/>
        <pc:sldMkLst>
          <pc:docMk/>
          <pc:sldMk cId="131215428" sldId="268"/>
        </pc:sldMkLst>
      </pc:sldChg>
      <pc:sldChg chg="del ord">
        <pc:chgData name="Moli Zhou" userId="45dd8ee2-8ff0-4e4c-a064-854f8dc473b0" providerId="ADAL" clId="{36A7FEB2-4EAE-5ED4-818F-257B007BF833}" dt="2026-02-18T21:15:18.951" v="1814" actId="2696"/>
        <pc:sldMkLst>
          <pc:docMk/>
          <pc:sldMk cId="783444704" sldId="269"/>
        </pc:sldMkLst>
      </pc:sldChg>
      <pc:sldChg chg="del">
        <pc:chgData name="Moli Zhou" userId="45dd8ee2-8ff0-4e4c-a064-854f8dc473b0" providerId="ADAL" clId="{36A7FEB2-4EAE-5ED4-818F-257B007BF833}" dt="2026-02-18T21:12:52.457" v="1693" actId="2696"/>
        <pc:sldMkLst>
          <pc:docMk/>
          <pc:sldMk cId="3019682318" sldId="270"/>
        </pc:sldMkLst>
      </pc:sldChg>
      <pc:sldChg chg="del">
        <pc:chgData name="Moli Zhou" userId="45dd8ee2-8ff0-4e4c-a064-854f8dc473b0" providerId="ADAL" clId="{36A7FEB2-4EAE-5ED4-818F-257B007BF833}" dt="2026-02-18T21:05:00.567" v="1077" actId="2696"/>
        <pc:sldMkLst>
          <pc:docMk/>
          <pc:sldMk cId="2366546102" sldId="2007578503"/>
        </pc:sldMkLst>
      </pc:sldChg>
      <pc:sldChg chg="del">
        <pc:chgData name="Moli Zhou" userId="45dd8ee2-8ff0-4e4c-a064-854f8dc473b0" providerId="ADAL" clId="{36A7FEB2-4EAE-5ED4-818F-257B007BF833}" dt="2026-02-18T21:05:01.860" v="1078" actId="2696"/>
        <pc:sldMkLst>
          <pc:docMk/>
          <pc:sldMk cId="1689056965" sldId="2007578505"/>
        </pc:sldMkLst>
      </pc:sldChg>
      <pc:sldChg chg="del">
        <pc:chgData name="Moli Zhou" userId="45dd8ee2-8ff0-4e4c-a064-854f8dc473b0" providerId="ADAL" clId="{36A7FEB2-4EAE-5ED4-818F-257B007BF833}" dt="2026-02-18T20:58:37.010" v="709" actId="2696"/>
        <pc:sldMkLst>
          <pc:docMk/>
          <pc:sldMk cId="3475855819" sldId="2147310921"/>
        </pc:sldMkLst>
      </pc:sldChg>
      <pc:sldChg chg="del">
        <pc:chgData name="Moli Zhou" userId="45dd8ee2-8ff0-4e4c-a064-854f8dc473b0" providerId="ADAL" clId="{36A7FEB2-4EAE-5ED4-818F-257B007BF833}" dt="2026-02-18T21:04:53.916" v="1076" actId="2696"/>
        <pc:sldMkLst>
          <pc:docMk/>
          <pc:sldMk cId="2134908165" sldId="2147310922"/>
        </pc:sldMkLst>
      </pc:sldChg>
      <pc:sldChg chg="del">
        <pc:chgData name="Moli Zhou" userId="45dd8ee2-8ff0-4e4c-a064-854f8dc473b0" providerId="ADAL" clId="{36A7FEB2-4EAE-5ED4-818F-257B007BF833}" dt="2026-02-18T21:08:02.199" v="1263" actId="2696"/>
        <pc:sldMkLst>
          <pc:docMk/>
          <pc:sldMk cId="70649288" sldId="2147310923"/>
        </pc:sldMkLst>
      </pc:sldChg>
      <pc:sldChg chg="addSp delSp modSp mod">
        <pc:chgData name="Moli Zhou" userId="45dd8ee2-8ff0-4e4c-a064-854f8dc473b0" providerId="ADAL" clId="{36A7FEB2-4EAE-5ED4-818F-257B007BF833}" dt="2026-02-18T21:16:18.426" v="1879" actId="20577"/>
        <pc:sldMkLst>
          <pc:docMk/>
          <pc:sldMk cId="3476066657" sldId="2147310924"/>
        </pc:sldMkLst>
        <pc:spChg chg="add del mod">
          <ac:chgData name="Moli Zhou" userId="45dd8ee2-8ff0-4e4c-a064-854f8dc473b0" providerId="ADAL" clId="{36A7FEB2-4EAE-5ED4-818F-257B007BF833}" dt="2026-02-18T21:16:18.426" v="1879" actId="20577"/>
          <ac:spMkLst>
            <pc:docMk/>
            <pc:sldMk cId="3476066657" sldId="2147310924"/>
            <ac:spMk id="2" creationId="{B8A0F131-7445-CFF9-2A2D-B777AF3CB11E}"/>
          </ac:spMkLst>
        </pc:spChg>
        <pc:spChg chg="del mod">
          <ac:chgData name="Moli Zhou" userId="45dd8ee2-8ff0-4e4c-a064-854f8dc473b0" providerId="ADAL" clId="{36A7FEB2-4EAE-5ED4-818F-257B007BF833}" dt="2026-02-18T20:58:03.674" v="695"/>
          <ac:spMkLst>
            <pc:docMk/>
            <pc:sldMk cId="3476066657" sldId="2147310924"/>
            <ac:spMk id="7" creationId="{C2FB9AC5-B58E-9384-6271-F0F1F98515E1}"/>
          </ac:spMkLst>
        </pc:spChg>
        <pc:spChg chg="mod">
          <ac:chgData name="Moli Zhou" userId="45dd8ee2-8ff0-4e4c-a064-854f8dc473b0" providerId="ADAL" clId="{36A7FEB2-4EAE-5ED4-818F-257B007BF833}" dt="2026-02-18T20:56:47.641" v="558"/>
          <ac:spMkLst>
            <pc:docMk/>
            <pc:sldMk cId="3476066657" sldId="2147310924"/>
            <ac:spMk id="12" creationId="{F6DA2D9B-C7D6-D4D3-732B-4CE12DCBF1CB}"/>
          </ac:spMkLst>
        </pc:spChg>
        <pc:spChg chg="mod">
          <ac:chgData name="Moli Zhou" userId="45dd8ee2-8ff0-4e4c-a064-854f8dc473b0" providerId="ADAL" clId="{36A7FEB2-4EAE-5ED4-818F-257B007BF833}" dt="2026-02-18T20:56:47.641" v="558"/>
          <ac:spMkLst>
            <pc:docMk/>
            <pc:sldMk cId="3476066657" sldId="2147310924"/>
            <ac:spMk id="13" creationId="{B7B1FD95-F123-5C7D-A60C-B97540D3AB0B}"/>
          </ac:spMkLst>
        </pc:spChg>
        <pc:spChg chg="mod">
          <ac:chgData name="Moli Zhou" userId="45dd8ee2-8ff0-4e4c-a064-854f8dc473b0" providerId="ADAL" clId="{36A7FEB2-4EAE-5ED4-818F-257B007BF833}" dt="2026-02-18T20:56:47.641" v="558"/>
          <ac:spMkLst>
            <pc:docMk/>
            <pc:sldMk cId="3476066657" sldId="2147310924"/>
            <ac:spMk id="14" creationId="{55A1BECC-A042-64CC-7F54-803038C47E6D}"/>
          </ac:spMkLst>
        </pc:spChg>
        <pc:spChg chg="mod">
          <ac:chgData name="Moli Zhou" userId="45dd8ee2-8ff0-4e4c-a064-854f8dc473b0" providerId="ADAL" clId="{36A7FEB2-4EAE-5ED4-818F-257B007BF833}" dt="2026-02-18T20:57:57.842" v="693" actId="20577"/>
          <ac:spMkLst>
            <pc:docMk/>
            <pc:sldMk cId="3476066657" sldId="2147310924"/>
            <ac:spMk id="20" creationId="{97F4D163-DAC8-DC78-181F-D4F23D43D570}"/>
          </ac:spMkLst>
        </pc:spChg>
        <pc:spChg chg="mod">
          <ac:chgData name="Moli Zhou" userId="45dd8ee2-8ff0-4e4c-a064-854f8dc473b0" providerId="ADAL" clId="{36A7FEB2-4EAE-5ED4-818F-257B007BF833}" dt="2026-02-18T20:57:08.707" v="588" actId="20577"/>
          <ac:spMkLst>
            <pc:docMk/>
            <pc:sldMk cId="3476066657" sldId="2147310924"/>
            <ac:spMk id="21" creationId="{6300712D-39B4-5A26-21C8-2DB748BBC520}"/>
          </ac:spMkLst>
        </pc:spChg>
        <pc:spChg chg="mod">
          <ac:chgData name="Moli Zhou" userId="45dd8ee2-8ff0-4e4c-a064-854f8dc473b0" providerId="ADAL" clId="{36A7FEB2-4EAE-5ED4-818F-257B007BF833}" dt="2026-02-18T20:55:24.490" v="468" actId="20577"/>
          <ac:spMkLst>
            <pc:docMk/>
            <pc:sldMk cId="3476066657" sldId="2147310924"/>
            <ac:spMk id="29" creationId="{FD66C02C-6295-6C60-7904-473D162EE55B}"/>
          </ac:spMkLst>
        </pc:spChg>
        <pc:grpChg chg="mod">
          <ac:chgData name="Moli Zhou" userId="45dd8ee2-8ff0-4e4c-a064-854f8dc473b0" providerId="ADAL" clId="{36A7FEB2-4EAE-5ED4-818F-257B007BF833}" dt="2026-02-18T20:56:47.641" v="558"/>
          <ac:grpSpMkLst>
            <pc:docMk/>
            <pc:sldMk cId="3476066657" sldId="2147310924"/>
            <ac:grpSpMk id="3" creationId="{32D28F63-07D7-288A-9273-2734E7848FC0}"/>
          </ac:grpSpMkLst>
        </pc:grpChg>
      </pc:sldChg>
      <pc:sldChg chg="addSp delSp modSp mod modNotesTx">
        <pc:chgData name="Moli Zhou" userId="45dd8ee2-8ff0-4e4c-a064-854f8dc473b0" providerId="ADAL" clId="{36A7FEB2-4EAE-5ED4-818F-257B007BF833}" dt="2026-02-18T21:08:38.073" v="1326" actId="20577"/>
        <pc:sldMkLst>
          <pc:docMk/>
          <pc:sldMk cId="3724922495" sldId="2147310925"/>
        </pc:sldMkLst>
        <pc:spChg chg="mod">
          <ac:chgData name="Moli Zhou" userId="45dd8ee2-8ff0-4e4c-a064-854f8dc473b0" providerId="ADAL" clId="{36A7FEB2-4EAE-5ED4-818F-257B007BF833}" dt="2026-02-18T21:08:38.073" v="1326" actId="20577"/>
          <ac:spMkLst>
            <pc:docMk/>
            <pc:sldMk cId="3724922495" sldId="2147310925"/>
            <ac:spMk id="3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00:38.744" v="779" actId="1076"/>
          <ac:spMkLst>
            <pc:docMk/>
            <pc:sldMk cId="3724922495" sldId="2147310925"/>
            <ac:spMk id="5" creationId="{00000000-0000-0000-0000-000000000000}"/>
          </ac:spMkLst>
        </pc:spChg>
        <pc:spChg chg="add mod">
          <ac:chgData name="Moli Zhou" userId="45dd8ee2-8ff0-4e4c-a064-854f8dc473b0" providerId="ADAL" clId="{36A7FEB2-4EAE-5ED4-818F-257B007BF833}" dt="2026-02-18T21:01:01.142" v="786" actId="1076"/>
          <ac:spMkLst>
            <pc:docMk/>
            <pc:sldMk cId="3724922495" sldId="2147310925"/>
            <ac:spMk id="9" creationId="{67C9534E-0DBF-A531-29D9-2BF25DC681C7}"/>
          </ac:spMkLst>
        </pc:spChg>
        <pc:spChg chg="add mod">
          <ac:chgData name="Moli Zhou" userId="45dd8ee2-8ff0-4e4c-a064-854f8dc473b0" providerId="ADAL" clId="{36A7FEB2-4EAE-5ED4-818F-257B007BF833}" dt="2026-02-18T21:01:11.317" v="802" actId="1076"/>
          <ac:spMkLst>
            <pc:docMk/>
            <pc:sldMk cId="3724922495" sldId="2147310925"/>
            <ac:spMk id="11" creationId="{509910B4-1FAB-F555-2095-46ABD262E188}"/>
          </ac:spMkLst>
        </pc:spChg>
        <pc:spChg chg="add mod">
          <ac:chgData name="Moli Zhou" userId="45dd8ee2-8ff0-4e4c-a064-854f8dc473b0" providerId="ADAL" clId="{36A7FEB2-4EAE-5ED4-818F-257B007BF833}" dt="2026-02-18T21:02:16.240" v="903" actId="20577"/>
          <ac:spMkLst>
            <pc:docMk/>
            <pc:sldMk cId="3724922495" sldId="2147310925"/>
            <ac:spMk id="12" creationId="{C5EF38EB-4F5E-51FB-3B89-9AC70CC52C38}"/>
          </ac:spMkLst>
        </pc:spChg>
        <pc:spChg chg="add mod">
          <ac:chgData name="Moli Zhou" userId="45dd8ee2-8ff0-4e4c-a064-854f8dc473b0" providerId="ADAL" clId="{36A7FEB2-4EAE-5ED4-818F-257B007BF833}" dt="2026-02-18T21:02:33.993" v="937" actId="20577"/>
          <ac:spMkLst>
            <pc:docMk/>
            <pc:sldMk cId="3724922495" sldId="2147310925"/>
            <ac:spMk id="13" creationId="{21D890B9-9378-D7FE-AF50-B5261C22C170}"/>
          </ac:spMkLst>
        </pc:spChg>
        <pc:spChg chg="add mod">
          <ac:chgData name="Moli Zhou" userId="45dd8ee2-8ff0-4e4c-a064-854f8dc473b0" providerId="ADAL" clId="{36A7FEB2-4EAE-5ED4-818F-257B007BF833}" dt="2026-02-18T21:02:46.363" v="965" actId="20577"/>
          <ac:spMkLst>
            <pc:docMk/>
            <pc:sldMk cId="3724922495" sldId="2147310925"/>
            <ac:spMk id="14" creationId="{6A7F5330-6D54-4353-530A-0DB8D1600753}"/>
          </ac:spMkLst>
        </pc:spChg>
        <pc:spChg chg="add mod">
          <ac:chgData name="Moli Zhou" userId="45dd8ee2-8ff0-4e4c-a064-854f8dc473b0" providerId="ADAL" clId="{36A7FEB2-4EAE-5ED4-818F-257B007BF833}" dt="2026-02-18T21:03:17.283" v="967" actId="1076"/>
          <ac:spMkLst>
            <pc:docMk/>
            <pc:sldMk cId="3724922495" sldId="2147310925"/>
            <ac:spMk id="15" creationId="{D4CF843B-6DFB-E445-81DD-A0BE8B4E5B96}"/>
          </ac:spMkLst>
        </pc:spChg>
        <pc:spChg chg="add mod">
          <ac:chgData name="Moli Zhou" userId="45dd8ee2-8ff0-4e4c-a064-854f8dc473b0" providerId="ADAL" clId="{36A7FEB2-4EAE-5ED4-818F-257B007BF833}" dt="2026-02-18T21:03:58.028" v="1037" actId="20577"/>
          <ac:spMkLst>
            <pc:docMk/>
            <pc:sldMk cId="3724922495" sldId="2147310925"/>
            <ac:spMk id="16" creationId="{46FECC74-C8C5-CA6A-0D4C-D541E3BD1072}"/>
          </ac:spMkLst>
        </pc:spChg>
        <pc:spChg chg="add mod">
          <ac:chgData name="Moli Zhou" userId="45dd8ee2-8ff0-4e4c-a064-854f8dc473b0" providerId="ADAL" clId="{36A7FEB2-4EAE-5ED4-818F-257B007BF833}" dt="2026-02-18T21:03:33.062" v="992"/>
          <ac:spMkLst>
            <pc:docMk/>
            <pc:sldMk cId="3724922495" sldId="2147310925"/>
            <ac:spMk id="17" creationId="{678EA2FF-2BA0-C657-55C4-F09C1176C60F}"/>
          </ac:spMkLst>
        </pc:spChg>
        <pc:spChg chg="mod">
          <ac:chgData name="Moli Zhou" userId="45dd8ee2-8ff0-4e4c-a064-854f8dc473b0" providerId="ADAL" clId="{36A7FEB2-4EAE-5ED4-818F-257B007BF833}" dt="2026-02-18T21:00:49.128" v="782" actId="1076"/>
          <ac:spMkLst>
            <pc:docMk/>
            <pc:sldMk cId="3724922495" sldId="2147310925"/>
            <ac:spMk id="18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00:14.280" v="773" actId="1076"/>
          <ac:spMkLst>
            <pc:docMk/>
            <pc:sldMk cId="3724922495" sldId="2147310925"/>
            <ac:spMk id="19" creationId="{00000000-0000-0000-0000-000000000000}"/>
          </ac:spMkLst>
        </pc:spChg>
        <pc:spChg chg="add mod">
          <ac:chgData name="Moli Zhou" userId="45dd8ee2-8ff0-4e4c-a064-854f8dc473b0" providerId="ADAL" clId="{36A7FEB2-4EAE-5ED4-818F-257B007BF833}" dt="2026-02-18T21:03:33.062" v="992"/>
          <ac:spMkLst>
            <pc:docMk/>
            <pc:sldMk cId="3724922495" sldId="2147310925"/>
            <ac:spMk id="21" creationId="{FDE8A620-F069-77A4-5B30-A18DDF57C3DC}"/>
          </ac:spMkLst>
        </pc:spChg>
        <pc:spChg chg="mod">
          <ac:chgData name="Moli Zhou" userId="45dd8ee2-8ff0-4e4c-a064-854f8dc473b0" providerId="ADAL" clId="{36A7FEB2-4EAE-5ED4-818F-257B007BF833}" dt="2026-02-18T21:00:09.772" v="772" actId="20577"/>
          <ac:spMkLst>
            <pc:docMk/>
            <pc:sldMk cId="3724922495" sldId="2147310925"/>
            <ac:spMk id="22" creationId="{ADAAB34E-B518-0F53-3788-F7199908AE34}"/>
          </ac:spMkLst>
        </pc:spChg>
        <pc:spChg chg="mod">
          <ac:chgData name="Moli Zhou" userId="45dd8ee2-8ff0-4e4c-a064-854f8dc473b0" providerId="ADAL" clId="{36A7FEB2-4EAE-5ED4-818F-257B007BF833}" dt="2026-02-18T21:00:44.879" v="781" actId="1076"/>
          <ac:spMkLst>
            <pc:docMk/>
            <pc:sldMk cId="3724922495" sldId="2147310925"/>
            <ac:spMk id="23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01:55.210" v="870" actId="313"/>
          <ac:spMkLst>
            <pc:docMk/>
            <pc:sldMk cId="3724922495" sldId="2147310925"/>
            <ac:spMk id="24" creationId="{00000000-0000-0000-0000-000000000000}"/>
          </ac:spMkLst>
        </pc:spChg>
        <pc:spChg chg="add mod">
          <ac:chgData name="Moli Zhou" userId="45dd8ee2-8ff0-4e4c-a064-854f8dc473b0" providerId="ADAL" clId="{36A7FEB2-4EAE-5ED4-818F-257B007BF833}" dt="2026-02-18T21:03:53.592" v="1036" actId="20577"/>
          <ac:spMkLst>
            <pc:docMk/>
            <pc:sldMk cId="3724922495" sldId="2147310925"/>
            <ac:spMk id="25" creationId="{1996A39E-9554-EF21-1729-1F6033531ADC}"/>
          </ac:spMkLst>
        </pc:spChg>
        <pc:spChg chg="del">
          <ac:chgData name="Moli Zhou" userId="45dd8ee2-8ff0-4e4c-a064-854f8dc473b0" providerId="ADAL" clId="{36A7FEB2-4EAE-5ED4-818F-257B007BF833}" dt="2026-02-18T21:00:31.511" v="777" actId="478"/>
          <ac:spMkLst>
            <pc:docMk/>
            <pc:sldMk cId="3724922495" sldId="2147310925"/>
            <ac:spMk id="26" creationId="{62FE4EC0-9AEE-3413-689A-238014FB5876}"/>
          </ac:spMkLst>
        </pc:spChg>
        <pc:spChg chg="del">
          <ac:chgData name="Moli Zhou" userId="45dd8ee2-8ff0-4e4c-a064-854f8dc473b0" providerId="ADAL" clId="{36A7FEB2-4EAE-5ED4-818F-257B007BF833}" dt="2026-02-18T21:00:34.455" v="778" actId="478"/>
          <ac:spMkLst>
            <pc:docMk/>
            <pc:sldMk cId="3724922495" sldId="2147310925"/>
            <ac:spMk id="27" creationId="{AA1A3724-F218-8612-0B20-B5D816AA3B4B}"/>
          </ac:spMkLst>
        </pc:spChg>
        <pc:spChg chg="mod">
          <ac:chgData name="Moli Zhou" userId="45dd8ee2-8ff0-4e4c-a064-854f8dc473b0" providerId="ADAL" clId="{36A7FEB2-4EAE-5ED4-818F-257B007BF833}" dt="2026-02-18T20:58:26.060" v="697" actId="20577"/>
          <ac:spMkLst>
            <pc:docMk/>
            <pc:sldMk cId="3724922495" sldId="2147310925"/>
            <ac:spMk id="28" creationId="{D6340E43-2306-DA0D-2E05-6712EC41467D}"/>
          </ac:spMkLst>
        </pc:spChg>
        <pc:spChg chg="mod">
          <ac:chgData name="Moli Zhou" userId="45dd8ee2-8ff0-4e4c-a064-854f8dc473b0" providerId="ADAL" clId="{36A7FEB2-4EAE-5ED4-818F-257B007BF833}" dt="2026-02-18T20:58:29.938" v="708" actId="20577"/>
          <ac:spMkLst>
            <pc:docMk/>
            <pc:sldMk cId="3724922495" sldId="2147310925"/>
            <ac:spMk id="29" creationId="{3F4B5551-7FD1-FE75-80B7-F8BC27EBF48A}"/>
          </ac:spMkLst>
        </pc:spChg>
        <pc:cxnChg chg="add mod">
          <ac:chgData name="Moli Zhou" userId="45dd8ee2-8ff0-4e4c-a064-854f8dc473b0" providerId="ADAL" clId="{36A7FEB2-4EAE-5ED4-818F-257B007BF833}" dt="2026-02-18T21:00:53.875" v="784" actId="1076"/>
          <ac:cxnSpMkLst>
            <pc:docMk/>
            <pc:sldMk cId="3724922495" sldId="2147310925"/>
            <ac:cxnSpMk id="2" creationId="{2A26CC7D-3410-B951-D439-682C3A6155AE}"/>
          </ac:cxnSpMkLst>
        </pc:cxnChg>
        <pc:cxnChg chg="mod">
          <ac:chgData name="Moli Zhou" userId="45dd8ee2-8ff0-4e4c-a064-854f8dc473b0" providerId="ADAL" clId="{36A7FEB2-4EAE-5ED4-818F-257B007BF833}" dt="2026-02-18T21:00:41.745" v="780" actId="1076"/>
          <ac:cxnSpMkLst>
            <pc:docMk/>
            <pc:sldMk cId="3724922495" sldId="2147310925"/>
            <ac:cxnSpMk id="10" creationId="{00000000-0000-0000-0000-000000000000}"/>
          </ac:cxnSpMkLst>
        </pc:cxnChg>
      </pc:sldChg>
      <pc:sldChg chg="delSp modSp del mod">
        <pc:chgData name="Moli Zhou" userId="45dd8ee2-8ff0-4e4c-a064-854f8dc473b0" providerId="ADAL" clId="{36A7FEB2-4EAE-5ED4-818F-257B007BF833}" dt="2026-02-18T21:08:52.194" v="1327" actId="2696"/>
        <pc:sldMkLst>
          <pc:docMk/>
          <pc:sldMk cId="828917909" sldId="2147310926"/>
        </pc:sldMkLst>
        <pc:spChg chg="del mod">
          <ac:chgData name="Moli Zhou" userId="45dd8ee2-8ff0-4e4c-a064-854f8dc473b0" providerId="ADAL" clId="{36A7FEB2-4EAE-5ED4-818F-257B007BF833}" dt="2026-02-18T21:04:08.067" v="1040" actId="478"/>
          <ac:spMkLst>
            <pc:docMk/>
            <pc:sldMk cId="828917909" sldId="2147310926"/>
            <ac:spMk id="28" creationId="{7E7E6248-2005-3EFE-FFB9-3E4B752DE8C2}"/>
          </ac:spMkLst>
        </pc:spChg>
        <pc:spChg chg="mod">
          <ac:chgData name="Moli Zhou" userId="45dd8ee2-8ff0-4e4c-a064-854f8dc473b0" providerId="ADAL" clId="{36A7FEB2-4EAE-5ED4-818F-257B007BF833}" dt="2026-02-18T21:04:15.192" v="1050" actId="20577"/>
          <ac:spMkLst>
            <pc:docMk/>
            <pc:sldMk cId="828917909" sldId="2147310926"/>
            <ac:spMk id="29" creationId="{F04ACDC0-3E5E-92B0-766E-366E75A0E462}"/>
          </ac:spMkLst>
        </pc:spChg>
      </pc:sldChg>
      <pc:sldChg chg="del">
        <pc:chgData name="Moli Zhou" userId="45dd8ee2-8ff0-4e4c-a064-854f8dc473b0" providerId="ADAL" clId="{36A7FEB2-4EAE-5ED4-818F-257B007BF833}" dt="2026-02-18T21:08:59.608" v="1329" actId="2696"/>
        <pc:sldMkLst>
          <pc:docMk/>
          <pc:sldMk cId="3113777050" sldId="2147310927"/>
        </pc:sldMkLst>
      </pc:sldChg>
      <pc:sldChg chg="del">
        <pc:chgData name="Moli Zhou" userId="45dd8ee2-8ff0-4e4c-a064-854f8dc473b0" providerId="ADAL" clId="{36A7FEB2-4EAE-5ED4-818F-257B007BF833}" dt="2026-02-18T21:12:37.075" v="1689" actId="2696"/>
        <pc:sldMkLst>
          <pc:docMk/>
          <pc:sldMk cId="3734336290" sldId="2147310928"/>
        </pc:sldMkLst>
      </pc:sldChg>
      <pc:sldChg chg="delSp modSp mod">
        <pc:chgData name="Moli Zhou" userId="45dd8ee2-8ff0-4e4c-a064-854f8dc473b0" providerId="ADAL" clId="{36A7FEB2-4EAE-5ED4-818F-257B007BF833}" dt="2026-02-18T21:07:24.807" v="1262" actId="20577"/>
        <pc:sldMkLst>
          <pc:docMk/>
          <pc:sldMk cId="2506120273" sldId="2147310929"/>
        </pc:sldMkLst>
        <pc:spChg chg="del">
          <ac:chgData name="Moli Zhou" userId="45dd8ee2-8ff0-4e4c-a064-854f8dc473b0" providerId="ADAL" clId="{36A7FEB2-4EAE-5ED4-818F-257B007BF833}" dt="2026-02-18T21:04:41.230" v="1051" actId="478"/>
          <ac:spMkLst>
            <pc:docMk/>
            <pc:sldMk cId="2506120273" sldId="2147310929"/>
            <ac:spMk id="28" creationId="{F19513F1-CA1B-1A21-5183-4D346C440A0D}"/>
          </ac:spMkLst>
        </pc:spChg>
        <pc:spChg chg="mod">
          <ac:chgData name="Moli Zhou" userId="45dd8ee2-8ff0-4e4c-a064-854f8dc473b0" providerId="ADAL" clId="{36A7FEB2-4EAE-5ED4-818F-257B007BF833}" dt="2026-02-18T21:04:51.135" v="1075" actId="20577"/>
          <ac:spMkLst>
            <pc:docMk/>
            <pc:sldMk cId="2506120273" sldId="2147310929"/>
            <ac:spMk id="29" creationId="{E5DBA7E5-BB3E-5FFA-03D0-F6B201F7A49C}"/>
          </ac:spMkLst>
        </pc:spChg>
        <pc:spChg chg="mod">
          <ac:chgData name="Moli Zhou" userId="45dd8ee2-8ff0-4e4c-a064-854f8dc473b0" providerId="ADAL" clId="{36A7FEB2-4EAE-5ED4-818F-257B007BF833}" dt="2026-02-18T21:06:24.367" v="1162"/>
          <ac:spMkLst>
            <pc:docMk/>
            <pc:sldMk cId="2506120273" sldId="2147310929"/>
            <ac:spMk id="32" creationId="{FA68C538-C4DB-31DD-8BE8-2AA73927598E}"/>
          </ac:spMkLst>
        </pc:spChg>
        <pc:spChg chg="mod">
          <ac:chgData name="Moli Zhou" userId="45dd8ee2-8ff0-4e4c-a064-854f8dc473b0" providerId="ADAL" clId="{36A7FEB2-4EAE-5ED4-818F-257B007BF833}" dt="2026-02-18T21:06:13.161" v="1160" actId="20577"/>
          <ac:spMkLst>
            <pc:docMk/>
            <pc:sldMk cId="2506120273" sldId="2147310929"/>
            <ac:spMk id="33" creationId="{8482AA69-ED09-3702-FDBA-9B1DCDEED451}"/>
          </ac:spMkLst>
        </pc:spChg>
        <pc:spChg chg="mod">
          <ac:chgData name="Moli Zhou" userId="45dd8ee2-8ff0-4e4c-a064-854f8dc473b0" providerId="ADAL" clId="{36A7FEB2-4EAE-5ED4-818F-257B007BF833}" dt="2026-02-18T21:06:03.470" v="1144" actId="20577"/>
          <ac:spMkLst>
            <pc:docMk/>
            <pc:sldMk cId="2506120273" sldId="2147310929"/>
            <ac:spMk id="37" creationId="{E3F37185-3A08-7C21-94E3-1FCD9E524C5F}"/>
          </ac:spMkLst>
        </pc:spChg>
        <pc:spChg chg="mod">
          <ac:chgData name="Moli Zhou" userId="45dd8ee2-8ff0-4e4c-a064-854f8dc473b0" providerId="ADAL" clId="{36A7FEB2-4EAE-5ED4-818F-257B007BF833}" dt="2026-02-18T21:06:08.234" v="1152" actId="20577"/>
          <ac:spMkLst>
            <pc:docMk/>
            <pc:sldMk cId="2506120273" sldId="2147310929"/>
            <ac:spMk id="38" creationId="{BF94AE3E-6CF0-8D57-3E90-6CAF132A0A7B}"/>
          </ac:spMkLst>
        </pc:spChg>
        <pc:spChg chg="mod">
          <ac:chgData name="Moli Zhou" userId="45dd8ee2-8ff0-4e4c-a064-854f8dc473b0" providerId="ADAL" clId="{36A7FEB2-4EAE-5ED4-818F-257B007BF833}" dt="2026-02-18T21:07:24.807" v="1262" actId="20577"/>
          <ac:spMkLst>
            <pc:docMk/>
            <pc:sldMk cId="2506120273" sldId="2147310929"/>
            <ac:spMk id="40" creationId="{41261B4B-27AD-ADD0-16C8-00A563E73CBF}"/>
          </ac:spMkLst>
        </pc:spChg>
        <pc:spChg chg="mod">
          <ac:chgData name="Moli Zhou" userId="45dd8ee2-8ff0-4e4c-a064-854f8dc473b0" providerId="ADAL" clId="{36A7FEB2-4EAE-5ED4-818F-257B007BF833}" dt="2026-02-18T21:06:51.227" v="1220" actId="20577"/>
          <ac:spMkLst>
            <pc:docMk/>
            <pc:sldMk cId="2506120273" sldId="2147310929"/>
            <ac:spMk id="41" creationId="{3BDDC170-4405-7A1E-5771-03597CC64A9E}"/>
          </ac:spMkLst>
        </pc:spChg>
        <pc:spChg chg="mod">
          <ac:chgData name="Moli Zhou" userId="45dd8ee2-8ff0-4e4c-a064-854f8dc473b0" providerId="ADAL" clId="{36A7FEB2-4EAE-5ED4-818F-257B007BF833}" dt="2026-02-18T21:06:46.658" v="1212" actId="20577"/>
          <ac:spMkLst>
            <pc:docMk/>
            <pc:sldMk cId="2506120273" sldId="2147310929"/>
            <ac:spMk id="43" creationId="{E323CC4B-7344-66B8-AFAE-027901C6D885}"/>
          </ac:spMkLst>
        </pc:spChg>
        <pc:spChg chg="mod">
          <ac:chgData name="Moli Zhou" userId="45dd8ee2-8ff0-4e4c-a064-854f8dc473b0" providerId="ADAL" clId="{36A7FEB2-4EAE-5ED4-818F-257B007BF833}" dt="2026-02-18T21:06:32.953" v="1179" actId="20577"/>
          <ac:spMkLst>
            <pc:docMk/>
            <pc:sldMk cId="2506120273" sldId="2147310929"/>
            <ac:spMk id="44" creationId="{1F35E304-7DEB-5C53-3C71-BB2F866A58A1}"/>
          </ac:spMkLst>
        </pc:spChg>
        <pc:grpChg chg="mod">
          <ac:chgData name="Moli Zhou" userId="45dd8ee2-8ff0-4e4c-a064-854f8dc473b0" providerId="ADAL" clId="{36A7FEB2-4EAE-5ED4-818F-257B007BF833}" dt="2026-02-18T21:06:01.613" v="1143"/>
          <ac:grpSpMkLst>
            <pc:docMk/>
            <pc:sldMk cId="2506120273" sldId="2147310929"/>
            <ac:grpSpMk id="36" creationId="{CB1AD69C-C520-6FB2-DA66-F91EAF5D0E6A}"/>
          </ac:grpSpMkLst>
        </pc:grpChg>
      </pc:sldChg>
      <pc:sldChg chg="addSp delSp modSp mod ord">
        <pc:chgData name="Moli Zhou" userId="45dd8ee2-8ff0-4e4c-a064-854f8dc473b0" providerId="ADAL" clId="{36A7FEB2-4EAE-5ED4-818F-257B007BF833}" dt="2026-02-18T21:12:34.069" v="1688" actId="20577"/>
        <pc:sldMkLst>
          <pc:docMk/>
          <pc:sldMk cId="4062385431" sldId="2147310930"/>
        </pc:sldMkLst>
        <pc:spChg chg="del">
          <ac:chgData name="Moli Zhou" userId="45dd8ee2-8ff0-4e4c-a064-854f8dc473b0" providerId="ADAL" clId="{36A7FEB2-4EAE-5ED4-818F-257B007BF833}" dt="2026-02-18T21:09:09.612" v="1340" actId="478"/>
          <ac:spMkLst>
            <pc:docMk/>
            <pc:sldMk cId="4062385431" sldId="2147310930"/>
            <ac:spMk id="28" creationId="{410E507D-0055-2580-846E-C7C1926263F4}"/>
          </ac:spMkLst>
        </pc:spChg>
        <pc:spChg chg="mod">
          <ac:chgData name="Moli Zhou" userId="45dd8ee2-8ff0-4e4c-a064-854f8dc473b0" providerId="ADAL" clId="{36A7FEB2-4EAE-5ED4-818F-257B007BF833}" dt="2026-02-18T21:09:15.455" v="1341" actId="1076"/>
          <ac:spMkLst>
            <pc:docMk/>
            <pc:sldMk cId="4062385431" sldId="2147310930"/>
            <ac:spMk id="29" creationId="{9C946BBC-1048-04F4-F419-8BC881DEBED1}"/>
          </ac:spMkLst>
        </pc:spChg>
        <pc:spChg chg="add del mod">
          <ac:chgData name="Moli Zhou" userId="45dd8ee2-8ff0-4e4c-a064-854f8dc473b0" providerId="ADAL" clId="{36A7FEB2-4EAE-5ED4-818F-257B007BF833}" dt="2026-02-18T21:10:09.904" v="1413" actId="1076"/>
          <ac:spMkLst>
            <pc:docMk/>
            <pc:sldMk cId="4062385431" sldId="2147310930"/>
            <ac:spMk id="37" creationId="{F262224B-021D-B331-24E6-537EFB976035}"/>
          </ac:spMkLst>
        </pc:spChg>
        <pc:spChg chg="mod">
          <ac:chgData name="Moli Zhou" userId="45dd8ee2-8ff0-4e4c-a064-854f8dc473b0" providerId="ADAL" clId="{36A7FEB2-4EAE-5ED4-818F-257B007BF833}" dt="2026-02-18T21:10:04.479" v="1412" actId="478"/>
          <ac:spMkLst>
            <pc:docMk/>
            <pc:sldMk cId="4062385431" sldId="2147310930"/>
            <ac:spMk id="38" creationId="{0013984C-B0AB-FA95-58D5-8E480BE9DAFC}"/>
          </ac:spMkLst>
        </pc:spChg>
        <pc:spChg chg="mod">
          <ac:chgData name="Moli Zhou" userId="45dd8ee2-8ff0-4e4c-a064-854f8dc473b0" providerId="ADAL" clId="{36A7FEB2-4EAE-5ED4-818F-257B007BF833}" dt="2026-02-18T21:12:34.069" v="1688" actId="20577"/>
          <ac:spMkLst>
            <pc:docMk/>
            <pc:sldMk cId="4062385431" sldId="2147310930"/>
            <ac:spMk id="40" creationId="{8606E8AE-EE58-2BB6-D47F-B7C5CDA099AC}"/>
          </ac:spMkLst>
        </pc:spChg>
        <pc:spChg chg="mod">
          <ac:chgData name="Moli Zhou" userId="45dd8ee2-8ff0-4e4c-a064-854f8dc473b0" providerId="ADAL" clId="{36A7FEB2-4EAE-5ED4-818F-257B007BF833}" dt="2026-02-18T21:12:23.501" v="1657" actId="20577"/>
          <ac:spMkLst>
            <pc:docMk/>
            <pc:sldMk cId="4062385431" sldId="2147310930"/>
            <ac:spMk id="41" creationId="{DBB6FE44-BE47-0506-7F75-DFE01950BCFF}"/>
          </ac:spMkLst>
        </pc:spChg>
        <pc:spChg chg="mod">
          <ac:chgData name="Moli Zhou" userId="45dd8ee2-8ff0-4e4c-a064-854f8dc473b0" providerId="ADAL" clId="{36A7FEB2-4EAE-5ED4-818F-257B007BF833}" dt="2026-02-18T21:11:54.949" v="1626" actId="1076"/>
          <ac:spMkLst>
            <pc:docMk/>
            <pc:sldMk cId="4062385431" sldId="2147310930"/>
            <ac:spMk id="46" creationId="{0F461974-7E67-8E16-3BAF-D5C057E8301A}"/>
          </ac:spMkLst>
        </pc:spChg>
        <pc:spChg chg="mod">
          <ac:chgData name="Moli Zhou" userId="45dd8ee2-8ff0-4e4c-a064-854f8dc473b0" providerId="ADAL" clId="{36A7FEB2-4EAE-5ED4-818F-257B007BF833}" dt="2026-02-18T21:11:45.171" v="1620"/>
          <ac:spMkLst>
            <pc:docMk/>
            <pc:sldMk cId="4062385431" sldId="2147310930"/>
            <ac:spMk id="47" creationId="{D0916B9D-5A18-BFB1-BCBB-D0F3277E28D5}"/>
          </ac:spMkLst>
        </pc:spChg>
        <pc:spChg chg="mod">
          <ac:chgData name="Moli Zhou" userId="45dd8ee2-8ff0-4e4c-a064-854f8dc473b0" providerId="ADAL" clId="{36A7FEB2-4EAE-5ED4-818F-257B007BF833}" dt="2026-02-18T21:11:45.171" v="1620"/>
          <ac:spMkLst>
            <pc:docMk/>
            <pc:sldMk cId="4062385431" sldId="2147310930"/>
            <ac:spMk id="48" creationId="{8B2A62B4-2A3B-DC8A-CDE4-6E4960FF6203}"/>
          </ac:spMkLst>
        </pc:spChg>
        <pc:spChg chg="mod">
          <ac:chgData name="Moli Zhou" userId="45dd8ee2-8ff0-4e4c-a064-854f8dc473b0" providerId="ADAL" clId="{36A7FEB2-4EAE-5ED4-818F-257B007BF833}" dt="2026-02-18T21:11:45.171" v="1620"/>
          <ac:spMkLst>
            <pc:docMk/>
            <pc:sldMk cId="4062385431" sldId="2147310930"/>
            <ac:spMk id="49" creationId="{994C6949-7B5A-BA7E-3227-BCE925D726FB}"/>
          </ac:spMkLst>
        </pc:spChg>
        <pc:spChg chg="mod">
          <ac:chgData name="Moli Zhou" userId="45dd8ee2-8ff0-4e4c-a064-854f8dc473b0" providerId="ADAL" clId="{36A7FEB2-4EAE-5ED4-818F-257B007BF833}" dt="2026-02-18T21:12:17.366" v="1644" actId="1076"/>
          <ac:spMkLst>
            <pc:docMk/>
            <pc:sldMk cId="4062385431" sldId="2147310930"/>
            <ac:spMk id="53" creationId="{4345DFB4-20CA-777B-3777-48CE87BBAC89}"/>
          </ac:spMkLst>
        </pc:spChg>
        <pc:spChg chg="mod">
          <ac:chgData name="Moli Zhou" userId="45dd8ee2-8ff0-4e4c-a064-854f8dc473b0" providerId="ADAL" clId="{36A7FEB2-4EAE-5ED4-818F-257B007BF833}" dt="2026-02-18T21:12:06.328" v="1635"/>
          <ac:spMkLst>
            <pc:docMk/>
            <pc:sldMk cId="4062385431" sldId="2147310930"/>
            <ac:spMk id="54" creationId="{6F4F5FCC-D54A-834D-965C-A2BBEEB14BE3}"/>
          </ac:spMkLst>
        </pc:spChg>
        <pc:spChg chg="mod">
          <ac:chgData name="Moli Zhou" userId="45dd8ee2-8ff0-4e4c-a064-854f8dc473b0" providerId="ADAL" clId="{36A7FEB2-4EAE-5ED4-818F-257B007BF833}" dt="2026-02-18T21:12:06.328" v="1635"/>
          <ac:spMkLst>
            <pc:docMk/>
            <pc:sldMk cId="4062385431" sldId="2147310930"/>
            <ac:spMk id="55" creationId="{4AD4A2E9-7D2E-95E8-E7E3-3E6A328F03FA}"/>
          </ac:spMkLst>
        </pc:spChg>
        <pc:spChg chg="mod">
          <ac:chgData name="Moli Zhou" userId="45dd8ee2-8ff0-4e4c-a064-854f8dc473b0" providerId="ADAL" clId="{36A7FEB2-4EAE-5ED4-818F-257B007BF833}" dt="2026-02-18T21:12:06.328" v="1635"/>
          <ac:spMkLst>
            <pc:docMk/>
            <pc:sldMk cId="4062385431" sldId="2147310930"/>
            <ac:spMk id="56" creationId="{476AD8EC-A0DD-F2BF-FB5F-F5E2BC752215}"/>
          </ac:spMkLst>
        </pc:spChg>
        <pc:grpChg chg="add del">
          <ac:chgData name="Moli Zhou" userId="45dd8ee2-8ff0-4e4c-a064-854f8dc473b0" providerId="ADAL" clId="{36A7FEB2-4EAE-5ED4-818F-257B007BF833}" dt="2026-02-18T21:10:04.479" v="1412" actId="478"/>
          <ac:grpSpMkLst>
            <pc:docMk/>
            <pc:sldMk cId="4062385431" sldId="2147310930"/>
            <ac:grpSpMk id="36" creationId="{24B7EA2C-633B-23CE-DC5A-A45C470F01BF}"/>
          </ac:grpSpMkLst>
        </pc:grpChg>
        <pc:grpChg chg="mod">
          <ac:chgData name="Moli Zhou" userId="45dd8ee2-8ff0-4e4c-a064-854f8dc473b0" providerId="ADAL" clId="{36A7FEB2-4EAE-5ED4-818F-257B007BF833}" dt="2026-02-18T21:11:45.171" v="1620"/>
          <ac:grpSpMkLst>
            <pc:docMk/>
            <pc:sldMk cId="4062385431" sldId="2147310930"/>
            <ac:grpSpMk id="43" creationId="{7D665287-3EF1-1CB0-501B-27AC69242799}"/>
          </ac:grpSpMkLst>
        </pc:grpChg>
        <pc:grpChg chg="mod">
          <ac:chgData name="Moli Zhou" userId="45dd8ee2-8ff0-4e4c-a064-854f8dc473b0" providerId="ADAL" clId="{36A7FEB2-4EAE-5ED4-818F-257B007BF833}" dt="2026-02-18T21:11:45.171" v="1620"/>
          <ac:grpSpMkLst>
            <pc:docMk/>
            <pc:sldMk cId="4062385431" sldId="2147310930"/>
            <ac:grpSpMk id="44" creationId="{375476BB-F814-E28D-BBC0-DEFA393E799C}"/>
          </ac:grpSpMkLst>
        </pc:grpChg>
        <pc:grpChg chg="mod">
          <ac:chgData name="Moli Zhou" userId="45dd8ee2-8ff0-4e4c-a064-854f8dc473b0" providerId="ADAL" clId="{36A7FEB2-4EAE-5ED4-818F-257B007BF833}" dt="2026-02-18T21:11:45.171" v="1620"/>
          <ac:grpSpMkLst>
            <pc:docMk/>
            <pc:sldMk cId="4062385431" sldId="2147310930"/>
            <ac:grpSpMk id="45" creationId="{D3542B5F-3D61-2087-1C58-6029DF607768}"/>
          </ac:grpSpMkLst>
        </pc:grpChg>
        <pc:grpChg chg="mod">
          <ac:chgData name="Moli Zhou" userId="45dd8ee2-8ff0-4e4c-a064-854f8dc473b0" providerId="ADAL" clId="{36A7FEB2-4EAE-5ED4-818F-257B007BF833}" dt="2026-02-18T21:12:06.328" v="1635"/>
          <ac:grpSpMkLst>
            <pc:docMk/>
            <pc:sldMk cId="4062385431" sldId="2147310930"/>
            <ac:grpSpMk id="50" creationId="{AA8C3418-6CB7-308F-AA03-57F23DDE30E5}"/>
          </ac:grpSpMkLst>
        </pc:grpChg>
        <pc:grpChg chg="mod">
          <ac:chgData name="Moli Zhou" userId="45dd8ee2-8ff0-4e4c-a064-854f8dc473b0" providerId="ADAL" clId="{36A7FEB2-4EAE-5ED4-818F-257B007BF833}" dt="2026-02-18T21:12:06.328" v="1635"/>
          <ac:grpSpMkLst>
            <pc:docMk/>
            <pc:sldMk cId="4062385431" sldId="2147310930"/>
            <ac:grpSpMk id="51" creationId="{B8B8A3D0-07D9-0BA4-F211-3D3D962545B2}"/>
          </ac:grpSpMkLst>
        </pc:grpChg>
        <pc:grpChg chg="mod">
          <ac:chgData name="Moli Zhou" userId="45dd8ee2-8ff0-4e4c-a064-854f8dc473b0" providerId="ADAL" clId="{36A7FEB2-4EAE-5ED4-818F-257B007BF833}" dt="2026-02-18T21:12:06.328" v="1635"/>
          <ac:grpSpMkLst>
            <pc:docMk/>
            <pc:sldMk cId="4062385431" sldId="2147310930"/>
            <ac:grpSpMk id="52" creationId="{703E6356-8A65-4EEF-AEC3-B4118AF01A74}"/>
          </ac:grpSpMkLst>
        </pc:grpChg>
      </pc:sldChg>
      <pc:sldChg chg="del">
        <pc:chgData name="Moli Zhou" userId="45dd8ee2-8ff0-4e4c-a064-854f8dc473b0" providerId="ADAL" clId="{36A7FEB2-4EAE-5ED4-818F-257B007BF833}" dt="2026-02-18T21:12:51.249" v="1691" actId="2696"/>
        <pc:sldMkLst>
          <pc:docMk/>
          <pc:sldMk cId="4225321854" sldId="2147310931"/>
        </pc:sldMkLst>
      </pc:sldChg>
      <pc:sldChg chg="del">
        <pc:chgData name="Moli Zhou" userId="45dd8ee2-8ff0-4e4c-a064-854f8dc473b0" providerId="ADAL" clId="{36A7FEB2-4EAE-5ED4-818F-257B007BF833}" dt="2026-02-18T21:12:52.056" v="1692" actId="2696"/>
        <pc:sldMkLst>
          <pc:docMk/>
          <pc:sldMk cId="2044300441" sldId="2147310932"/>
        </pc:sldMkLst>
      </pc:sldChg>
      <pc:sldChg chg="addSp delSp modSp mod ord">
        <pc:chgData name="Moli Zhou" userId="45dd8ee2-8ff0-4e4c-a064-854f8dc473b0" providerId="ADAL" clId="{36A7FEB2-4EAE-5ED4-818F-257B007BF833}" dt="2026-02-18T21:14:56.282" v="1813" actId="20577"/>
        <pc:sldMkLst>
          <pc:docMk/>
          <pc:sldMk cId="816993667" sldId="2147310933"/>
        </pc:sldMkLst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3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5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10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13:29.442" v="1718" actId="20577"/>
          <ac:spMkLst>
            <pc:docMk/>
            <pc:sldMk cId="816993667" sldId="2147310933"/>
            <ac:spMk id="11" creationId="{C4A8CCD8-FCD8-920D-E420-D4C4DE7C0A1C}"/>
          </ac:spMkLst>
        </pc:spChg>
        <pc:spChg chg="mod">
          <ac:chgData name="Moli Zhou" userId="45dd8ee2-8ff0-4e4c-a064-854f8dc473b0" providerId="ADAL" clId="{36A7FEB2-4EAE-5ED4-818F-257B007BF833}" dt="2026-02-18T21:14:42.667" v="1794" actId="1076"/>
          <ac:spMkLst>
            <pc:docMk/>
            <pc:sldMk cId="816993667" sldId="2147310933"/>
            <ac:spMk id="13" creationId="{43149079-B535-F488-D0A9-4E8D30389019}"/>
          </ac:spMkLst>
        </pc:spChg>
        <pc:spChg chg="add 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14" creationId="{04279198-873E-095E-CEB7-EFA91E05E694}"/>
          </ac:spMkLst>
        </pc:spChg>
        <pc:spChg chg="mod">
          <ac:chgData name="Moli Zhou" userId="45dd8ee2-8ff0-4e4c-a064-854f8dc473b0" providerId="ADAL" clId="{36A7FEB2-4EAE-5ED4-818F-257B007BF833}" dt="2026-02-18T21:13:34.368" v="1720"/>
          <ac:spMkLst>
            <pc:docMk/>
            <pc:sldMk cId="816993667" sldId="2147310933"/>
            <ac:spMk id="16" creationId="{1CD43ADE-62C1-E557-61EC-6D787F3F6AB6}"/>
          </ac:spMkLst>
        </pc:spChg>
        <pc:spChg chg="mod">
          <ac:chgData name="Moli Zhou" userId="45dd8ee2-8ff0-4e4c-a064-854f8dc473b0" providerId="ADAL" clId="{36A7FEB2-4EAE-5ED4-818F-257B007BF833}" dt="2026-02-18T21:13:34.368" v="1720"/>
          <ac:spMkLst>
            <pc:docMk/>
            <pc:sldMk cId="816993667" sldId="2147310933"/>
            <ac:spMk id="17" creationId="{7463165D-5DBD-2C8F-3B69-19DBAF1CA7AF}"/>
          </ac:spMkLst>
        </pc:spChg>
        <pc:spChg chg="mod">
          <ac:chgData name="Moli Zhou" userId="45dd8ee2-8ff0-4e4c-a064-854f8dc473b0" providerId="ADAL" clId="{36A7FEB2-4EAE-5ED4-818F-257B007BF833}" dt="2026-02-18T21:13:34.368" v="1720"/>
          <ac:spMkLst>
            <pc:docMk/>
            <pc:sldMk cId="816993667" sldId="2147310933"/>
            <ac:spMk id="18" creationId="{C3B44383-39C3-8A64-A1C1-E570F82A9F43}"/>
          </ac:spMkLst>
        </pc:spChg>
        <pc:spChg chg="add 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19" creationId="{2F4DB050-7D83-67BA-C75A-47D3AF62A55C}"/>
          </ac:spMkLst>
        </pc:spChg>
        <pc:spChg chg="mod">
          <ac:chgData name="Moli Zhou" userId="45dd8ee2-8ff0-4e4c-a064-854f8dc473b0" providerId="ADAL" clId="{36A7FEB2-4EAE-5ED4-818F-257B007BF833}" dt="2026-02-18T21:13:38.109" v="1722"/>
          <ac:spMkLst>
            <pc:docMk/>
            <pc:sldMk cId="816993667" sldId="2147310933"/>
            <ac:spMk id="21" creationId="{9DED9DFA-010D-DD10-B01A-1DBD332CDD68}"/>
          </ac:spMkLst>
        </pc:spChg>
        <pc:spChg chg="mod">
          <ac:chgData name="Moli Zhou" userId="45dd8ee2-8ff0-4e4c-a064-854f8dc473b0" providerId="ADAL" clId="{36A7FEB2-4EAE-5ED4-818F-257B007BF833}" dt="2026-02-18T21:14:56.282" v="1813" actId="20577"/>
          <ac:spMkLst>
            <pc:docMk/>
            <pc:sldMk cId="816993667" sldId="2147310933"/>
            <ac:spMk id="22" creationId="{1A2EC777-D79C-50B2-076E-0D044E60A785}"/>
          </ac:spMkLst>
        </pc:spChg>
        <pc:spChg chg="mod">
          <ac:chgData name="Moli Zhou" userId="45dd8ee2-8ff0-4e4c-a064-854f8dc473b0" providerId="ADAL" clId="{36A7FEB2-4EAE-5ED4-818F-257B007BF833}" dt="2026-02-18T21:14:51.624" v="1804" actId="20577"/>
          <ac:spMkLst>
            <pc:docMk/>
            <pc:sldMk cId="816993667" sldId="2147310933"/>
            <ac:spMk id="23" creationId="{45B86F59-AB52-48A7-A8D5-A3ABD3B61B34}"/>
          </ac:spMkLst>
        </pc:spChg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24" creationId="{00000000-0000-0000-0000-000000000000}"/>
          </ac:spMkLst>
        </pc:spChg>
        <pc:spChg chg="mod">
          <ac:chgData name="Moli Zhou" userId="45dd8ee2-8ff0-4e4c-a064-854f8dc473b0" providerId="ADAL" clId="{36A7FEB2-4EAE-5ED4-818F-257B007BF833}" dt="2026-02-18T21:14:26.059" v="1762" actId="1035"/>
          <ac:spMkLst>
            <pc:docMk/>
            <pc:sldMk cId="816993667" sldId="2147310933"/>
            <ac:spMk id="25" creationId="{00000000-0000-0000-0000-000000000000}"/>
          </ac:spMkLst>
        </pc:spChg>
        <pc:spChg chg="del">
          <ac:chgData name="Moli Zhou" userId="45dd8ee2-8ff0-4e4c-a064-854f8dc473b0" providerId="ADAL" clId="{36A7FEB2-4EAE-5ED4-818F-257B007BF833}" dt="2026-02-18T21:13:08.859" v="1696" actId="478"/>
          <ac:spMkLst>
            <pc:docMk/>
            <pc:sldMk cId="816993667" sldId="2147310933"/>
            <ac:spMk id="28" creationId="{77BFA8F1-9B4E-2AB0-7B21-40512C87AA92}"/>
          </ac:spMkLst>
        </pc:spChg>
        <pc:spChg chg="mod">
          <ac:chgData name="Moli Zhou" userId="45dd8ee2-8ff0-4e4c-a064-854f8dc473b0" providerId="ADAL" clId="{36A7FEB2-4EAE-5ED4-818F-257B007BF833}" dt="2026-02-18T21:13:26.066" v="1717" actId="313"/>
          <ac:spMkLst>
            <pc:docMk/>
            <pc:sldMk cId="816993667" sldId="2147310933"/>
            <ac:spMk id="29" creationId="{4645742D-FB68-A971-0274-B885EF8C98DF}"/>
          </ac:spMkLst>
        </pc:spChg>
        <pc:grpChg chg="mod">
          <ac:chgData name="Moli Zhou" userId="45dd8ee2-8ff0-4e4c-a064-854f8dc473b0" providerId="ADAL" clId="{36A7FEB2-4EAE-5ED4-818F-257B007BF833}" dt="2026-02-18T21:13:56.475" v="1742" actId="1038"/>
          <ac:grpSpMkLst>
            <pc:docMk/>
            <pc:sldMk cId="816993667" sldId="2147310933"/>
            <ac:grpSpMk id="2" creationId="{00000000-0000-0000-0000-000000000000}"/>
          </ac:grpSpMkLst>
        </pc:grpChg>
        <pc:grpChg chg="del">
          <ac:chgData name="Moli Zhou" userId="45dd8ee2-8ff0-4e4c-a064-854f8dc473b0" providerId="ADAL" clId="{36A7FEB2-4EAE-5ED4-818F-257B007BF833}" dt="2026-02-18T21:13:31.602" v="1719" actId="478"/>
          <ac:grpSpMkLst>
            <pc:docMk/>
            <pc:sldMk cId="816993667" sldId="2147310933"/>
            <ac:grpSpMk id="9" creationId="{46B4F3DE-19E5-E15C-1DFC-40F035B699AD}"/>
          </ac:grpSpMkLst>
        </pc:grpChg>
        <pc:grpChg chg="add mod">
          <ac:chgData name="Moli Zhou" userId="45dd8ee2-8ff0-4e4c-a064-854f8dc473b0" providerId="ADAL" clId="{36A7FEB2-4EAE-5ED4-818F-257B007BF833}" dt="2026-02-18T21:14:26.059" v="1762" actId="1035"/>
          <ac:grpSpMkLst>
            <pc:docMk/>
            <pc:sldMk cId="816993667" sldId="2147310933"/>
            <ac:grpSpMk id="15" creationId="{821928F4-4127-B87B-3C5C-7B88B8383D31}"/>
          </ac:grpSpMkLst>
        </pc:grpChg>
        <pc:grpChg chg="add mod">
          <ac:chgData name="Moli Zhou" userId="45dd8ee2-8ff0-4e4c-a064-854f8dc473b0" providerId="ADAL" clId="{36A7FEB2-4EAE-5ED4-818F-257B007BF833}" dt="2026-02-18T21:14:26.059" v="1762" actId="1035"/>
          <ac:grpSpMkLst>
            <pc:docMk/>
            <pc:sldMk cId="816993667" sldId="2147310933"/>
            <ac:grpSpMk id="20" creationId="{D38C1B6F-28EF-DD66-6675-5FD3B711F98C}"/>
          </ac:grpSpMkLst>
        </pc:grpChg>
        <pc:grpChg chg="mod">
          <ac:chgData name="Moli Zhou" userId="45dd8ee2-8ff0-4e4c-a064-854f8dc473b0" providerId="ADAL" clId="{36A7FEB2-4EAE-5ED4-818F-257B007BF833}" dt="2026-02-18T21:14:26.059" v="1762" actId="1035"/>
          <ac:grpSpMkLst>
            <pc:docMk/>
            <pc:sldMk cId="816993667" sldId="2147310933"/>
            <ac:grpSpMk id="30" creationId="{00000000-0000-0000-0000-000000000000}"/>
          </ac:grpSpMkLst>
        </pc:grpChg>
        <pc:grpChg chg="mod">
          <ac:chgData name="Moli Zhou" userId="45dd8ee2-8ff0-4e4c-a064-854f8dc473b0" providerId="ADAL" clId="{36A7FEB2-4EAE-5ED4-818F-257B007BF833}" dt="2026-02-18T21:13:56.475" v="1742" actId="1038"/>
          <ac:grpSpMkLst>
            <pc:docMk/>
            <pc:sldMk cId="816993667" sldId="2147310933"/>
            <ac:grpSpMk id="34" creationId="{00000000-0000-0000-0000-000000000000}"/>
          </ac:grpSpMkLst>
        </pc:grpChg>
      </pc:sldChg>
      <pc:sldChg chg="delSp modSp mod modNotesTx">
        <pc:chgData name="Moli Zhou" userId="45dd8ee2-8ff0-4e4c-a064-854f8dc473b0" providerId="ADAL" clId="{36A7FEB2-4EAE-5ED4-818F-257B007BF833}" dt="2026-02-18T21:18:28.585" v="1975" actId="20577"/>
        <pc:sldMkLst>
          <pc:docMk/>
          <pc:sldMk cId="925762011" sldId="2147310934"/>
        </pc:sldMkLst>
        <pc:spChg chg="mod">
          <ac:chgData name="Moli Zhou" userId="45dd8ee2-8ff0-4e4c-a064-854f8dc473b0" providerId="ADAL" clId="{36A7FEB2-4EAE-5ED4-818F-257B007BF833}" dt="2026-02-18T21:15:51.765" v="1847" actId="20577"/>
          <ac:spMkLst>
            <pc:docMk/>
            <pc:sldMk cId="925762011" sldId="2147310934"/>
            <ac:spMk id="4" creationId="{30ECBE24-7343-9ACF-398E-A0EB9600C2B3}"/>
          </ac:spMkLst>
        </pc:spChg>
        <pc:spChg chg="mod">
          <ac:chgData name="Moli Zhou" userId="45dd8ee2-8ff0-4e4c-a064-854f8dc473b0" providerId="ADAL" clId="{36A7FEB2-4EAE-5ED4-818F-257B007BF833}" dt="2026-02-18T21:15:56.393" v="1856" actId="20577"/>
          <ac:spMkLst>
            <pc:docMk/>
            <pc:sldMk cId="925762011" sldId="2147310934"/>
            <ac:spMk id="8" creationId="{0A07D164-B8DD-9C8D-46B9-5D75FC7F30EA}"/>
          </ac:spMkLst>
        </pc:spChg>
        <pc:spChg chg="mod">
          <ac:chgData name="Moli Zhou" userId="45dd8ee2-8ff0-4e4c-a064-854f8dc473b0" providerId="ADAL" clId="{36A7FEB2-4EAE-5ED4-818F-257B007BF833}" dt="2026-02-18T21:16:00.607" v="1863" actId="20577"/>
          <ac:spMkLst>
            <pc:docMk/>
            <pc:sldMk cId="925762011" sldId="2147310934"/>
            <ac:spMk id="11" creationId="{AFB2CCCA-1691-02DE-D97A-9398CC319C68}"/>
          </ac:spMkLst>
        </pc:spChg>
        <pc:spChg chg="del">
          <ac:chgData name="Moli Zhou" userId="45dd8ee2-8ff0-4e4c-a064-854f8dc473b0" providerId="ADAL" clId="{36A7FEB2-4EAE-5ED4-818F-257B007BF833}" dt="2026-02-18T21:15:33.062" v="1816" actId="478"/>
          <ac:spMkLst>
            <pc:docMk/>
            <pc:sldMk cId="925762011" sldId="2147310934"/>
            <ac:spMk id="28" creationId="{2B5BD8F5-0BEC-A1B7-E984-25660FE9DB6E}"/>
          </ac:spMkLst>
        </pc:spChg>
        <pc:spChg chg="mod">
          <ac:chgData name="Moli Zhou" userId="45dd8ee2-8ff0-4e4c-a064-854f8dc473b0" providerId="ADAL" clId="{36A7FEB2-4EAE-5ED4-818F-257B007BF833}" dt="2026-02-18T21:16:07.730" v="1864" actId="1076"/>
          <ac:spMkLst>
            <pc:docMk/>
            <pc:sldMk cId="925762011" sldId="2147310934"/>
            <ac:spMk id="29" creationId="{83E82E34-AFBE-0556-31AF-32CF3F0E8656}"/>
          </ac:spMkLst>
        </pc:spChg>
      </pc:sldChg>
      <pc:sldChg chg="del">
        <pc:chgData name="Moli Zhou" userId="45dd8ee2-8ff0-4e4c-a064-854f8dc473b0" providerId="ADAL" clId="{36A7FEB2-4EAE-5ED4-818F-257B007BF833}" dt="2026-02-18T21:15:29.498" v="1815" actId="2696"/>
        <pc:sldMkLst>
          <pc:docMk/>
          <pc:sldMk cId="3168476339" sldId="2147310935"/>
        </pc:sldMkLst>
      </pc:sldChg>
      <pc:sldChg chg="delSp modSp mod">
        <pc:chgData name="Moli Zhou" userId="45dd8ee2-8ff0-4e4c-a064-854f8dc473b0" providerId="ADAL" clId="{36A7FEB2-4EAE-5ED4-818F-257B007BF833}" dt="2026-02-18T21:05:34.431" v="1141" actId="1076"/>
        <pc:sldMkLst>
          <pc:docMk/>
          <pc:sldMk cId="584108360" sldId="2147310936"/>
        </pc:sldMkLst>
        <pc:spChg chg="del">
          <ac:chgData name="Moli Zhou" userId="45dd8ee2-8ff0-4e4c-a064-854f8dc473b0" providerId="ADAL" clId="{36A7FEB2-4EAE-5ED4-818F-257B007BF833}" dt="2026-02-18T21:05:07.966" v="1079" actId="478"/>
          <ac:spMkLst>
            <pc:docMk/>
            <pc:sldMk cId="584108360" sldId="2147310936"/>
            <ac:spMk id="457" creationId="{0AE0A53A-FBF7-BE1D-A15A-966C7D9F33ED}"/>
          </ac:spMkLst>
        </pc:spChg>
        <pc:spChg chg="mod">
          <ac:chgData name="Moli Zhou" userId="45dd8ee2-8ff0-4e4c-a064-854f8dc473b0" providerId="ADAL" clId="{36A7FEB2-4EAE-5ED4-818F-257B007BF833}" dt="2026-02-18T21:05:34.431" v="1141" actId="1076"/>
          <ac:spMkLst>
            <pc:docMk/>
            <pc:sldMk cId="584108360" sldId="2147310936"/>
            <ac:spMk id="458" creationId="{6AE67E6A-5E92-C936-14C7-D223D265046D}"/>
          </ac:spMkLst>
        </pc:spChg>
        <pc:spChg chg="mod">
          <ac:chgData name="Moli Zhou" userId="45dd8ee2-8ff0-4e4c-a064-854f8dc473b0" providerId="ADAL" clId="{36A7FEB2-4EAE-5ED4-818F-257B007BF833}" dt="2026-02-18T21:05:30.682" v="1140" actId="20577"/>
          <ac:spMkLst>
            <pc:docMk/>
            <pc:sldMk cId="584108360" sldId="2147310936"/>
            <ac:spMk id="465" creationId="{3571B1FA-F256-4FDF-1E4F-E243CCD30157}"/>
          </ac:spMkLst>
        </pc:spChg>
        <pc:spChg chg="mod">
          <ac:chgData name="Moli Zhou" userId="45dd8ee2-8ff0-4e4c-a064-854f8dc473b0" providerId="ADAL" clId="{36A7FEB2-4EAE-5ED4-818F-257B007BF833}" dt="2026-02-18T21:05:18.606" v="1114" actId="20577"/>
          <ac:spMkLst>
            <pc:docMk/>
            <pc:sldMk cId="584108360" sldId="2147310936"/>
            <ac:spMk id="476" creationId="{E65416ED-3644-055C-3531-C20C273190C4}"/>
          </ac:spMkLst>
        </pc:spChg>
        <pc:grpChg chg="del">
          <ac:chgData name="Moli Zhou" userId="45dd8ee2-8ff0-4e4c-a064-854f8dc473b0" providerId="ADAL" clId="{36A7FEB2-4EAE-5ED4-818F-257B007BF833}" dt="2026-02-18T21:05:26.032" v="1131" actId="478"/>
          <ac:grpSpMkLst>
            <pc:docMk/>
            <pc:sldMk cId="584108360" sldId="2147310936"/>
            <ac:grpSpMk id="460" creationId="{46D6BBB4-6E26-C47E-1083-148B76AA4052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5EE309-6E67-411F-AECD-6AED0C2B7CC6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92683C-E137-4D39-A656-E44BDF7083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2074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1</a:t>
            </a:fld>
            <a:endParaRPr lang="zh-CN" altLang="en-US"/>
          </a:p>
        </p:txBody>
      </p:sp>
      <p:pic>
        <p:nvPicPr>
          <p:cNvPr id="6" name="图片 5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D255BA9C-D33E-2176-A9EF-54EDA7AC9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76" y="7376423"/>
            <a:ext cx="6019048" cy="1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348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4822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7571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description and change the picture and icon.</a:t>
            </a:r>
          </a:p>
          <a:p>
            <a:r>
              <a:rPr lang="en-US" altLang="zh-CN" dirty="0"/>
              <a:t>To confirm the pain points!!!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907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9701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Some</a:t>
            </a:r>
            <a:r>
              <a:rPr lang="zh-CN" altLang="en-US" dirty="0"/>
              <a:t> </a:t>
            </a:r>
            <a:r>
              <a:rPr lang="en-US" altLang="zh-CN" dirty="0"/>
              <a:t>highlight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our</a:t>
            </a:r>
            <a:r>
              <a:rPr lang="zh-CN" altLang="en-US" dirty="0"/>
              <a:t> </a:t>
            </a:r>
            <a:r>
              <a:rPr lang="en-US" altLang="zh-CN" dirty="0"/>
              <a:t>product</a:t>
            </a:r>
            <a:r>
              <a:rPr lang="zh-CN" altLang="en-US" dirty="0"/>
              <a:t> </a:t>
            </a:r>
            <a:r>
              <a:rPr lang="en-US" altLang="zh-CN" dirty="0"/>
              <a:t>here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7184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83359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8</a:t>
            </a:fld>
            <a:endParaRPr lang="zh-CN" altLang="en-US"/>
          </a:p>
        </p:txBody>
      </p:sp>
      <p:pic>
        <p:nvPicPr>
          <p:cNvPr id="5" name="图片 4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C58CB3A4-9E77-B401-8851-B77F6491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76" y="7376423"/>
            <a:ext cx="6019048" cy="1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62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sure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need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/>
              <a:t>not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4329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92683C-E137-4D39-A656-E44BDF7083B3}" type="slidenum">
              <a:rPr lang="zh-CN" altLang="en-US" smtClean="0"/>
              <a:t>10</a:t>
            </a:fld>
            <a:endParaRPr lang="zh-CN" altLang="en-US"/>
          </a:p>
        </p:txBody>
      </p:sp>
      <p:pic>
        <p:nvPicPr>
          <p:cNvPr id="5" name="图片 4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73B29DDA-79E6-3CB6-119E-715049857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76" y="7376423"/>
            <a:ext cx="6019048" cy="14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042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 descr="D:\51PPT模板网\51pptmoban.com\图片.jpg">
            <a:extLst>
              <a:ext uri="{FF2B5EF4-FFF2-40B4-BE49-F238E27FC236}">
                <a16:creationId xmlns:a16="http://schemas.microsoft.com/office/drawing/2014/main" id="{4DA24216-24C6-25E8-D03F-99D5B4C20DEC}"/>
              </a:ext>
            </a:extLst>
          </p:cNvPr>
          <p:cNvSpPr/>
          <p:nvPr userDrawn="1"/>
        </p:nvSpPr>
        <p:spPr>
          <a:xfrm>
            <a:off x="7889883" y="4499938"/>
            <a:ext cx="4302113" cy="2358062"/>
          </a:xfrm>
          <a:custGeom>
            <a:avLst/>
            <a:gdLst>
              <a:gd name="connsiteX0" fmla="*/ 4302113 w 4302113"/>
              <a:gd name="connsiteY0" fmla="*/ 0 h 2358062"/>
              <a:gd name="connsiteX1" fmla="*/ 4302113 w 4302113"/>
              <a:gd name="connsiteY1" fmla="*/ 2358062 h 2358062"/>
              <a:gd name="connsiteX2" fmla="*/ 0 w 4302113"/>
              <a:gd name="connsiteY2" fmla="*/ 2358062 h 2358062"/>
              <a:gd name="connsiteX3" fmla="*/ 8079 w 4302113"/>
              <a:gd name="connsiteY3" fmla="*/ 2309497 h 2358062"/>
              <a:gd name="connsiteX4" fmla="*/ 108997 w 4302113"/>
              <a:gd name="connsiteY4" fmla="*/ 1750293 h 2358062"/>
              <a:gd name="connsiteX5" fmla="*/ 837891 w 4302113"/>
              <a:gd name="connsiteY5" fmla="*/ 1567245 h 2358062"/>
              <a:gd name="connsiteX6" fmla="*/ 1598703 w 4302113"/>
              <a:gd name="connsiteY6" fmla="*/ 1465500 h 2358062"/>
              <a:gd name="connsiteX7" fmla="*/ 1947586 w 4302113"/>
              <a:gd name="connsiteY7" fmla="*/ 498190 h 2358062"/>
              <a:gd name="connsiteX8" fmla="*/ 2802060 w 4302113"/>
              <a:gd name="connsiteY8" fmla="*/ 132655 h 2358062"/>
              <a:gd name="connsiteX9" fmla="*/ 3780669 w 4302113"/>
              <a:gd name="connsiteY9" fmla="*/ 185443 h 2358062"/>
              <a:gd name="connsiteX10" fmla="*/ 4302113 w 4302113"/>
              <a:gd name="connsiteY10" fmla="*/ 0 h 2358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302113" h="2358062">
                <a:moveTo>
                  <a:pt x="4302113" y="0"/>
                </a:moveTo>
                <a:lnTo>
                  <a:pt x="4302113" y="2358062"/>
                </a:lnTo>
                <a:lnTo>
                  <a:pt x="0" y="2358062"/>
                </a:lnTo>
                <a:lnTo>
                  <a:pt x="8079" y="2309497"/>
                </a:lnTo>
                <a:cubicBezTo>
                  <a:pt x="19900" y="2117745"/>
                  <a:pt x="-6577" y="1907384"/>
                  <a:pt x="108997" y="1750293"/>
                </a:cubicBezTo>
                <a:cubicBezTo>
                  <a:pt x="261310" y="1543365"/>
                  <a:pt x="575393" y="1537216"/>
                  <a:pt x="837891" y="1567245"/>
                </a:cubicBezTo>
                <a:cubicBezTo>
                  <a:pt x="1100395" y="1597195"/>
                  <a:pt x="1399727" y="1632175"/>
                  <a:pt x="1598703" y="1465500"/>
                </a:cubicBezTo>
                <a:cubicBezTo>
                  <a:pt x="1871389" y="1237009"/>
                  <a:pt x="1765742" y="798236"/>
                  <a:pt x="1947586" y="498190"/>
                </a:cubicBezTo>
                <a:cubicBezTo>
                  <a:pt x="2111797" y="227133"/>
                  <a:pt x="2474923" y="129778"/>
                  <a:pt x="2802060" y="132655"/>
                </a:cubicBezTo>
                <a:cubicBezTo>
                  <a:pt x="3129197" y="135608"/>
                  <a:pt x="3454809" y="213315"/>
                  <a:pt x="3780669" y="185443"/>
                </a:cubicBezTo>
                <a:cubicBezTo>
                  <a:pt x="3965131" y="169710"/>
                  <a:pt x="4156823" y="106858"/>
                  <a:pt x="4302113" y="0"/>
                </a:cubicBezTo>
                <a:close/>
              </a:path>
            </a:pathLst>
          </a:custGeom>
          <a:solidFill>
            <a:srgbClr val="A1B4D5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474" name="任意多边形: 形状 473">
            <a:extLst>
              <a:ext uri="{FF2B5EF4-FFF2-40B4-BE49-F238E27FC236}">
                <a16:creationId xmlns:a16="http://schemas.microsoft.com/office/drawing/2014/main" id="{547C766F-3442-54CD-5E93-7071F050B10D}"/>
              </a:ext>
            </a:extLst>
          </p:cNvPr>
          <p:cNvSpPr/>
          <p:nvPr userDrawn="1"/>
        </p:nvSpPr>
        <p:spPr>
          <a:xfrm>
            <a:off x="0" y="0"/>
            <a:ext cx="5132835" cy="2341735"/>
          </a:xfrm>
          <a:custGeom>
            <a:avLst/>
            <a:gdLst>
              <a:gd name="connsiteX0" fmla="*/ 0 w 1366405"/>
              <a:gd name="connsiteY0" fmla="*/ 0 h 623390"/>
              <a:gd name="connsiteX1" fmla="*/ 0 w 1366405"/>
              <a:gd name="connsiteY1" fmla="*/ 603607 h 623390"/>
              <a:gd name="connsiteX2" fmla="*/ 170867 w 1366405"/>
              <a:gd name="connsiteY2" fmla="*/ 591400 h 623390"/>
              <a:gd name="connsiteX3" fmla="*/ 334094 w 1366405"/>
              <a:gd name="connsiteY3" fmla="*/ 617357 h 623390"/>
              <a:gd name="connsiteX4" fmla="*/ 400007 w 1366405"/>
              <a:gd name="connsiteY4" fmla="*/ 550012 h 623390"/>
              <a:gd name="connsiteX5" fmla="*/ 430528 w 1366405"/>
              <a:gd name="connsiteY5" fmla="*/ 461029 h 623390"/>
              <a:gd name="connsiteX6" fmla="*/ 731683 w 1366405"/>
              <a:gd name="connsiteY6" fmla="*/ 256935 h 623390"/>
              <a:gd name="connsiteX7" fmla="*/ 925316 w 1366405"/>
              <a:gd name="connsiteY7" fmla="*/ 281247 h 623390"/>
              <a:gd name="connsiteX8" fmla="*/ 1117659 w 1366405"/>
              <a:gd name="connsiteY8" fmla="*/ 269177 h 623390"/>
              <a:gd name="connsiteX9" fmla="*/ 1246589 w 1366405"/>
              <a:gd name="connsiteY9" fmla="*/ 151630 h 623390"/>
              <a:gd name="connsiteX10" fmla="*/ 1351739 w 1366405"/>
              <a:gd name="connsiteY10" fmla="*/ 12893 h 623390"/>
              <a:gd name="connsiteX11" fmla="*/ 1366405 w 1366405"/>
              <a:gd name="connsiteY11" fmla="*/ 0 h 623390"/>
              <a:gd name="connsiteX12" fmla="*/ 0 w 1366405"/>
              <a:gd name="connsiteY12" fmla="*/ 0 h 623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366405" h="623390">
                <a:moveTo>
                  <a:pt x="0" y="0"/>
                </a:moveTo>
                <a:lnTo>
                  <a:pt x="0" y="603607"/>
                </a:lnTo>
                <a:cubicBezTo>
                  <a:pt x="53414" y="582038"/>
                  <a:pt x="114683" y="576861"/>
                  <a:pt x="170867" y="591400"/>
                </a:cubicBezTo>
                <a:cubicBezTo>
                  <a:pt x="225230" y="605459"/>
                  <a:pt x="281538" y="636422"/>
                  <a:pt x="334094" y="617357"/>
                </a:cubicBezTo>
                <a:cubicBezTo>
                  <a:pt x="365370" y="605973"/>
                  <a:pt x="386922" y="578678"/>
                  <a:pt x="400007" y="550012"/>
                </a:cubicBezTo>
                <a:cubicBezTo>
                  <a:pt x="413092" y="521311"/>
                  <a:pt x="419384" y="490381"/>
                  <a:pt x="430528" y="461029"/>
                </a:cubicBezTo>
                <a:cubicBezTo>
                  <a:pt x="474378" y="345437"/>
                  <a:pt x="599574" y="260570"/>
                  <a:pt x="731683" y="256935"/>
                </a:cubicBezTo>
                <a:cubicBezTo>
                  <a:pt x="796920" y="255152"/>
                  <a:pt x="860947" y="271234"/>
                  <a:pt x="925316" y="281247"/>
                </a:cubicBezTo>
                <a:cubicBezTo>
                  <a:pt x="989685" y="291225"/>
                  <a:pt x="1058460" y="294654"/>
                  <a:pt x="1117659" y="269177"/>
                </a:cubicBezTo>
                <a:cubicBezTo>
                  <a:pt x="1173061" y="245311"/>
                  <a:pt x="1213225" y="199088"/>
                  <a:pt x="1246589" y="151630"/>
                </a:cubicBezTo>
                <a:cubicBezTo>
                  <a:pt x="1279953" y="104207"/>
                  <a:pt x="1309089" y="53458"/>
                  <a:pt x="1351739" y="12893"/>
                </a:cubicBezTo>
                <a:cubicBezTo>
                  <a:pt x="1356420" y="8470"/>
                  <a:pt x="1361323" y="4149"/>
                  <a:pt x="1366405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A1B4D5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475" name="任意多边形: 形状 474">
            <a:extLst>
              <a:ext uri="{FF2B5EF4-FFF2-40B4-BE49-F238E27FC236}">
                <a16:creationId xmlns:a16="http://schemas.microsoft.com/office/drawing/2014/main" id="{536F93B6-AA3F-8145-0ED8-B883F750180F}"/>
              </a:ext>
            </a:extLst>
          </p:cNvPr>
          <p:cNvSpPr/>
          <p:nvPr userDrawn="1"/>
        </p:nvSpPr>
        <p:spPr>
          <a:xfrm>
            <a:off x="0" y="4955143"/>
            <a:ext cx="3270724" cy="1905209"/>
          </a:xfrm>
          <a:custGeom>
            <a:avLst/>
            <a:gdLst>
              <a:gd name="connsiteX0" fmla="*/ 870695 w 870695"/>
              <a:gd name="connsiteY0" fmla="*/ 507149 h 507183"/>
              <a:gd name="connsiteX1" fmla="*/ 788848 w 870695"/>
              <a:gd name="connsiteY1" fmla="*/ 398347 h 507183"/>
              <a:gd name="connsiteX2" fmla="*/ 645338 w 870695"/>
              <a:gd name="connsiteY2" fmla="*/ 300757 h 507183"/>
              <a:gd name="connsiteX3" fmla="*/ 565274 w 870695"/>
              <a:gd name="connsiteY3" fmla="*/ 100710 h 507183"/>
              <a:gd name="connsiteX4" fmla="*/ 366070 w 870695"/>
              <a:gd name="connsiteY4" fmla="*/ 104996 h 507183"/>
              <a:gd name="connsiteX5" fmla="*/ 164633 w 870695"/>
              <a:gd name="connsiteY5" fmla="*/ 140726 h 507183"/>
              <a:gd name="connsiteX6" fmla="*/ 61400 w 870695"/>
              <a:gd name="connsiteY6" fmla="*/ 43445 h 507183"/>
              <a:gd name="connsiteX7" fmla="*/ 0 w 870695"/>
              <a:gd name="connsiteY7" fmla="*/ 0 h 507183"/>
              <a:gd name="connsiteX8" fmla="*/ 0 w 870695"/>
              <a:gd name="connsiteY8" fmla="*/ 507183 h 507183"/>
              <a:gd name="connsiteX9" fmla="*/ 870695 w 870695"/>
              <a:gd name="connsiteY9" fmla="*/ 507183 h 507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70695" h="507183">
                <a:moveTo>
                  <a:pt x="870695" y="507149"/>
                </a:moveTo>
                <a:cubicBezTo>
                  <a:pt x="868483" y="463669"/>
                  <a:pt x="829722" y="422041"/>
                  <a:pt x="788848" y="398347"/>
                </a:cubicBezTo>
                <a:cubicBezTo>
                  <a:pt x="738181" y="368995"/>
                  <a:pt x="677612" y="349141"/>
                  <a:pt x="645338" y="300757"/>
                </a:cubicBezTo>
                <a:cubicBezTo>
                  <a:pt x="604821" y="239996"/>
                  <a:pt x="620258" y="149196"/>
                  <a:pt x="565274" y="100710"/>
                </a:cubicBezTo>
                <a:cubicBezTo>
                  <a:pt x="512756" y="54384"/>
                  <a:pt x="430099" y="75952"/>
                  <a:pt x="366070" y="104996"/>
                </a:cubicBezTo>
                <a:cubicBezTo>
                  <a:pt x="302040" y="134040"/>
                  <a:pt x="229170" y="168638"/>
                  <a:pt x="164633" y="140726"/>
                </a:cubicBezTo>
                <a:cubicBezTo>
                  <a:pt x="120632" y="121661"/>
                  <a:pt x="93841" y="78387"/>
                  <a:pt x="61400" y="43445"/>
                </a:cubicBezTo>
                <a:cubicBezTo>
                  <a:pt x="44666" y="25443"/>
                  <a:pt x="23005" y="8950"/>
                  <a:pt x="0" y="0"/>
                </a:cubicBezTo>
                <a:lnTo>
                  <a:pt x="0" y="507183"/>
                </a:lnTo>
                <a:lnTo>
                  <a:pt x="870695" y="507183"/>
                </a:lnTo>
                <a:close/>
              </a:path>
            </a:pathLst>
          </a:custGeom>
          <a:solidFill>
            <a:srgbClr val="F9E8E8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944492BB-399C-034D-FFB7-C4F8BAC56091}"/>
              </a:ext>
            </a:extLst>
          </p:cNvPr>
          <p:cNvSpPr/>
          <p:nvPr userDrawn="1"/>
        </p:nvSpPr>
        <p:spPr>
          <a:xfrm>
            <a:off x="8726429" y="-1"/>
            <a:ext cx="3465571" cy="1646110"/>
          </a:xfrm>
          <a:custGeom>
            <a:avLst/>
            <a:gdLst>
              <a:gd name="connsiteX0" fmla="*/ 2570 w 3465571"/>
              <a:gd name="connsiteY0" fmla="*/ 0 h 1646110"/>
              <a:gd name="connsiteX1" fmla="*/ 3465571 w 3465571"/>
              <a:gd name="connsiteY1" fmla="*/ 0 h 1646110"/>
              <a:gd name="connsiteX2" fmla="*/ 3465571 w 3465571"/>
              <a:gd name="connsiteY2" fmla="*/ 1119665 h 1646110"/>
              <a:gd name="connsiteX3" fmla="*/ 3421671 w 3465571"/>
              <a:gd name="connsiteY3" fmla="*/ 1145755 h 1646110"/>
              <a:gd name="connsiteX4" fmla="*/ 2869468 w 3465571"/>
              <a:gd name="connsiteY4" fmla="*/ 1116643 h 1646110"/>
              <a:gd name="connsiteX5" fmla="*/ 2331176 w 3465571"/>
              <a:gd name="connsiteY5" fmla="*/ 947388 h 1646110"/>
              <a:gd name="connsiteX6" fmla="*/ 1570728 w 3465571"/>
              <a:gd name="connsiteY6" fmla="*/ 1248802 h 1646110"/>
              <a:gd name="connsiteX7" fmla="*/ 845665 w 3465571"/>
              <a:gd name="connsiteY7" fmla="*/ 1638320 h 1646110"/>
              <a:gd name="connsiteX8" fmla="*/ 219355 w 3465571"/>
              <a:gd name="connsiteY8" fmla="*/ 1260395 h 1646110"/>
              <a:gd name="connsiteX9" fmla="*/ 298136 w 3465571"/>
              <a:gd name="connsiteY9" fmla="*/ 873322 h 1646110"/>
              <a:gd name="connsiteX10" fmla="*/ 64026 w 3465571"/>
              <a:gd name="connsiteY10" fmla="*/ 308367 h 1646110"/>
              <a:gd name="connsiteX11" fmla="*/ 2570 w 3465571"/>
              <a:gd name="connsiteY11" fmla="*/ 0 h 1646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465571" h="1646110">
                <a:moveTo>
                  <a:pt x="2570" y="0"/>
                </a:moveTo>
                <a:lnTo>
                  <a:pt x="3465571" y="0"/>
                </a:lnTo>
                <a:lnTo>
                  <a:pt x="3465571" y="1119665"/>
                </a:lnTo>
                <a:lnTo>
                  <a:pt x="3421671" y="1145755"/>
                </a:lnTo>
                <a:cubicBezTo>
                  <a:pt x="3252108" y="1226515"/>
                  <a:pt x="3045796" y="1183496"/>
                  <a:pt x="2869468" y="1116643"/>
                </a:cubicBezTo>
                <a:cubicBezTo>
                  <a:pt x="2693155" y="1049662"/>
                  <a:pt x="2521053" y="959368"/>
                  <a:pt x="2331176" y="947388"/>
                </a:cubicBezTo>
                <a:cubicBezTo>
                  <a:pt x="2049934" y="929613"/>
                  <a:pt x="1792651" y="1086373"/>
                  <a:pt x="1570728" y="1248802"/>
                </a:cubicBezTo>
                <a:cubicBezTo>
                  <a:pt x="1348804" y="1411228"/>
                  <a:pt x="1123248" y="1592461"/>
                  <a:pt x="845665" y="1638320"/>
                </a:cubicBezTo>
                <a:cubicBezTo>
                  <a:pt x="568082" y="1684175"/>
                  <a:pt x="229212" y="1523681"/>
                  <a:pt x="219355" y="1260395"/>
                </a:cubicBezTo>
                <a:cubicBezTo>
                  <a:pt x="214423" y="1128622"/>
                  <a:pt x="290769" y="1004967"/>
                  <a:pt x="298136" y="873322"/>
                </a:cubicBezTo>
                <a:cubicBezTo>
                  <a:pt x="309563" y="668904"/>
                  <a:pt x="158084" y="493211"/>
                  <a:pt x="64026" y="308367"/>
                </a:cubicBezTo>
                <a:cubicBezTo>
                  <a:pt x="16999" y="216011"/>
                  <a:pt x="-8507" y="101890"/>
                  <a:pt x="2570" y="0"/>
                </a:cubicBezTo>
                <a:close/>
              </a:path>
            </a:pathLst>
          </a:custGeom>
          <a:solidFill>
            <a:srgbClr val="E09292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478" name="任意多边形: 形状 477">
            <a:extLst>
              <a:ext uri="{FF2B5EF4-FFF2-40B4-BE49-F238E27FC236}">
                <a16:creationId xmlns:a16="http://schemas.microsoft.com/office/drawing/2014/main" id="{817992EF-E57B-9155-EA18-51612F1FA776}"/>
              </a:ext>
            </a:extLst>
          </p:cNvPr>
          <p:cNvSpPr/>
          <p:nvPr userDrawn="1"/>
        </p:nvSpPr>
        <p:spPr>
          <a:xfrm>
            <a:off x="8437173" y="0"/>
            <a:ext cx="4695543" cy="1940700"/>
          </a:xfrm>
          <a:custGeom>
            <a:avLst/>
            <a:gdLst>
              <a:gd name="connsiteX0" fmla="*/ 1243842 w 1249994"/>
              <a:gd name="connsiteY0" fmla="*/ 499914 h 516631"/>
              <a:gd name="connsiteX1" fmla="*/ 1157895 w 1249994"/>
              <a:gd name="connsiteY1" fmla="*/ 485958 h 516631"/>
              <a:gd name="connsiteX2" fmla="*/ 1128261 w 1249994"/>
              <a:gd name="connsiteY2" fmla="*/ 448719 h 516631"/>
              <a:gd name="connsiteX3" fmla="*/ 1114291 w 1249994"/>
              <a:gd name="connsiteY3" fmla="*/ 390255 h 516631"/>
              <a:gd name="connsiteX4" fmla="*/ 1116099 w 1249994"/>
              <a:gd name="connsiteY4" fmla="*/ 262559 h 516631"/>
              <a:gd name="connsiteX5" fmla="*/ 1089647 w 1249994"/>
              <a:gd name="connsiteY5" fmla="*/ 175702 h 516631"/>
              <a:gd name="connsiteX6" fmla="*/ 1017220 w 1249994"/>
              <a:gd name="connsiteY6" fmla="*/ 129994 h 516631"/>
              <a:gd name="connsiteX7" fmla="*/ 925271 w 1249994"/>
              <a:gd name="connsiteY7" fmla="*/ 170696 h 516631"/>
              <a:gd name="connsiteX8" fmla="*/ 811662 w 1249994"/>
              <a:gd name="connsiteY8" fmla="*/ 368995 h 516631"/>
              <a:gd name="connsiteX9" fmla="*/ 716339 w 1249994"/>
              <a:gd name="connsiteY9" fmla="*/ 405891 h 516631"/>
              <a:gd name="connsiteX10" fmla="*/ 629376 w 1249994"/>
              <a:gd name="connsiteY10" fmla="*/ 345403 h 516631"/>
              <a:gd name="connsiteX11" fmla="*/ 521935 w 1249994"/>
              <a:gd name="connsiteY11" fmla="*/ 141584 h 516631"/>
              <a:gd name="connsiteX12" fmla="*/ 434506 w 1249994"/>
              <a:gd name="connsiteY12" fmla="*/ 97178 h 516631"/>
              <a:gd name="connsiteX13" fmla="*/ 336718 w 1249994"/>
              <a:gd name="connsiteY13" fmla="*/ 131468 h 516631"/>
              <a:gd name="connsiteX14" fmla="*/ 252933 w 1249994"/>
              <a:gd name="connsiteY14" fmla="*/ 205500 h 516631"/>
              <a:gd name="connsiteX15" fmla="*/ 149384 w 1249994"/>
              <a:gd name="connsiteY15" fmla="*/ 262730 h 516631"/>
              <a:gd name="connsiteX16" fmla="*/ 55121 w 1249994"/>
              <a:gd name="connsiteY16" fmla="*/ 224942 h 516631"/>
              <a:gd name="connsiteX17" fmla="*/ 19182 w 1249994"/>
              <a:gd name="connsiteY17" fmla="*/ 123650 h 516631"/>
              <a:gd name="connsiteX18" fmla="*/ 8086 w 1249994"/>
              <a:gd name="connsiteY18" fmla="*/ 0 h 516631"/>
              <a:gd name="connsiteX19" fmla="*/ 0 w 1249994"/>
              <a:gd name="connsiteY19" fmla="*/ 0 h 516631"/>
              <a:gd name="connsiteX20" fmla="*/ 8195 w 1249994"/>
              <a:gd name="connsiteY20" fmla="*/ 84559 h 516631"/>
              <a:gd name="connsiteX21" fmla="*/ 29393 w 1249994"/>
              <a:gd name="connsiteY21" fmla="*/ 197888 h 516631"/>
              <a:gd name="connsiteX22" fmla="*/ 95004 w 1249994"/>
              <a:gd name="connsiteY22" fmla="*/ 265336 h 516631"/>
              <a:gd name="connsiteX23" fmla="*/ 291157 w 1249994"/>
              <a:gd name="connsiteY23" fmla="*/ 180811 h 516631"/>
              <a:gd name="connsiteX24" fmla="*/ 382961 w 1249994"/>
              <a:gd name="connsiteY24" fmla="*/ 114597 h 516631"/>
              <a:gd name="connsiteX25" fmla="*/ 486369 w 1249994"/>
              <a:gd name="connsiteY25" fmla="*/ 122450 h 516631"/>
              <a:gd name="connsiteX26" fmla="*/ 603007 w 1249994"/>
              <a:gd name="connsiteY26" fmla="*/ 317423 h 516631"/>
              <a:gd name="connsiteX27" fmla="*/ 673819 w 1249994"/>
              <a:gd name="connsiteY27" fmla="*/ 398175 h 516631"/>
              <a:gd name="connsiteX28" fmla="*/ 770918 w 1249994"/>
              <a:gd name="connsiteY28" fmla="*/ 407743 h 516631"/>
              <a:gd name="connsiteX29" fmla="*/ 894739 w 1249994"/>
              <a:gd name="connsiteY29" fmla="*/ 230532 h 516631"/>
              <a:gd name="connsiteX30" fmla="*/ 970620 w 1249994"/>
              <a:gd name="connsiteY30" fmla="*/ 147722 h 516631"/>
              <a:gd name="connsiteX31" fmla="*/ 1065346 w 1249994"/>
              <a:gd name="connsiteY31" fmla="*/ 159346 h 516631"/>
              <a:gd name="connsiteX32" fmla="*/ 1105558 w 1249994"/>
              <a:gd name="connsiteY32" fmla="*/ 242499 h 516631"/>
              <a:gd name="connsiteX33" fmla="*/ 1105287 w 1249994"/>
              <a:gd name="connsiteY33" fmla="*/ 364674 h 516631"/>
              <a:gd name="connsiteX34" fmla="*/ 1132671 w 1249994"/>
              <a:gd name="connsiteY34" fmla="*/ 471213 h 516631"/>
              <a:gd name="connsiteX35" fmla="*/ 1207670 w 1249994"/>
              <a:gd name="connsiteY35" fmla="*/ 516407 h 516631"/>
              <a:gd name="connsiteX36" fmla="*/ 1248015 w 1249994"/>
              <a:gd name="connsiteY36" fmla="*/ 506978 h 516631"/>
              <a:gd name="connsiteX37" fmla="*/ 1243842 w 1249994"/>
              <a:gd name="connsiteY37" fmla="*/ 499914 h 5166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49994" h="516631">
                <a:moveTo>
                  <a:pt x="1243842" y="499914"/>
                </a:moveTo>
                <a:cubicBezTo>
                  <a:pt x="1215347" y="516682"/>
                  <a:pt x="1181620" y="505949"/>
                  <a:pt x="1157895" y="485958"/>
                </a:cubicBezTo>
                <a:cubicBezTo>
                  <a:pt x="1145657" y="475637"/>
                  <a:pt x="1135472" y="462949"/>
                  <a:pt x="1128261" y="448719"/>
                </a:cubicBezTo>
                <a:cubicBezTo>
                  <a:pt x="1119164" y="430785"/>
                  <a:pt x="1115704" y="410108"/>
                  <a:pt x="1114291" y="390255"/>
                </a:cubicBezTo>
                <a:cubicBezTo>
                  <a:pt x="1111264" y="347666"/>
                  <a:pt x="1118759" y="305147"/>
                  <a:pt x="1116099" y="262559"/>
                </a:cubicBezTo>
                <a:cubicBezTo>
                  <a:pt x="1114209" y="232383"/>
                  <a:pt x="1106281" y="201351"/>
                  <a:pt x="1089647" y="175702"/>
                </a:cubicBezTo>
                <a:cubicBezTo>
                  <a:pt x="1073353" y="150533"/>
                  <a:pt x="1047933" y="132188"/>
                  <a:pt x="1017220" y="129994"/>
                </a:cubicBezTo>
                <a:cubicBezTo>
                  <a:pt x="982189" y="127490"/>
                  <a:pt x="948935" y="146521"/>
                  <a:pt x="925271" y="170696"/>
                </a:cubicBezTo>
                <a:cubicBezTo>
                  <a:pt x="870544" y="226589"/>
                  <a:pt x="865531" y="312348"/>
                  <a:pt x="811662" y="368995"/>
                </a:cubicBezTo>
                <a:cubicBezTo>
                  <a:pt x="787052" y="394884"/>
                  <a:pt x="753015" y="412475"/>
                  <a:pt x="716339" y="405891"/>
                </a:cubicBezTo>
                <a:cubicBezTo>
                  <a:pt x="680396" y="399444"/>
                  <a:pt x="650111" y="374138"/>
                  <a:pt x="629376" y="345403"/>
                </a:cubicBezTo>
                <a:cubicBezTo>
                  <a:pt x="583897" y="282344"/>
                  <a:pt x="576250" y="199431"/>
                  <a:pt x="521935" y="141584"/>
                </a:cubicBezTo>
                <a:cubicBezTo>
                  <a:pt x="498957" y="117066"/>
                  <a:pt x="468809" y="99064"/>
                  <a:pt x="434506" y="97178"/>
                </a:cubicBezTo>
                <a:cubicBezTo>
                  <a:pt x="398662" y="95189"/>
                  <a:pt x="365089" y="111134"/>
                  <a:pt x="336718" y="131468"/>
                </a:cubicBezTo>
                <a:cubicBezTo>
                  <a:pt x="306179" y="153311"/>
                  <a:pt x="280976" y="180811"/>
                  <a:pt x="252933" y="205500"/>
                </a:cubicBezTo>
                <a:cubicBezTo>
                  <a:pt x="223663" y="231286"/>
                  <a:pt x="188921" y="256215"/>
                  <a:pt x="149384" y="262730"/>
                </a:cubicBezTo>
                <a:cubicBezTo>
                  <a:pt x="112588" y="268765"/>
                  <a:pt x="77766" y="253746"/>
                  <a:pt x="55121" y="224942"/>
                </a:cubicBezTo>
                <a:cubicBezTo>
                  <a:pt x="32380" y="196036"/>
                  <a:pt x="22865" y="159517"/>
                  <a:pt x="19182" y="123650"/>
                </a:cubicBezTo>
                <a:cubicBezTo>
                  <a:pt x="15115" y="84113"/>
                  <a:pt x="16044" y="40394"/>
                  <a:pt x="8086" y="0"/>
                </a:cubicBezTo>
                <a:lnTo>
                  <a:pt x="0" y="0"/>
                </a:lnTo>
                <a:cubicBezTo>
                  <a:pt x="5888" y="27638"/>
                  <a:pt x="6796" y="56407"/>
                  <a:pt x="8195" y="84559"/>
                </a:cubicBezTo>
                <a:cubicBezTo>
                  <a:pt x="10119" y="123238"/>
                  <a:pt x="13226" y="162123"/>
                  <a:pt x="29393" y="197888"/>
                </a:cubicBezTo>
                <a:cubicBezTo>
                  <a:pt x="42595" y="227068"/>
                  <a:pt x="64362" y="253300"/>
                  <a:pt x="95004" y="265336"/>
                </a:cubicBezTo>
                <a:cubicBezTo>
                  <a:pt x="170884" y="295203"/>
                  <a:pt x="241313" y="228063"/>
                  <a:pt x="291157" y="180811"/>
                </a:cubicBezTo>
                <a:cubicBezTo>
                  <a:pt x="318331" y="155059"/>
                  <a:pt x="347673" y="128862"/>
                  <a:pt x="382961" y="114597"/>
                </a:cubicBezTo>
                <a:cubicBezTo>
                  <a:pt x="417385" y="100675"/>
                  <a:pt x="454744" y="102562"/>
                  <a:pt x="486369" y="122450"/>
                </a:cubicBezTo>
                <a:cubicBezTo>
                  <a:pt x="554685" y="165415"/>
                  <a:pt x="569039" y="250797"/>
                  <a:pt x="603007" y="317423"/>
                </a:cubicBezTo>
                <a:cubicBezTo>
                  <a:pt x="619428" y="349621"/>
                  <a:pt x="642255" y="379213"/>
                  <a:pt x="673819" y="398175"/>
                </a:cubicBezTo>
                <a:cubicBezTo>
                  <a:pt x="703284" y="415835"/>
                  <a:pt x="738627" y="420978"/>
                  <a:pt x="770918" y="407743"/>
                </a:cubicBezTo>
                <a:cubicBezTo>
                  <a:pt x="844042" y="377807"/>
                  <a:pt x="863343" y="293934"/>
                  <a:pt x="894739" y="230532"/>
                </a:cubicBezTo>
                <a:cubicBezTo>
                  <a:pt x="911685" y="196310"/>
                  <a:pt x="935119" y="164695"/>
                  <a:pt x="970620" y="147722"/>
                </a:cubicBezTo>
                <a:cubicBezTo>
                  <a:pt x="1002228" y="132600"/>
                  <a:pt x="1039097" y="135343"/>
                  <a:pt x="1065346" y="159346"/>
                </a:cubicBezTo>
                <a:cubicBezTo>
                  <a:pt x="1088656" y="180640"/>
                  <a:pt x="1100483" y="212152"/>
                  <a:pt x="1105558" y="242499"/>
                </a:cubicBezTo>
                <a:cubicBezTo>
                  <a:pt x="1112302" y="282824"/>
                  <a:pt x="1105541" y="324143"/>
                  <a:pt x="1105287" y="364674"/>
                </a:cubicBezTo>
                <a:cubicBezTo>
                  <a:pt x="1105054" y="401845"/>
                  <a:pt x="1109494" y="440695"/>
                  <a:pt x="1132671" y="471213"/>
                </a:cubicBezTo>
                <a:cubicBezTo>
                  <a:pt x="1150478" y="494668"/>
                  <a:pt x="1177399" y="514007"/>
                  <a:pt x="1207670" y="516407"/>
                </a:cubicBezTo>
                <a:cubicBezTo>
                  <a:pt x="1221856" y="517573"/>
                  <a:pt x="1235819" y="514144"/>
                  <a:pt x="1248015" y="506978"/>
                </a:cubicBezTo>
                <a:cubicBezTo>
                  <a:pt x="1252580" y="504269"/>
                  <a:pt x="1248427" y="497205"/>
                  <a:pt x="1243842" y="499914"/>
                </a:cubicBezTo>
                <a:close/>
              </a:path>
            </a:pathLst>
          </a:custGeom>
          <a:solidFill>
            <a:srgbClr val="5E7DAB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479" name="任意多边形: 形状 478">
            <a:extLst>
              <a:ext uri="{FF2B5EF4-FFF2-40B4-BE49-F238E27FC236}">
                <a16:creationId xmlns:a16="http://schemas.microsoft.com/office/drawing/2014/main" id="{DDB7E966-E13C-416D-99F6-892BB553CD05}"/>
              </a:ext>
            </a:extLst>
          </p:cNvPr>
          <p:cNvSpPr/>
          <p:nvPr userDrawn="1"/>
        </p:nvSpPr>
        <p:spPr>
          <a:xfrm>
            <a:off x="4" y="4781250"/>
            <a:ext cx="4223698" cy="2078975"/>
          </a:xfrm>
          <a:custGeom>
            <a:avLst/>
            <a:gdLst>
              <a:gd name="connsiteX0" fmla="*/ 689167 w 1124385"/>
              <a:gd name="connsiteY0" fmla="*/ 191099 h 553441"/>
              <a:gd name="connsiteX1" fmla="*/ 715697 w 1124385"/>
              <a:gd name="connsiteY1" fmla="*/ 263485 h 553441"/>
              <a:gd name="connsiteX2" fmla="*/ 730836 w 1124385"/>
              <a:gd name="connsiteY2" fmla="*/ 342214 h 553441"/>
              <a:gd name="connsiteX3" fmla="*/ 775533 w 1124385"/>
              <a:gd name="connsiteY3" fmla="*/ 398039 h 553441"/>
              <a:gd name="connsiteX4" fmla="*/ 873825 w 1124385"/>
              <a:gd name="connsiteY4" fmla="*/ 388643 h 553441"/>
              <a:gd name="connsiteX5" fmla="*/ 969107 w 1124385"/>
              <a:gd name="connsiteY5" fmla="*/ 328053 h 553441"/>
              <a:gd name="connsiteX6" fmla="*/ 1074943 w 1124385"/>
              <a:gd name="connsiteY6" fmla="*/ 320269 h 553441"/>
              <a:gd name="connsiteX7" fmla="*/ 1115944 w 1124385"/>
              <a:gd name="connsiteY7" fmla="*/ 406062 h 553441"/>
              <a:gd name="connsiteX8" fmla="*/ 1113245 w 1124385"/>
              <a:gd name="connsiteY8" fmla="*/ 531941 h 553441"/>
              <a:gd name="connsiteX9" fmla="*/ 1117206 w 1124385"/>
              <a:gd name="connsiteY9" fmla="*/ 553441 h 553441"/>
              <a:gd name="connsiteX10" fmla="*/ 1124386 w 1124385"/>
              <a:gd name="connsiteY10" fmla="*/ 553441 h 553441"/>
              <a:gd name="connsiteX11" fmla="*/ 1118625 w 1124385"/>
              <a:gd name="connsiteY11" fmla="*/ 509790 h 553441"/>
              <a:gd name="connsiteX12" fmla="*/ 1122322 w 1124385"/>
              <a:gd name="connsiteY12" fmla="*/ 443233 h 553441"/>
              <a:gd name="connsiteX13" fmla="*/ 1104529 w 1124385"/>
              <a:gd name="connsiteY13" fmla="*/ 341632 h 553441"/>
              <a:gd name="connsiteX14" fmla="*/ 1022822 w 1124385"/>
              <a:gd name="connsiteY14" fmla="*/ 302198 h 553441"/>
              <a:gd name="connsiteX15" fmla="*/ 923793 w 1124385"/>
              <a:gd name="connsiteY15" fmla="*/ 348798 h 553441"/>
              <a:gd name="connsiteX16" fmla="*/ 822497 w 1124385"/>
              <a:gd name="connsiteY16" fmla="*/ 398313 h 553441"/>
              <a:gd name="connsiteX17" fmla="*/ 746335 w 1124385"/>
              <a:gd name="connsiteY17" fmla="*/ 360697 h 553441"/>
              <a:gd name="connsiteX18" fmla="*/ 726162 w 1124385"/>
              <a:gd name="connsiteY18" fmla="*/ 285430 h 553441"/>
              <a:gd name="connsiteX19" fmla="*/ 707824 w 1124385"/>
              <a:gd name="connsiteY19" fmla="*/ 208552 h 553441"/>
              <a:gd name="connsiteX20" fmla="*/ 648242 w 1124385"/>
              <a:gd name="connsiteY20" fmla="*/ 157837 h 553441"/>
              <a:gd name="connsiteX21" fmla="*/ 555995 w 1124385"/>
              <a:gd name="connsiteY21" fmla="*/ 176834 h 553441"/>
              <a:gd name="connsiteX22" fmla="*/ 416774 w 1124385"/>
              <a:gd name="connsiteY22" fmla="*/ 344786 h 553441"/>
              <a:gd name="connsiteX23" fmla="*/ 321585 w 1124385"/>
              <a:gd name="connsiteY23" fmla="*/ 387958 h 553441"/>
              <a:gd name="connsiteX24" fmla="*/ 239820 w 1124385"/>
              <a:gd name="connsiteY24" fmla="*/ 343037 h 553441"/>
              <a:gd name="connsiteX25" fmla="*/ 173757 w 1124385"/>
              <a:gd name="connsiteY25" fmla="*/ 133148 h 553441"/>
              <a:gd name="connsiteX26" fmla="*/ 125090 w 1124385"/>
              <a:gd name="connsiteY26" fmla="*/ 40394 h 553441"/>
              <a:gd name="connsiteX27" fmla="*/ 43843 w 1124385"/>
              <a:gd name="connsiteY27" fmla="*/ 172 h 553441"/>
              <a:gd name="connsiteX28" fmla="*/ 1817 w 1124385"/>
              <a:gd name="connsiteY28" fmla="*/ 8059 h 553441"/>
              <a:gd name="connsiteX29" fmla="*/ 5352 w 1124385"/>
              <a:gd name="connsiteY29" fmla="*/ 14059 h 553441"/>
              <a:gd name="connsiteX30" fmla="*/ 96468 w 1124385"/>
              <a:gd name="connsiteY30" fmla="*/ 25992 h 553441"/>
              <a:gd name="connsiteX31" fmla="*/ 158289 w 1124385"/>
              <a:gd name="connsiteY31" fmla="*/ 106711 h 553441"/>
              <a:gd name="connsiteX32" fmla="*/ 216994 w 1124385"/>
              <a:gd name="connsiteY32" fmla="*/ 322326 h 553441"/>
              <a:gd name="connsiteX33" fmla="*/ 283036 w 1124385"/>
              <a:gd name="connsiteY33" fmla="*/ 385866 h 553441"/>
              <a:gd name="connsiteX34" fmla="*/ 374522 w 1124385"/>
              <a:gd name="connsiteY34" fmla="*/ 383294 h 553441"/>
              <a:gd name="connsiteX35" fmla="*/ 516777 w 1124385"/>
              <a:gd name="connsiteY35" fmla="*/ 221582 h 553441"/>
              <a:gd name="connsiteX36" fmla="*/ 603600 w 1124385"/>
              <a:gd name="connsiteY36" fmla="*/ 164935 h 553441"/>
              <a:gd name="connsiteX37" fmla="*/ 689167 w 1124385"/>
              <a:gd name="connsiteY37" fmla="*/ 191099 h 553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124385" h="553441">
                <a:moveTo>
                  <a:pt x="689167" y="191099"/>
                </a:moveTo>
                <a:cubicBezTo>
                  <a:pt x="705626" y="211501"/>
                  <a:pt x="711431" y="238316"/>
                  <a:pt x="715697" y="263485"/>
                </a:cubicBezTo>
                <a:cubicBezTo>
                  <a:pt x="720155" y="289751"/>
                  <a:pt x="722466" y="316737"/>
                  <a:pt x="730836" y="342214"/>
                </a:cubicBezTo>
                <a:cubicBezTo>
                  <a:pt x="738548" y="365669"/>
                  <a:pt x="752552" y="386929"/>
                  <a:pt x="775533" y="398039"/>
                </a:cubicBezTo>
                <a:cubicBezTo>
                  <a:pt x="807498" y="413469"/>
                  <a:pt x="843726" y="403662"/>
                  <a:pt x="873825" y="388643"/>
                </a:cubicBezTo>
                <a:cubicBezTo>
                  <a:pt x="907738" y="371738"/>
                  <a:pt x="935832" y="345987"/>
                  <a:pt x="969107" y="328053"/>
                </a:cubicBezTo>
                <a:cubicBezTo>
                  <a:pt x="1001244" y="310736"/>
                  <a:pt x="1041720" y="298563"/>
                  <a:pt x="1074943" y="320269"/>
                </a:cubicBezTo>
                <a:cubicBezTo>
                  <a:pt x="1103023" y="338580"/>
                  <a:pt x="1114219" y="374378"/>
                  <a:pt x="1115944" y="406062"/>
                </a:cubicBezTo>
                <a:cubicBezTo>
                  <a:pt x="1118234" y="448102"/>
                  <a:pt x="1107827" y="489936"/>
                  <a:pt x="1113245" y="531941"/>
                </a:cubicBezTo>
                <a:cubicBezTo>
                  <a:pt x="1114181" y="539176"/>
                  <a:pt x="1115512" y="546377"/>
                  <a:pt x="1117206" y="553441"/>
                </a:cubicBezTo>
                <a:lnTo>
                  <a:pt x="1124386" y="553441"/>
                </a:lnTo>
                <a:cubicBezTo>
                  <a:pt x="1120861" y="539142"/>
                  <a:pt x="1118923" y="524535"/>
                  <a:pt x="1118625" y="509790"/>
                </a:cubicBezTo>
                <a:cubicBezTo>
                  <a:pt x="1118176" y="487535"/>
                  <a:pt x="1120847" y="465419"/>
                  <a:pt x="1122322" y="443233"/>
                </a:cubicBezTo>
                <a:cubicBezTo>
                  <a:pt x="1124626" y="408600"/>
                  <a:pt x="1123210" y="372184"/>
                  <a:pt x="1104529" y="341632"/>
                </a:cubicBezTo>
                <a:cubicBezTo>
                  <a:pt x="1087144" y="313205"/>
                  <a:pt x="1056211" y="298255"/>
                  <a:pt x="1022822" y="302198"/>
                </a:cubicBezTo>
                <a:cubicBezTo>
                  <a:pt x="986136" y="306553"/>
                  <a:pt x="952994" y="327710"/>
                  <a:pt x="923793" y="348798"/>
                </a:cubicBezTo>
                <a:cubicBezTo>
                  <a:pt x="893717" y="370469"/>
                  <a:pt x="860439" y="393615"/>
                  <a:pt x="822497" y="398313"/>
                </a:cubicBezTo>
                <a:cubicBezTo>
                  <a:pt x="790981" y="402188"/>
                  <a:pt x="761749" y="388163"/>
                  <a:pt x="746335" y="360697"/>
                </a:cubicBezTo>
                <a:cubicBezTo>
                  <a:pt x="733545" y="337860"/>
                  <a:pt x="729996" y="310839"/>
                  <a:pt x="726162" y="285430"/>
                </a:cubicBezTo>
                <a:cubicBezTo>
                  <a:pt x="722243" y="259438"/>
                  <a:pt x="718766" y="232761"/>
                  <a:pt x="707824" y="208552"/>
                </a:cubicBezTo>
                <a:cubicBezTo>
                  <a:pt x="696519" y="183555"/>
                  <a:pt x="675708" y="163975"/>
                  <a:pt x="648242" y="157837"/>
                </a:cubicBezTo>
                <a:cubicBezTo>
                  <a:pt x="616736" y="150774"/>
                  <a:pt x="582885" y="160238"/>
                  <a:pt x="555995" y="176834"/>
                </a:cubicBezTo>
                <a:cubicBezTo>
                  <a:pt x="492157" y="216267"/>
                  <a:pt x="469149" y="294243"/>
                  <a:pt x="416774" y="344786"/>
                </a:cubicBezTo>
                <a:cubicBezTo>
                  <a:pt x="391341" y="369304"/>
                  <a:pt x="358265" y="389295"/>
                  <a:pt x="321585" y="387958"/>
                </a:cubicBezTo>
                <a:cubicBezTo>
                  <a:pt x="288536" y="386723"/>
                  <a:pt x="260230" y="367761"/>
                  <a:pt x="239820" y="343037"/>
                </a:cubicBezTo>
                <a:cubicBezTo>
                  <a:pt x="190573" y="283441"/>
                  <a:pt x="192161" y="204266"/>
                  <a:pt x="173757" y="133148"/>
                </a:cubicBezTo>
                <a:cubicBezTo>
                  <a:pt x="164832" y="98653"/>
                  <a:pt x="150738" y="65974"/>
                  <a:pt x="125090" y="40394"/>
                </a:cubicBezTo>
                <a:cubicBezTo>
                  <a:pt x="103535" y="18894"/>
                  <a:pt x="74916" y="2161"/>
                  <a:pt x="43843" y="172"/>
                </a:cubicBezTo>
                <a:cubicBezTo>
                  <a:pt x="29294" y="-754"/>
                  <a:pt x="15049" y="2092"/>
                  <a:pt x="1817" y="8059"/>
                </a:cubicBezTo>
                <a:cubicBezTo>
                  <a:pt x="-2281" y="9910"/>
                  <a:pt x="1275" y="15877"/>
                  <a:pt x="5352" y="14059"/>
                </a:cubicBezTo>
                <a:cubicBezTo>
                  <a:pt x="35764" y="343"/>
                  <a:pt x="69550" y="8401"/>
                  <a:pt x="96468" y="25992"/>
                </a:cubicBezTo>
                <a:cubicBezTo>
                  <a:pt x="125971" y="45263"/>
                  <a:pt x="146367" y="74101"/>
                  <a:pt x="158289" y="106711"/>
                </a:cubicBezTo>
                <a:cubicBezTo>
                  <a:pt x="184020" y="177074"/>
                  <a:pt x="178338" y="256318"/>
                  <a:pt x="216994" y="322326"/>
                </a:cubicBezTo>
                <a:cubicBezTo>
                  <a:pt x="232458" y="348764"/>
                  <a:pt x="254418" y="373213"/>
                  <a:pt x="283036" y="385866"/>
                </a:cubicBezTo>
                <a:cubicBezTo>
                  <a:pt x="312666" y="398965"/>
                  <a:pt x="345478" y="396942"/>
                  <a:pt x="374522" y="383294"/>
                </a:cubicBezTo>
                <a:cubicBezTo>
                  <a:pt x="443428" y="350856"/>
                  <a:pt x="470805" y="276549"/>
                  <a:pt x="516777" y="221582"/>
                </a:cubicBezTo>
                <a:cubicBezTo>
                  <a:pt x="539587" y="194287"/>
                  <a:pt x="568020" y="172513"/>
                  <a:pt x="603600" y="164935"/>
                </a:cubicBezTo>
                <a:cubicBezTo>
                  <a:pt x="635098" y="158215"/>
                  <a:pt x="668442" y="165415"/>
                  <a:pt x="689167" y="191099"/>
                </a:cubicBezTo>
                <a:close/>
              </a:path>
            </a:pathLst>
          </a:custGeom>
          <a:solidFill>
            <a:srgbClr val="5E7DAB"/>
          </a:solidFill>
          <a:ln w="342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grpSp>
        <p:nvGrpSpPr>
          <p:cNvPr id="480" name="图形 4">
            <a:extLst>
              <a:ext uri="{FF2B5EF4-FFF2-40B4-BE49-F238E27FC236}">
                <a16:creationId xmlns:a16="http://schemas.microsoft.com/office/drawing/2014/main" id="{C5312FFC-5B04-1E10-47DD-7DFB9375077C}"/>
              </a:ext>
            </a:extLst>
          </p:cNvPr>
          <p:cNvGrpSpPr/>
          <p:nvPr userDrawn="1"/>
        </p:nvGrpSpPr>
        <p:grpSpPr>
          <a:xfrm>
            <a:off x="9481180" y="5554026"/>
            <a:ext cx="2239371" cy="1306197"/>
            <a:chOff x="5112412" y="6009582"/>
            <a:chExt cx="753856" cy="439715"/>
          </a:xfrm>
          <a:solidFill>
            <a:schemeClr val="bg1"/>
          </a:solidFill>
        </p:grpSpPr>
        <p:sp>
          <p:nvSpPr>
            <p:cNvPr id="481" name="任意多边形: 形状 480">
              <a:extLst>
                <a:ext uri="{FF2B5EF4-FFF2-40B4-BE49-F238E27FC236}">
                  <a16:creationId xmlns:a16="http://schemas.microsoft.com/office/drawing/2014/main" id="{1939229A-9C83-0AD5-8A83-81E4019BC90C}"/>
                </a:ext>
              </a:extLst>
            </p:cNvPr>
            <p:cNvSpPr/>
            <p:nvPr/>
          </p:nvSpPr>
          <p:spPr>
            <a:xfrm>
              <a:off x="5282476" y="6009582"/>
              <a:ext cx="460365" cy="439715"/>
            </a:xfrm>
            <a:custGeom>
              <a:avLst/>
              <a:gdLst>
                <a:gd name="connsiteX0" fmla="*/ 149422 w 460365"/>
                <a:gd name="connsiteY0" fmla="*/ 417427 h 439715"/>
                <a:gd name="connsiteX1" fmla="*/ 167249 w 460365"/>
                <a:gd name="connsiteY1" fmla="*/ 439715 h 439715"/>
                <a:gd name="connsiteX2" fmla="*/ 178771 w 460365"/>
                <a:gd name="connsiteY2" fmla="*/ 439715 h 439715"/>
                <a:gd name="connsiteX3" fmla="*/ 102993 w 460365"/>
                <a:gd name="connsiteY3" fmla="*/ 331290 h 439715"/>
                <a:gd name="connsiteX4" fmla="*/ 24455 w 460365"/>
                <a:gd name="connsiteY4" fmla="*/ 126819 h 439715"/>
                <a:gd name="connsiteX5" fmla="*/ 9261 w 460365"/>
                <a:gd name="connsiteY5" fmla="*/ 12393 h 439715"/>
                <a:gd name="connsiteX6" fmla="*/ 162534 w 460365"/>
                <a:gd name="connsiteY6" fmla="*/ 155999 h 439715"/>
                <a:gd name="connsiteX7" fmla="*/ 243593 w 460365"/>
                <a:gd name="connsiteY7" fmla="*/ 374770 h 439715"/>
                <a:gd name="connsiteX8" fmla="*/ 246380 w 460365"/>
                <a:gd name="connsiteY8" fmla="*/ 439715 h 439715"/>
                <a:gd name="connsiteX9" fmla="*/ 260758 w 460365"/>
                <a:gd name="connsiteY9" fmla="*/ 439715 h 439715"/>
                <a:gd name="connsiteX10" fmla="*/ 297956 w 460365"/>
                <a:gd name="connsiteY10" fmla="*/ 324672 h 439715"/>
                <a:gd name="connsiteX11" fmla="*/ 362689 w 460365"/>
                <a:gd name="connsiteY11" fmla="*/ 188267 h 439715"/>
                <a:gd name="connsiteX12" fmla="*/ 407674 w 460365"/>
                <a:gd name="connsiteY12" fmla="*/ 115777 h 439715"/>
                <a:gd name="connsiteX13" fmla="*/ 400017 w 460365"/>
                <a:gd name="connsiteY13" fmla="*/ 111320 h 439715"/>
                <a:gd name="connsiteX14" fmla="*/ 323937 w 460365"/>
                <a:gd name="connsiteY14" fmla="*/ 243062 h 439715"/>
                <a:gd name="connsiteX15" fmla="*/ 267740 w 460365"/>
                <a:gd name="connsiteY15" fmla="*/ 383582 h 439715"/>
                <a:gd name="connsiteX16" fmla="*/ 255340 w 460365"/>
                <a:gd name="connsiteY16" fmla="*/ 425416 h 439715"/>
                <a:gd name="connsiteX17" fmla="*/ 249847 w 460365"/>
                <a:gd name="connsiteY17" fmla="*/ 354984 h 439715"/>
                <a:gd name="connsiteX18" fmla="*/ 250625 w 460365"/>
                <a:gd name="connsiteY18" fmla="*/ 352893 h 439715"/>
                <a:gd name="connsiteX19" fmla="*/ 293978 w 460365"/>
                <a:gd name="connsiteY19" fmla="*/ 203869 h 439715"/>
                <a:gd name="connsiteX20" fmla="*/ 383880 w 460365"/>
                <a:gd name="connsiteY20" fmla="*/ 77167 h 439715"/>
                <a:gd name="connsiteX21" fmla="*/ 445873 w 460365"/>
                <a:gd name="connsiteY21" fmla="*/ 25252 h 439715"/>
                <a:gd name="connsiteX22" fmla="*/ 450368 w 460365"/>
                <a:gd name="connsiteY22" fmla="*/ 133334 h 439715"/>
                <a:gd name="connsiteX23" fmla="*/ 429983 w 460365"/>
                <a:gd name="connsiteY23" fmla="*/ 246217 h 439715"/>
                <a:gd name="connsiteX24" fmla="*/ 385937 w 460365"/>
                <a:gd name="connsiteY24" fmla="*/ 352413 h 439715"/>
                <a:gd name="connsiteX25" fmla="*/ 326300 w 460365"/>
                <a:gd name="connsiteY25" fmla="*/ 439715 h 439715"/>
                <a:gd name="connsiteX26" fmla="*/ 337818 w 460365"/>
                <a:gd name="connsiteY26" fmla="*/ 439715 h 439715"/>
                <a:gd name="connsiteX27" fmla="*/ 386355 w 460365"/>
                <a:gd name="connsiteY27" fmla="*/ 369729 h 439715"/>
                <a:gd name="connsiteX28" fmla="*/ 434169 w 460365"/>
                <a:gd name="connsiteY28" fmla="*/ 262676 h 439715"/>
                <a:gd name="connsiteX29" fmla="*/ 458032 w 460365"/>
                <a:gd name="connsiteY29" fmla="*/ 147976 h 439715"/>
                <a:gd name="connsiteX30" fmla="*/ 455673 w 460365"/>
                <a:gd name="connsiteY30" fmla="*/ 30978 h 439715"/>
                <a:gd name="connsiteX31" fmla="*/ 453430 w 460365"/>
                <a:gd name="connsiteY31" fmla="*/ 16405 h 439715"/>
                <a:gd name="connsiteX32" fmla="*/ 446918 w 460365"/>
                <a:gd name="connsiteY32" fmla="*/ 13765 h 439715"/>
                <a:gd name="connsiteX33" fmla="*/ 332369 w 460365"/>
                <a:gd name="connsiteY33" fmla="*/ 123527 h 439715"/>
                <a:gd name="connsiteX34" fmla="*/ 260185 w 460365"/>
                <a:gd name="connsiteY34" fmla="*/ 264939 h 439715"/>
                <a:gd name="connsiteX35" fmla="*/ 245136 w 460365"/>
                <a:gd name="connsiteY35" fmla="*/ 328341 h 439715"/>
                <a:gd name="connsiteX36" fmla="*/ 228423 w 460365"/>
                <a:gd name="connsiteY36" fmla="*/ 267339 h 439715"/>
                <a:gd name="connsiteX37" fmla="*/ 106806 w 460365"/>
                <a:gd name="connsiteY37" fmla="*/ 76070 h 439715"/>
                <a:gd name="connsiteX38" fmla="*/ 6673 w 460365"/>
                <a:gd name="connsiteY38" fmla="*/ 563 h 439715"/>
                <a:gd name="connsiteX39" fmla="*/ 3 w 460365"/>
                <a:gd name="connsiteY39" fmla="*/ 4404 h 439715"/>
                <a:gd name="connsiteX40" fmla="*/ 43037 w 460365"/>
                <a:gd name="connsiteY40" fmla="*/ 222659 h 439715"/>
                <a:gd name="connsiteX41" fmla="*/ 149422 w 460365"/>
                <a:gd name="connsiteY41" fmla="*/ 417427 h 439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460365" h="439715">
                  <a:moveTo>
                    <a:pt x="149422" y="417427"/>
                  </a:moveTo>
                  <a:cubicBezTo>
                    <a:pt x="155203" y="425005"/>
                    <a:pt x="161176" y="432412"/>
                    <a:pt x="167249" y="439715"/>
                  </a:cubicBezTo>
                  <a:lnTo>
                    <a:pt x="178771" y="439715"/>
                  </a:lnTo>
                  <a:cubicBezTo>
                    <a:pt x="150252" y="406042"/>
                    <a:pt x="124860" y="369695"/>
                    <a:pt x="102993" y="331290"/>
                  </a:cubicBezTo>
                  <a:cubicBezTo>
                    <a:pt x="66721" y="267579"/>
                    <a:pt x="40098" y="198451"/>
                    <a:pt x="24455" y="126819"/>
                  </a:cubicBezTo>
                  <a:cubicBezTo>
                    <a:pt x="16233" y="89134"/>
                    <a:pt x="11161" y="50867"/>
                    <a:pt x="9261" y="12393"/>
                  </a:cubicBezTo>
                  <a:cubicBezTo>
                    <a:pt x="69992" y="48397"/>
                    <a:pt x="122655" y="97741"/>
                    <a:pt x="162534" y="155999"/>
                  </a:cubicBezTo>
                  <a:cubicBezTo>
                    <a:pt x="206978" y="220945"/>
                    <a:pt x="234910" y="296555"/>
                    <a:pt x="243593" y="374770"/>
                  </a:cubicBezTo>
                  <a:cubicBezTo>
                    <a:pt x="245986" y="396338"/>
                    <a:pt x="246871" y="418044"/>
                    <a:pt x="246380" y="439715"/>
                  </a:cubicBezTo>
                  <a:lnTo>
                    <a:pt x="260758" y="439715"/>
                  </a:lnTo>
                  <a:cubicBezTo>
                    <a:pt x="270963" y="400727"/>
                    <a:pt x="283341" y="362288"/>
                    <a:pt x="297956" y="324672"/>
                  </a:cubicBezTo>
                  <a:cubicBezTo>
                    <a:pt x="316205" y="277729"/>
                    <a:pt x="337886" y="232124"/>
                    <a:pt x="362689" y="188267"/>
                  </a:cubicBezTo>
                  <a:cubicBezTo>
                    <a:pt x="376693" y="163509"/>
                    <a:pt x="391715" y="139335"/>
                    <a:pt x="407674" y="115777"/>
                  </a:cubicBezTo>
                  <a:cubicBezTo>
                    <a:pt x="410883" y="111045"/>
                    <a:pt x="403206" y="106622"/>
                    <a:pt x="400017" y="111320"/>
                  </a:cubicBezTo>
                  <a:cubicBezTo>
                    <a:pt x="371535" y="153325"/>
                    <a:pt x="346082" y="197388"/>
                    <a:pt x="323937" y="243062"/>
                  </a:cubicBezTo>
                  <a:cubicBezTo>
                    <a:pt x="301920" y="288496"/>
                    <a:pt x="283098" y="335474"/>
                    <a:pt x="267740" y="383582"/>
                  </a:cubicBezTo>
                  <a:cubicBezTo>
                    <a:pt x="263313" y="397436"/>
                    <a:pt x="259184" y="411392"/>
                    <a:pt x="255340" y="425416"/>
                  </a:cubicBezTo>
                  <a:cubicBezTo>
                    <a:pt x="255172" y="401859"/>
                    <a:pt x="253341" y="378302"/>
                    <a:pt x="249847" y="354984"/>
                  </a:cubicBezTo>
                  <a:cubicBezTo>
                    <a:pt x="250245" y="354402"/>
                    <a:pt x="250533" y="353716"/>
                    <a:pt x="250625" y="352893"/>
                  </a:cubicBezTo>
                  <a:cubicBezTo>
                    <a:pt x="256304" y="301218"/>
                    <a:pt x="271261" y="250572"/>
                    <a:pt x="293978" y="203869"/>
                  </a:cubicBezTo>
                  <a:cubicBezTo>
                    <a:pt x="316740" y="157063"/>
                    <a:pt x="347135" y="114029"/>
                    <a:pt x="383880" y="77167"/>
                  </a:cubicBezTo>
                  <a:cubicBezTo>
                    <a:pt x="402945" y="58033"/>
                    <a:pt x="423694" y="40648"/>
                    <a:pt x="445873" y="25252"/>
                  </a:cubicBezTo>
                  <a:cubicBezTo>
                    <a:pt x="451380" y="60948"/>
                    <a:pt x="452806" y="97261"/>
                    <a:pt x="450368" y="133334"/>
                  </a:cubicBezTo>
                  <a:cubicBezTo>
                    <a:pt x="447783" y="171567"/>
                    <a:pt x="440822" y="209458"/>
                    <a:pt x="429983" y="246217"/>
                  </a:cubicBezTo>
                  <a:cubicBezTo>
                    <a:pt x="419119" y="283044"/>
                    <a:pt x="404337" y="318706"/>
                    <a:pt x="385937" y="352413"/>
                  </a:cubicBezTo>
                  <a:cubicBezTo>
                    <a:pt x="369018" y="383411"/>
                    <a:pt x="349038" y="412729"/>
                    <a:pt x="326300" y="439715"/>
                  </a:cubicBezTo>
                  <a:lnTo>
                    <a:pt x="337818" y="439715"/>
                  </a:lnTo>
                  <a:cubicBezTo>
                    <a:pt x="355806" y="417701"/>
                    <a:pt x="372070" y="394281"/>
                    <a:pt x="386355" y="369729"/>
                  </a:cubicBezTo>
                  <a:cubicBezTo>
                    <a:pt x="406034" y="335885"/>
                    <a:pt x="422082" y="299881"/>
                    <a:pt x="434169" y="262676"/>
                  </a:cubicBezTo>
                  <a:cubicBezTo>
                    <a:pt x="446250" y="225437"/>
                    <a:pt x="454281" y="186929"/>
                    <a:pt x="458032" y="147976"/>
                  </a:cubicBezTo>
                  <a:cubicBezTo>
                    <a:pt x="461783" y="109022"/>
                    <a:pt x="461022" y="69760"/>
                    <a:pt x="455673" y="30978"/>
                  </a:cubicBezTo>
                  <a:cubicBezTo>
                    <a:pt x="455001" y="26109"/>
                    <a:pt x="454246" y="21274"/>
                    <a:pt x="453430" y="16405"/>
                  </a:cubicBezTo>
                  <a:cubicBezTo>
                    <a:pt x="452967" y="13662"/>
                    <a:pt x="449130" y="12290"/>
                    <a:pt x="446918" y="13765"/>
                  </a:cubicBezTo>
                  <a:cubicBezTo>
                    <a:pt x="402732" y="43460"/>
                    <a:pt x="364081" y="80802"/>
                    <a:pt x="332369" y="123527"/>
                  </a:cubicBezTo>
                  <a:cubicBezTo>
                    <a:pt x="300696" y="166218"/>
                    <a:pt x="276144" y="214224"/>
                    <a:pt x="260185" y="264939"/>
                  </a:cubicBezTo>
                  <a:cubicBezTo>
                    <a:pt x="253653" y="285685"/>
                    <a:pt x="248654" y="306876"/>
                    <a:pt x="245136" y="328341"/>
                  </a:cubicBezTo>
                  <a:cubicBezTo>
                    <a:pt x="240880" y="307665"/>
                    <a:pt x="235308" y="287296"/>
                    <a:pt x="228423" y="267339"/>
                  </a:cubicBezTo>
                  <a:cubicBezTo>
                    <a:pt x="203514" y="195159"/>
                    <a:pt x="161441" y="129357"/>
                    <a:pt x="106806" y="76070"/>
                  </a:cubicBezTo>
                  <a:cubicBezTo>
                    <a:pt x="76809" y="46786"/>
                    <a:pt x="43089" y="21343"/>
                    <a:pt x="6673" y="563"/>
                  </a:cubicBezTo>
                  <a:cubicBezTo>
                    <a:pt x="3847" y="-1048"/>
                    <a:pt x="-127" y="975"/>
                    <a:pt x="3" y="4404"/>
                  </a:cubicBezTo>
                  <a:cubicBezTo>
                    <a:pt x="2822" y="78813"/>
                    <a:pt x="17553" y="152708"/>
                    <a:pt x="43037" y="222659"/>
                  </a:cubicBezTo>
                  <a:cubicBezTo>
                    <a:pt x="68456" y="292440"/>
                    <a:pt x="104310" y="358413"/>
                    <a:pt x="149422" y="417427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2" name="任意多边形: 形状 481">
              <a:extLst>
                <a:ext uri="{FF2B5EF4-FFF2-40B4-BE49-F238E27FC236}">
                  <a16:creationId xmlns:a16="http://schemas.microsoft.com/office/drawing/2014/main" id="{906402FE-1669-129E-6B57-7B8D851DCE8C}"/>
                </a:ext>
              </a:extLst>
            </p:cNvPr>
            <p:cNvSpPr/>
            <p:nvPr/>
          </p:nvSpPr>
          <p:spPr>
            <a:xfrm>
              <a:off x="5350438" y="6136710"/>
              <a:ext cx="169129" cy="312587"/>
            </a:xfrm>
            <a:custGeom>
              <a:avLst/>
              <a:gdLst>
                <a:gd name="connsiteX0" fmla="*/ 83504 w 169129"/>
                <a:gd name="connsiteY0" fmla="*/ 132016 h 312587"/>
                <a:gd name="connsiteX1" fmla="*/ 144907 w 169129"/>
                <a:gd name="connsiteY1" fmla="*/ 267153 h 312587"/>
                <a:gd name="connsiteX2" fmla="*/ 159905 w 169129"/>
                <a:gd name="connsiteY2" fmla="*/ 312588 h 312587"/>
                <a:gd name="connsiteX3" fmla="*/ 169130 w 169129"/>
                <a:gd name="connsiteY3" fmla="*/ 312588 h 312587"/>
                <a:gd name="connsiteX4" fmla="*/ 128616 w 169129"/>
                <a:gd name="connsiteY4" fmla="*/ 202893 h 312587"/>
                <a:gd name="connsiteX5" fmla="*/ 56696 w 169129"/>
                <a:gd name="connsiteY5" fmla="*/ 70294 h 312587"/>
                <a:gd name="connsiteX6" fmla="*/ 7298 w 169129"/>
                <a:gd name="connsiteY6" fmla="*/ 1543 h 312587"/>
                <a:gd name="connsiteX7" fmla="*/ 1030 w 169129"/>
                <a:gd name="connsiteY7" fmla="*/ 7818 h 312587"/>
                <a:gd name="connsiteX8" fmla="*/ 83504 w 169129"/>
                <a:gd name="connsiteY8" fmla="*/ 132016 h 312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129" h="312587">
                  <a:moveTo>
                    <a:pt x="83504" y="132016"/>
                  </a:moveTo>
                  <a:cubicBezTo>
                    <a:pt x="107517" y="175359"/>
                    <a:pt x="128095" y="220553"/>
                    <a:pt x="144907" y="267153"/>
                  </a:cubicBezTo>
                  <a:cubicBezTo>
                    <a:pt x="150321" y="282172"/>
                    <a:pt x="155280" y="297328"/>
                    <a:pt x="159905" y="312588"/>
                  </a:cubicBezTo>
                  <a:lnTo>
                    <a:pt x="169130" y="312588"/>
                  </a:lnTo>
                  <a:cubicBezTo>
                    <a:pt x="157896" y="275246"/>
                    <a:pt x="144396" y="238589"/>
                    <a:pt x="128616" y="202893"/>
                  </a:cubicBezTo>
                  <a:cubicBezTo>
                    <a:pt x="108255" y="156877"/>
                    <a:pt x="84183" y="112471"/>
                    <a:pt x="56696" y="70294"/>
                  </a:cubicBezTo>
                  <a:cubicBezTo>
                    <a:pt x="41283" y="46634"/>
                    <a:pt x="24765" y="23728"/>
                    <a:pt x="7298" y="1543"/>
                  </a:cubicBezTo>
                  <a:cubicBezTo>
                    <a:pt x="3769" y="-2949"/>
                    <a:pt x="-2464" y="3360"/>
                    <a:pt x="1030" y="7818"/>
                  </a:cubicBezTo>
                  <a:cubicBezTo>
                    <a:pt x="31812" y="46874"/>
                    <a:pt x="59388" y="88502"/>
                    <a:pt x="83504" y="132016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3" name="任意多边形: 形状 482">
              <a:extLst>
                <a:ext uri="{FF2B5EF4-FFF2-40B4-BE49-F238E27FC236}">
                  <a16:creationId xmlns:a16="http://schemas.microsoft.com/office/drawing/2014/main" id="{8C26F93A-B6D6-2341-080C-C660AB8E5043}"/>
                </a:ext>
              </a:extLst>
            </p:cNvPr>
            <p:cNvSpPr/>
            <p:nvPr/>
          </p:nvSpPr>
          <p:spPr>
            <a:xfrm>
              <a:off x="5112412" y="6230147"/>
              <a:ext cx="269164" cy="219150"/>
            </a:xfrm>
            <a:custGeom>
              <a:avLst/>
              <a:gdLst>
                <a:gd name="connsiteX0" fmla="*/ 130830 w 269164"/>
                <a:gd name="connsiteY0" fmla="*/ 212189 h 219150"/>
                <a:gd name="connsiteX1" fmla="*/ 138600 w 269164"/>
                <a:gd name="connsiteY1" fmla="*/ 219150 h 219150"/>
                <a:gd name="connsiteX2" fmla="*/ 152395 w 269164"/>
                <a:gd name="connsiteY2" fmla="*/ 219150 h 219150"/>
                <a:gd name="connsiteX3" fmla="*/ 99962 w 269164"/>
                <a:gd name="connsiteY3" fmla="*/ 167338 h 219150"/>
                <a:gd name="connsiteX4" fmla="*/ 33868 w 269164"/>
                <a:gd name="connsiteY4" fmla="*/ 66731 h 219150"/>
                <a:gd name="connsiteX5" fmla="*/ 10787 w 269164"/>
                <a:gd name="connsiteY5" fmla="*/ 9226 h 219150"/>
                <a:gd name="connsiteX6" fmla="*/ 211723 w 269164"/>
                <a:gd name="connsiteY6" fmla="*/ 70846 h 219150"/>
                <a:gd name="connsiteX7" fmla="*/ 261337 w 269164"/>
                <a:gd name="connsiteY7" fmla="*/ 106747 h 219150"/>
                <a:gd name="connsiteX8" fmla="*/ 267674 w 269164"/>
                <a:gd name="connsiteY8" fmla="*/ 100438 h 219150"/>
                <a:gd name="connsiteX9" fmla="*/ 67774 w 269164"/>
                <a:gd name="connsiteY9" fmla="*/ 6449 h 219150"/>
                <a:gd name="connsiteX10" fmla="*/ 4499 w 269164"/>
                <a:gd name="connsiteY10" fmla="*/ 3 h 219150"/>
                <a:gd name="connsiteX11" fmla="*/ 178 w 269164"/>
                <a:gd name="connsiteY11" fmla="*/ 5660 h 219150"/>
                <a:gd name="connsiteX12" fmla="*/ 51918 w 269164"/>
                <a:gd name="connsiteY12" fmla="*/ 117514 h 219150"/>
                <a:gd name="connsiteX13" fmla="*/ 130830 w 269164"/>
                <a:gd name="connsiteY13" fmla="*/ 212189 h 219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9164" h="219150">
                  <a:moveTo>
                    <a:pt x="130830" y="212189"/>
                  </a:moveTo>
                  <a:cubicBezTo>
                    <a:pt x="133388" y="214555"/>
                    <a:pt x="135983" y="216887"/>
                    <a:pt x="138600" y="219150"/>
                  </a:cubicBezTo>
                  <a:lnTo>
                    <a:pt x="152395" y="219150"/>
                  </a:lnTo>
                  <a:cubicBezTo>
                    <a:pt x="133587" y="203308"/>
                    <a:pt x="116027" y="185991"/>
                    <a:pt x="99962" y="167338"/>
                  </a:cubicBezTo>
                  <a:cubicBezTo>
                    <a:pt x="73699" y="136888"/>
                    <a:pt x="51442" y="102941"/>
                    <a:pt x="33868" y="66731"/>
                  </a:cubicBezTo>
                  <a:cubicBezTo>
                    <a:pt x="24832" y="48145"/>
                    <a:pt x="17186" y="28874"/>
                    <a:pt x="10787" y="9226"/>
                  </a:cubicBezTo>
                  <a:cubicBezTo>
                    <a:pt x="81627" y="12175"/>
                    <a:pt x="151345" y="33675"/>
                    <a:pt x="211723" y="70846"/>
                  </a:cubicBezTo>
                  <a:cubicBezTo>
                    <a:pt x="229136" y="81544"/>
                    <a:pt x="245725" y="93546"/>
                    <a:pt x="261337" y="106747"/>
                  </a:cubicBezTo>
                  <a:cubicBezTo>
                    <a:pt x="265716" y="110451"/>
                    <a:pt x="272087" y="104141"/>
                    <a:pt x="267674" y="100438"/>
                  </a:cubicBezTo>
                  <a:cubicBezTo>
                    <a:pt x="210763" y="52260"/>
                    <a:pt x="141178" y="19548"/>
                    <a:pt x="67774" y="6449"/>
                  </a:cubicBezTo>
                  <a:cubicBezTo>
                    <a:pt x="46878" y="2711"/>
                    <a:pt x="25717" y="551"/>
                    <a:pt x="4499" y="3"/>
                  </a:cubicBezTo>
                  <a:cubicBezTo>
                    <a:pt x="1649" y="-100"/>
                    <a:pt x="-672" y="2917"/>
                    <a:pt x="178" y="5660"/>
                  </a:cubicBezTo>
                  <a:cubicBezTo>
                    <a:pt x="12392" y="45025"/>
                    <a:pt x="29852" y="82710"/>
                    <a:pt x="51918" y="117514"/>
                  </a:cubicBezTo>
                  <a:cubicBezTo>
                    <a:pt x="73977" y="152285"/>
                    <a:pt x="100558" y="184277"/>
                    <a:pt x="130830" y="212189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4" name="任意多边形: 形状 483">
              <a:extLst>
                <a:ext uri="{FF2B5EF4-FFF2-40B4-BE49-F238E27FC236}">
                  <a16:creationId xmlns:a16="http://schemas.microsoft.com/office/drawing/2014/main" id="{703F0A45-8D9C-2883-A81A-60D179D894C3}"/>
                </a:ext>
              </a:extLst>
            </p:cNvPr>
            <p:cNvSpPr/>
            <p:nvPr/>
          </p:nvSpPr>
          <p:spPr>
            <a:xfrm>
              <a:off x="5706478" y="6224111"/>
              <a:ext cx="159790" cy="225186"/>
            </a:xfrm>
            <a:custGeom>
              <a:avLst/>
              <a:gdLst>
                <a:gd name="connsiteX0" fmla="*/ 6506 w 159790"/>
                <a:gd name="connsiteY0" fmla="*/ 58399 h 225186"/>
                <a:gd name="connsiteX1" fmla="*/ 149303 w 159790"/>
                <a:gd name="connsiteY1" fmla="*/ 9159 h 225186"/>
                <a:gd name="connsiteX2" fmla="*/ 117084 w 159790"/>
                <a:gd name="connsiteY2" fmla="*/ 215790 h 225186"/>
                <a:gd name="connsiteX3" fmla="*/ 113059 w 159790"/>
                <a:gd name="connsiteY3" fmla="*/ 225186 h 225186"/>
                <a:gd name="connsiteX4" fmla="*/ 122684 w 159790"/>
                <a:gd name="connsiteY4" fmla="*/ 225186 h 225186"/>
                <a:gd name="connsiteX5" fmla="*/ 159292 w 159790"/>
                <a:gd name="connsiteY5" fmla="*/ 66492 h 225186"/>
                <a:gd name="connsiteX6" fmla="*/ 157910 w 159790"/>
                <a:gd name="connsiteY6" fmla="*/ 4461 h 225186"/>
                <a:gd name="connsiteX7" fmla="*/ 153428 w 159790"/>
                <a:gd name="connsiteY7" fmla="*/ 3 h 225186"/>
                <a:gd name="connsiteX8" fmla="*/ 1983 w 159790"/>
                <a:gd name="connsiteY8" fmla="*/ 50650 h 225186"/>
                <a:gd name="connsiteX9" fmla="*/ 6506 w 159790"/>
                <a:gd name="connsiteY9" fmla="*/ 58399 h 225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790" h="225186">
                  <a:moveTo>
                    <a:pt x="6506" y="58399"/>
                  </a:moveTo>
                  <a:cubicBezTo>
                    <a:pt x="48381" y="28910"/>
                    <a:pt x="98184" y="11731"/>
                    <a:pt x="149303" y="9159"/>
                  </a:cubicBezTo>
                  <a:cubicBezTo>
                    <a:pt x="154985" y="79419"/>
                    <a:pt x="143834" y="150605"/>
                    <a:pt x="117084" y="215790"/>
                  </a:cubicBezTo>
                  <a:cubicBezTo>
                    <a:pt x="115788" y="218945"/>
                    <a:pt x="114437" y="222100"/>
                    <a:pt x="113059" y="225186"/>
                  </a:cubicBezTo>
                  <a:lnTo>
                    <a:pt x="122684" y="225186"/>
                  </a:lnTo>
                  <a:cubicBezTo>
                    <a:pt x="144180" y="175054"/>
                    <a:pt x="156693" y="121081"/>
                    <a:pt x="159292" y="66492"/>
                  </a:cubicBezTo>
                  <a:cubicBezTo>
                    <a:pt x="160276" y="45815"/>
                    <a:pt x="159799" y="25104"/>
                    <a:pt x="157910" y="4461"/>
                  </a:cubicBezTo>
                  <a:cubicBezTo>
                    <a:pt x="157694" y="2129"/>
                    <a:pt x="156031" y="-100"/>
                    <a:pt x="153428" y="3"/>
                  </a:cubicBezTo>
                  <a:cubicBezTo>
                    <a:pt x="99363" y="1855"/>
                    <a:pt x="46245" y="19514"/>
                    <a:pt x="1983" y="50650"/>
                  </a:cubicBezTo>
                  <a:cubicBezTo>
                    <a:pt x="-2701" y="53942"/>
                    <a:pt x="1774" y="61725"/>
                    <a:pt x="6506" y="58399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5" name="任意多边形: 形状 484">
              <a:extLst>
                <a:ext uri="{FF2B5EF4-FFF2-40B4-BE49-F238E27FC236}">
                  <a16:creationId xmlns:a16="http://schemas.microsoft.com/office/drawing/2014/main" id="{C213FAF1-EC56-6204-5258-7EF114D5DFEB}"/>
                </a:ext>
              </a:extLst>
            </p:cNvPr>
            <p:cNvSpPr/>
            <p:nvPr/>
          </p:nvSpPr>
          <p:spPr>
            <a:xfrm>
              <a:off x="5667323" y="6267774"/>
              <a:ext cx="159812" cy="181523"/>
            </a:xfrm>
            <a:custGeom>
              <a:avLst/>
              <a:gdLst>
                <a:gd name="connsiteX0" fmla="*/ 10760 w 159812"/>
                <a:gd name="connsiteY0" fmla="*/ 181524 h 181523"/>
                <a:gd name="connsiteX1" fmla="*/ 117776 w 159812"/>
                <a:gd name="connsiteY1" fmla="*/ 47415 h 181523"/>
                <a:gd name="connsiteX2" fmla="*/ 158410 w 159812"/>
                <a:gd name="connsiteY2" fmla="*/ 7570 h 181523"/>
                <a:gd name="connsiteX3" fmla="*/ 152073 w 159812"/>
                <a:gd name="connsiteY3" fmla="*/ 1226 h 181523"/>
                <a:gd name="connsiteX4" fmla="*/ 19093 w 159812"/>
                <a:gd name="connsiteY4" fmla="*/ 153234 h 181523"/>
                <a:gd name="connsiteX5" fmla="*/ 0 w 159812"/>
                <a:gd name="connsiteY5" fmla="*/ 181524 h 181523"/>
                <a:gd name="connsiteX6" fmla="*/ 10760 w 159812"/>
                <a:gd name="connsiteY6" fmla="*/ 181524 h 18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812" h="181523">
                  <a:moveTo>
                    <a:pt x="10760" y="181524"/>
                  </a:moveTo>
                  <a:cubicBezTo>
                    <a:pt x="42307" y="133723"/>
                    <a:pt x="78082" y="88735"/>
                    <a:pt x="117776" y="47415"/>
                  </a:cubicBezTo>
                  <a:cubicBezTo>
                    <a:pt x="130916" y="33733"/>
                    <a:pt x="144478" y="20429"/>
                    <a:pt x="158410" y="7570"/>
                  </a:cubicBezTo>
                  <a:cubicBezTo>
                    <a:pt x="162655" y="3661"/>
                    <a:pt x="156304" y="-2683"/>
                    <a:pt x="152073" y="1226"/>
                  </a:cubicBezTo>
                  <a:cubicBezTo>
                    <a:pt x="102534" y="47003"/>
                    <a:pt x="57909" y="98027"/>
                    <a:pt x="19093" y="153234"/>
                  </a:cubicBezTo>
                  <a:cubicBezTo>
                    <a:pt x="12540" y="162527"/>
                    <a:pt x="6206" y="171991"/>
                    <a:pt x="0" y="181524"/>
                  </a:cubicBezTo>
                  <a:lnTo>
                    <a:pt x="10760" y="181524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6" name="任意多边形: 形状 485">
              <a:extLst>
                <a:ext uri="{FF2B5EF4-FFF2-40B4-BE49-F238E27FC236}">
                  <a16:creationId xmlns:a16="http://schemas.microsoft.com/office/drawing/2014/main" id="{2D814A1B-F572-9231-0C3D-5C4AF36E8DBA}"/>
                </a:ext>
              </a:extLst>
            </p:cNvPr>
            <p:cNvSpPr/>
            <p:nvPr/>
          </p:nvSpPr>
          <p:spPr>
            <a:xfrm>
              <a:off x="5194906" y="6280698"/>
              <a:ext cx="217371" cy="168598"/>
            </a:xfrm>
            <a:custGeom>
              <a:avLst/>
              <a:gdLst>
                <a:gd name="connsiteX0" fmla="*/ 2003 w 217371"/>
                <a:gd name="connsiteY0" fmla="*/ 8533 h 168598"/>
                <a:gd name="connsiteX1" fmla="*/ 172085 w 217371"/>
                <a:gd name="connsiteY1" fmla="*/ 140275 h 168598"/>
                <a:gd name="connsiteX2" fmla="*/ 204009 w 217371"/>
                <a:gd name="connsiteY2" fmla="*/ 168599 h 168598"/>
                <a:gd name="connsiteX3" fmla="*/ 217371 w 217371"/>
                <a:gd name="connsiteY3" fmla="*/ 168599 h 168598"/>
                <a:gd name="connsiteX4" fmla="*/ 56524 w 217371"/>
                <a:gd name="connsiteY4" fmla="*/ 36479 h 168598"/>
                <a:gd name="connsiteX5" fmla="*/ 6526 w 217371"/>
                <a:gd name="connsiteY5" fmla="*/ 783 h 168598"/>
                <a:gd name="connsiteX6" fmla="*/ 2003 w 217371"/>
                <a:gd name="connsiteY6" fmla="*/ 8533 h 168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7371" h="168598">
                  <a:moveTo>
                    <a:pt x="2003" y="8533"/>
                  </a:moveTo>
                  <a:cubicBezTo>
                    <a:pt x="61033" y="49338"/>
                    <a:pt x="117841" y="93298"/>
                    <a:pt x="172085" y="140275"/>
                  </a:cubicBezTo>
                  <a:cubicBezTo>
                    <a:pt x="182845" y="149568"/>
                    <a:pt x="193458" y="159066"/>
                    <a:pt x="204009" y="168599"/>
                  </a:cubicBezTo>
                  <a:lnTo>
                    <a:pt x="217371" y="168599"/>
                  </a:lnTo>
                  <a:cubicBezTo>
                    <a:pt x="166091" y="121827"/>
                    <a:pt x="112403" y="77662"/>
                    <a:pt x="56524" y="36479"/>
                  </a:cubicBezTo>
                  <a:cubicBezTo>
                    <a:pt x="40044" y="24340"/>
                    <a:pt x="23372" y="12442"/>
                    <a:pt x="6526" y="783"/>
                  </a:cubicBezTo>
                  <a:cubicBezTo>
                    <a:pt x="1770" y="-2474"/>
                    <a:pt x="-2716" y="5275"/>
                    <a:pt x="2003" y="8533"/>
                  </a:cubicBez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487" name="图形 4">
            <a:extLst>
              <a:ext uri="{FF2B5EF4-FFF2-40B4-BE49-F238E27FC236}">
                <a16:creationId xmlns:a16="http://schemas.microsoft.com/office/drawing/2014/main" id="{53AAD0E7-BD24-DF45-BAAB-4EB0E6E48564}"/>
              </a:ext>
            </a:extLst>
          </p:cNvPr>
          <p:cNvGrpSpPr/>
          <p:nvPr userDrawn="1"/>
        </p:nvGrpSpPr>
        <p:grpSpPr>
          <a:xfrm>
            <a:off x="513902" y="486934"/>
            <a:ext cx="2086251" cy="1919472"/>
            <a:chOff x="3164192" y="4752672"/>
            <a:chExt cx="555378" cy="510980"/>
          </a:xfrm>
          <a:solidFill>
            <a:schemeClr val="tx1">
              <a:lumMod val="95000"/>
              <a:lumOff val="5000"/>
            </a:schemeClr>
          </a:solidFill>
        </p:grpSpPr>
        <p:sp>
          <p:nvSpPr>
            <p:cNvPr id="488" name="任意多边形: 形状 487">
              <a:extLst>
                <a:ext uri="{FF2B5EF4-FFF2-40B4-BE49-F238E27FC236}">
                  <a16:creationId xmlns:a16="http://schemas.microsoft.com/office/drawing/2014/main" id="{77878404-97D4-CF14-896E-0A81DE3E59D4}"/>
                </a:ext>
              </a:extLst>
            </p:cNvPr>
            <p:cNvSpPr/>
            <p:nvPr/>
          </p:nvSpPr>
          <p:spPr>
            <a:xfrm>
              <a:off x="3379834" y="4752672"/>
              <a:ext cx="87341" cy="85294"/>
            </a:xfrm>
            <a:custGeom>
              <a:avLst/>
              <a:gdLst>
                <a:gd name="connsiteX0" fmla="*/ 3497 w 87341"/>
                <a:gd name="connsiteY0" fmla="*/ 19776 h 85294"/>
                <a:gd name="connsiteX1" fmla="*/ 67407 w 87341"/>
                <a:gd name="connsiteY1" fmla="*/ 81944 h 85294"/>
                <a:gd name="connsiteX2" fmla="*/ 83842 w 87341"/>
                <a:gd name="connsiteY2" fmla="*/ 65519 h 85294"/>
                <a:gd name="connsiteX3" fmla="*/ 19936 w 87341"/>
                <a:gd name="connsiteY3" fmla="*/ 3351 h 85294"/>
                <a:gd name="connsiteX4" fmla="*/ 3497 w 87341"/>
                <a:gd name="connsiteY4" fmla="*/ 19776 h 85294"/>
                <a:gd name="connsiteX5" fmla="*/ 3497 w 87341"/>
                <a:gd name="connsiteY5" fmla="*/ 19776 h 85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7341" h="85294">
                  <a:moveTo>
                    <a:pt x="3497" y="19776"/>
                  </a:moveTo>
                  <a:cubicBezTo>
                    <a:pt x="24802" y="40521"/>
                    <a:pt x="46103" y="61232"/>
                    <a:pt x="67407" y="81944"/>
                  </a:cubicBezTo>
                  <a:cubicBezTo>
                    <a:pt x="78136" y="92402"/>
                    <a:pt x="94589" y="75977"/>
                    <a:pt x="83842" y="65519"/>
                  </a:cubicBezTo>
                  <a:cubicBezTo>
                    <a:pt x="62541" y="44807"/>
                    <a:pt x="41237" y="24062"/>
                    <a:pt x="19936" y="3351"/>
                  </a:cubicBezTo>
                  <a:cubicBezTo>
                    <a:pt x="9207" y="-7108"/>
                    <a:pt x="-7246" y="9317"/>
                    <a:pt x="3497" y="19776"/>
                  </a:cubicBezTo>
                  <a:lnTo>
                    <a:pt x="3497" y="19776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9" name="任意多边形: 形状 488">
              <a:extLst>
                <a:ext uri="{FF2B5EF4-FFF2-40B4-BE49-F238E27FC236}">
                  <a16:creationId xmlns:a16="http://schemas.microsoft.com/office/drawing/2014/main" id="{5E6C6C0A-0E0B-7FFC-8CF2-02FD0898BA23}"/>
                </a:ext>
              </a:extLst>
            </p:cNvPr>
            <p:cNvSpPr/>
            <p:nvPr/>
          </p:nvSpPr>
          <p:spPr>
            <a:xfrm>
              <a:off x="3629630" y="4834805"/>
              <a:ext cx="89939" cy="94535"/>
            </a:xfrm>
            <a:custGeom>
              <a:avLst/>
              <a:gdLst>
                <a:gd name="connsiteX0" fmla="*/ 3253 w 89939"/>
                <a:gd name="connsiteY0" fmla="*/ 20008 h 94535"/>
                <a:gd name="connsiteX1" fmla="*/ 70249 w 89939"/>
                <a:gd name="connsiteY1" fmla="*/ 90953 h 94535"/>
                <a:gd name="connsiteX2" fmla="*/ 86684 w 89939"/>
                <a:gd name="connsiteY2" fmla="*/ 74494 h 94535"/>
                <a:gd name="connsiteX3" fmla="*/ 19689 w 89939"/>
                <a:gd name="connsiteY3" fmla="*/ 3582 h 94535"/>
                <a:gd name="connsiteX4" fmla="*/ 3253 w 89939"/>
                <a:gd name="connsiteY4" fmla="*/ 20008 h 94535"/>
                <a:gd name="connsiteX5" fmla="*/ 3253 w 89939"/>
                <a:gd name="connsiteY5" fmla="*/ 20008 h 9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939" h="94535">
                  <a:moveTo>
                    <a:pt x="3253" y="20008"/>
                  </a:moveTo>
                  <a:cubicBezTo>
                    <a:pt x="25586" y="43667"/>
                    <a:pt x="47916" y="67293"/>
                    <a:pt x="70249" y="90953"/>
                  </a:cubicBezTo>
                  <a:cubicBezTo>
                    <a:pt x="80543" y="101858"/>
                    <a:pt x="96958" y="85398"/>
                    <a:pt x="86684" y="74494"/>
                  </a:cubicBezTo>
                  <a:cubicBezTo>
                    <a:pt x="64351" y="50869"/>
                    <a:pt x="42022" y="27208"/>
                    <a:pt x="19689" y="3582"/>
                  </a:cubicBezTo>
                  <a:cubicBezTo>
                    <a:pt x="9398" y="-7322"/>
                    <a:pt x="-7016" y="9137"/>
                    <a:pt x="3253" y="20008"/>
                  </a:cubicBezTo>
                  <a:lnTo>
                    <a:pt x="3253" y="20008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0" name="任意多边形: 形状 489">
              <a:extLst>
                <a:ext uri="{FF2B5EF4-FFF2-40B4-BE49-F238E27FC236}">
                  <a16:creationId xmlns:a16="http://schemas.microsoft.com/office/drawing/2014/main" id="{385CF568-3AFD-3439-0A56-3F715BE2165B}"/>
                </a:ext>
              </a:extLst>
            </p:cNvPr>
            <p:cNvSpPr/>
            <p:nvPr/>
          </p:nvSpPr>
          <p:spPr>
            <a:xfrm>
              <a:off x="3242465" y="5001863"/>
              <a:ext cx="74067" cy="78853"/>
            </a:xfrm>
            <a:custGeom>
              <a:avLst/>
              <a:gdLst>
                <a:gd name="connsiteX0" fmla="*/ 3203 w 74067"/>
                <a:gd name="connsiteY0" fmla="*/ 20044 h 78853"/>
                <a:gd name="connsiteX1" fmla="*/ 54428 w 74067"/>
                <a:gd name="connsiteY1" fmla="*/ 75217 h 78853"/>
                <a:gd name="connsiteX2" fmla="*/ 70864 w 74067"/>
                <a:gd name="connsiteY2" fmla="*/ 58792 h 78853"/>
                <a:gd name="connsiteX3" fmla="*/ 19638 w 74067"/>
                <a:gd name="connsiteY3" fmla="*/ 3619 h 78853"/>
                <a:gd name="connsiteX4" fmla="*/ 3203 w 74067"/>
                <a:gd name="connsiteY4" fmla="*/ 20044 h 78853"/>
                <a:gd name="connsiteX5" fmla="*/ 3203 w 74067"/>
                <a:gd name="connsiteY5" fmla="*/ 20044 h 78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067" h="78853">
                  <a:moveTo>
                    <a:pt x="3203" y="20044"/>
                  </a:moveTo>
                  <a:cubicBezTo>
                    <a:pt x="20279" y="38458"/>
                    <a:pt x="37355" y="56837"/>
                    <a:pt x="54428" y="75217"/>
                  </a:cubicBezTo>
                  <a:cubicBezTo>
                    <a:pt x="64630" y="86224"/>
                    <a:pt x="81037" y="69765"/>
                    <a:pt x="70864" y="58792"/>
                  </a:cubicBezTo>
                  <a:cubicBezTo>
                    <a:pt x="53787" y="40412"/>
                    <a:pt x="36711" y="21998"/>
                    <a:pt x="19638" y="3619"/>
                  </a:cubicBezTo>
                  <a:cubicBezTo>
                    <a:pt x="9440" y="-7354"/>
                    <a:pt x="-6968" y="9105"/>
                    <a:pt x="3203" y="20044"/>
                  </a:cubicBezTo>
                  <a:lnTo>
                    <a:pt x="3203" y="20044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1" name="任意多边形: 形状 490">
              <a:extLst>
                <a:ext uri="{FF2B5EF4-FFF2-40B4-BE49-F238E27FC236}">
                  <a16:creationId xmlns:a16="http://schemas.microsoft.com/office/drawing/2014/main" id="{2E5170A6-39E7-E386-7AD6-56760A527723}"/>
                </a:ext>
              </a:extLst>
            </p:cNvPr>
            <p:cNvSpPr/>
            <p:nvPr/>
          </p:nvSpPr>
          <p:spPr>
            <a:xfrm>
              <a:off x="3168368" y="4773330"/>
              <a:ext cx="77655" cy="87045"/>
            </a:xfrm>
            <a:custGeom>
              <a:avLst/>
              <a:gdLst>
                <a:gd name="connsiteX0" fmla="*/ 3024 w 77655"/>
                <a:gd name="connsiteY0" fmla="*/ 20206 h 87045"/>
                <a:gd name="connsiteX1" fmla="*/ 58197 w 77655"/>
                <a:gd name="connsiteY1" fmla="*/ 83265 h 87045"/>
                <a:gd name="connsiteX2" fmla="*/ 74632 w 77655"/>
                <a:gd name="connsiteY2" fmla="*/ 66840 h 87045"/>
                <a:gd name="connsiteX3" fmla="*/ 19459 w 77655"/>
                <a:gd name="connsiteY3" fmla="*/ 3781 h 87045"/>
                <a:gd name="connsiteX4" fmla="*/ 3024 w 77655"/>
                <a:gd name="connsiteY4" fmla="*/ 20206 h 87045"/>
                <a:gd name="connsiteX5" fmla="*/ 3024 w 77655"/>
                <a:gd name="connsiteY5" fmla="*/ 20206 h 87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655" h="87045">
                  <a:moveTo>
                    <a:pt x="3024" y="20206"/>
                  </a:moveTo>
                  <a:cubicBezTo>
                    <a:pt x="21414" y="41225"/>
                    <a:pt x="39803" y="62245"/>
                    <a:pt x="58197" y="83265"/>
                  </a:cubicBezTo>
                  <a:cubicBezTo>
                    <a:pt x="68065" y="94546"/>
                    <a:pt x="84449" y="78053"/>
                    <a:pt x="74632" y="66840"/>
                  </a:cubicBezTo>
                  <a:cubicBezTo>
                    <a:pt x="56242" y="45821"/>
                    <a:pt x="37849" y="24801"/>
                    <a:pt x="19459" y="3781"/>
                  </a:cubicBezTo>
                  <a:cubicBezTo>
                    <a:pt x="9591" y="-7501"/>
                    <a:pt x="-6793" y="8993"/>
                    <a:pt x="3024" y="20206"/>
                  </a:cubicBezTo>
                  <a:lnTo>
                    <a:pt x="3024" y="20206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2" name="任意多边形: 形状 491">
              <a:extLst>
                <a:ext uri="{FF2B5EF4-FFF2-40B4-BE49-F238E27FC236}">
                  <a16:creationId xmlns:a16="http://schemas.microsoft.com/office/drawing/2014/main" id="{CF8F7A83-0017-A155-AE1A-4978E2CA3428}"/>
                </a:ext>
              </a:extLst>
            </p:cNvPr>
            <p:cNvSpPr/>
            <p:nvPr/>
          </p:nvSpPr>
          <p:spPr>
            <a:xfrm>
              <a:off x="3164192" y="5173076"/>
              <a:ext cx="86004" cy="90576"/>
            </a:xfrm>
            <a:custGeom>
              <a:avLst/>
              <a:gdLst>
                <a:gd name="connsiteX0" fmla="*/ 3246 w 86004"/>
                <a:gd name="connsiteY0" fmla="*/ 20007 h 90576"/>
                <a:gd name="connsiteX1" fmla="*/ 66323 w 86004"/>
                <a:gd name="connsiteY1" fmla="*/ 86976 h 90576"/>
                <a:gd name="connsiteX2" fmla="*/ 82758 w 86004"/>
                <a:gd name="connsiteY2" fmla="*/ 70551 h 90576"/>
                <a:gd name="connsiteX3" fmla="*/ 19681 w 86004"/>
                <a:gd name="connsiteY3" fmla="*/ 3582 h 90576"/>
                <a:gd name="connsiteX4" fmla="*/ 3246 w 86004"/>
                <a:gd name="connsiteY4" fmla="*/ 20007 h 90576"/>
                <a:gd name="connsiteX5" fmla="*/ 3246 w 86004"/>
                <a:gd name="connsiteY5" fmla="*/ 20007 h 90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004" h="90576">
                  <a:moveTo>
                    <a:pt x="3246" y="20007"/>
                  </a:moveTo>
                  <a:cubicBezTo>
                    <a:pt x="24273" y="42330"/>
                    <a:pt x="45296" y="64653"/>
                    <a:pt x="66323" y="86976"/>
                  </a:cubicBezTo>
                  <a:cubicBezTo>
                    <a:pt x="76599" y="97914"/>
                    <a:pt x="93014" y="81455"/>
                    <a:pt x="82758" y="70551"/>
                  </a:cubicBezTo>
                  <a:cubicBezTo>
                    <a:pt x="61731" y="48228"/>
                    <a:pt x="40708" y="25905"/>
                    <a:pt x="19681" y="3582"/>
                  </a:cubicBezTo>
                  <a:cubicBezTo>
                    <a:pt x="9405" y="-7322"/>
                    <a:pt x="-7010" y="9137"/>
                    <a:pt x="3246" y="20007"/>
                  </a:cubicBezTo>
                  <a:lnTo>
                    <a:pt x="3246" y="20007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3" name="任意多边形: 形状 492">
              <a:extLst>
                <a:ext uri="{FF2B5EF4-FFF2-40B4-BE49-F238E27FC236}">
                  <a16:creationId xmlns:a16="http://schemas.microsoft.com/office/drawing/2014/main" id="{D46F947B-8C74-89AD-EF7A-BBDD70C532AB}"/>
                </a:ext>
              </a:extLst>
            </p:cNvPr>
            <p:cNvSpPr/>
            <p:nvPr/>
          </p:nvSpPr>
          <p:spPr>
            <a:xfrm>
              <a:off x="3468582" y="4953454"/>
              <a:ext cx="74655" cy="85608"/>
            </a:xfrm>
            <a:custGeom>
              <a:avLst/>
              <a:gdLst>
                <a:gd name="connsiteX0" fmla="*/ 2940 w 74655"/>
                <a:gd name="connsiteY0" fmla="*/ 20276 h 85608"/>
                <a:gd name="connsiteX1" fmla="*/ 55280 w 74655"/>
                <a:gd name="connsiteY1" fmla="*/ 81758 h 85608"/>
                <a:gd name="connsiteX2" fmla="*/ 71715 w 74655"/>
                <a:gd name="connsiteY2" fmla="*/ 65333 h 85608"/>
                <a:gd name="connsiteX3" fmla="*/ 19375 w 74655"/>
                <a:gd name="connsiteY3" fmla="*/ 3851 h 85608"/>
                <a:gd name="connsiteX4" fmla="*/ 2940 w 74655"/>
                <a:gd name="connsiteY4" fmla="*/ 20276 h 85608"/>
                <a:gd name="connsiteX5" fmla="*/ 2940 w 74655"/>
                <a:gd name="connsiteY5" fmla="*/ 20276 h 85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655" h="85608">
                  <a:moveTo>
                    <a:pt x="2940" y="20276"/>
                  </a:moveTo>
                  <a:cubicBezTo>
                    <a:pt x="20387" y="40781"/>
                    <a:pt x="37833" y="61287"/>
                    <a:pt x="55280" y="81758"/>
                  </a:cubicBezTo>
                  <a:cubicBezTo>
                    <a:pt x="64991" y="93176"/>
                    <a:pt x="81365" y="76649"/>
                    <a:pt x="71715" y="65333"/>
                  </a:cubicBezTo>
                  <a:cubicBezTo>
                    <a:pt x="54269" y="44828"/>
                    <a:pt x="36822" y="24357"/>
                    <a:pt x="19375" y="3851"/>
                  </a:cubicBezTo>
                  <a:cubicBezTo>
                    <a:pt x="9664" y="-7568"/>
                    <a:pt x="-6709" y="8960"/>
                    <a:pt x="2940" y="20276"/>
                  </a:cubicBezTo>
                  <a:lnTo>
                    <a:pt x="2940" y="20276"/>
                  </a:lnTo>
                  <a:close/>
                </a:path>
              </a:pathLst>
            </a:custGeom>
            <a:grpFill/>
            <a:ln w="342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6" name="任意多边形: 形状 25">
            <a:extLst>
              <a:ext uri="{FF2B5EF4-FFF2-40B4-BE49-F238E27FC236}">
                <a16:creationId xmlns:a16="http://schemas.microsoft.com/office/drawing/2014/main" id="{DCA073C1-61AC-5A97-68FF-C986CA7D4D86}"/>
              </a:ext>
            </a:extLst>
          </p:cNvPr>
          <p:cNvSpPr/>
          <p:nvPr userDrawn="1"/>
        </p:nvSpPr>
        <p:spPr>
          <a:xfrm>
            <a:off x="11336201" y="4381890"/>
            <a:ext cx="628442" cy="131407"/>
          </a:xfrm>
          <a:custGeom>
            <a:avLst/>
            <a:gdLst>
              <a:gd name="connsiteX0" fmla="*/ 450300 w 628442"/>
              <a:gd name="connsiteY0" fmla="*/ 77036 h 131407"/>
              <a:gd name="connsiteX1" fmla="*/ 626449 w 628442"/>
              <a:gd name="connsiteY1" fmla="*/ 0 h 131407"/>
              <a:gd name="connsiteX2" fmla="*/ 591491 w 628442"/>
              <a:gd name="connsiteY2" fmla="*/ 40550 h 131407"/>
              <a:gd name="connsiteX3" fmla="*/ 0 w 628442"/>
              <a:gd name="connsiteY3" fmla="*/ 91262 h 131407"/>
              <a:gd name="connsiteX4" fmla="*/ 71079 w 628442"/>
              <a:gd name="connsiteY4" fmla="*/ 91650 h 131407"/>
              <a:gd name="connsiteX5" fmla="*/ 450300 w 628442"/>
              <a:gd name="connsiteY5" fmla="*/ 77036 h 131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8442" h="131407">
                <a:moveTo>
                  <a:pt x="450300" y="77036"/>
                </a:moveTo>
                <a:cubicBezTo>
                  <a:pt x="511696" y="58648"/>
                  <a:pt x="574060" y="38131"/>
                  <a:pt x="626449" y="0"/>
                </a:cubicBezTo>
                <a:cubicBezTo>
                  <a:pt x="636327" y="25356"/>
                  <a:pt x="607082" y="31356"/>
                  <a:pt x="591491" y="40550"/>
                </a:cubicBezTo>
                <a:cubicBezTo>
                  <a:pt x="411080" y="130748"/>
                  <a:pt x="191644" y="165008"/>
                  <a:pt x="0" y="91262"/>
                </a:cubicBezTo>
                <a:cubicBezTo>
                  <a:pt x="21595" y="76455"/>
                  <a:pt x="47741" y="88359"/>
                  <a:pt x="71079" y="91650"/>
                </a:cubicBezTo>
                <a:cubicBezTo>
                  <a:pt x="196098" y="119812"/>
                  <a:pt x="327605" y="112747"/>
                  <a:pt x="450300" y="77036"/>
                </a:cubicBezTo>
                <a:close/>
              </a:path>
            </a:pathLst>
          </a:custGeom>
          <a:solidFill>
            <a:srgbClr val="A1B4D5"/>
          </a:solidFill>
          <a:ln w="9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942F6F5F-5E94-B659-AB03-5867305ED2C3}"/>
              </a:ext>
            </a:extLst>
          </p:cNvPr>
          <p:cNvSpPr/>
          <p:nvPr userDrawn="1"/>
        </p:nvSpPr>
        <p:spPr>
          <a:xfrm>
            <a:off x="9725042" y="4511911"/>
            <a:ext cx="441972" cy="297401"/>
          </a:xfrm>
          <a:custGeom>
            <a:avLst/>
            <a:gdLst>
              <a:gd name="connsiteX0" fmla="*/ 124245 w 441972"/>
              <a:gd name="connsiteY0" fmla="*/ 125716 h 297401"/>
              <a:gd name="connsiteX1" fmla="*/ 441972 w 441972"/>
              <a:gd name="connsiteY1" fmla="*/ 0 h 297401"/>
              <a:gd name="connsiteX2" fmla="*/ 432385 w 441972"/>
              <a:gd name="connsiteY2" fmla="*/ 17130 h 297401"/>
              <a:gd name="connsiteX3" fmla="*/ 54811 w 441972"/>
              <a:gd name="connsiteY3" fmla="*/ 220559 h 297401"/>
              <a:gd name="connsiteX4" fmla="*/ 0 w 441972"/>
              <a:gd name="connsiteY4" fmla="*/ 297402 h 297401"/>
              <a:gd name="connsiteX5" fmla="*/ 124245 w 441972"/>
              <a:gd name="connsiteY5" fmla="*/ 125716 h 297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1972" h="297401">
                <a:moveTo>
                  <a:pt x="124245" y="125716"/>
                </a:moveTo>
                <a:cubicBezTo>
                  <a:pt x="215563" y="55454"/>
                  <a:pt x="328478" y="14420"/>
                  <a:pt x="441972" y="0"/>
                </a:cubicBezTo>
                <a:cubicBezTo>
                  <a:pt x="439551" y="4258"/>
                  <a:pt x="434806" y="12871"/>
                  <a:pt x="432385" y="17130"/>
                </a:cubicBezTo>
                <a:cubicBezTo>
                  <a:pt x="289839" y="42970"/>
                  <a:pt x="149035" y="107618"/>
                  <a:pt x="54811" y="220559"/>
                </a:cubicBezTo>
                <a:cubicBezTo>
                  <a:pt x="33797" y="244270"/>
                  <a:pt x="25179" y="277271"/>
                  <a:pt x="0" y="297402"/>
                </a:cubicBezTo>
                <a:cubicBezTo>
                  <a:pt x="9491" y="223269"/>
                  <a:pt x="68175" y="169073"/>
                  <a:pt x="124245" y="125716"/>
                </a:cubicBezTo>
                <a:close/>
              </a:path>
            </a:pathLst>
          </a:custGeom>
          <a:solidFill>
            <a:srgbClr val="A1B4D5"/>
          </a:solidFill>
          <a:ln w="9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C40D36BD-BD7D-FCBF-17E8-D01319B1F7B0}"/>
              </a:ext>
            </a:extLst>
          </p:cNvPr>
          <p:cNvSpPr/>
          <p:nvPr userDrawn="1"/>
        </p:nvSpPr>
        <p:spPr>
          <a:xfrm rot="7230557">
            <a:off x="8118504" y="6517860"/>
            <a:ext cx="463944" cy="316625"/>
          </a:xfrm>
          <a:custGeom>
            <a:avLst/>
            <a:gdLst>
              <a:gd name="connsiteX0" fmla="*/ 22108 w 463944"/>
              <a:gd name="connsiteY0" fmla="*/ 271049 h 316625"/>
              <a:gd name="connsiteX1" fmla="*/ 32567 w 463944"/>
              <a:gd name="connsiteY1" fmla="*/ 143494 h 316625"/>
              <a:gd name="connsiteX2" fmla="*/ 165139 w 463944"/>
              <a:gd name="connsiteY2" fmla="*/ 102073 h 316625"/>
              <a:gd name="connsiteX3" fmla="*/ 273513 w 463944"/>
              <a:gd name="connsiteY3" fmla="*/ 57107 h 316625"/>
              <a:gd name="connsiteX4" fmla="*/ 349733 w 463944"/>
              <a:gd name="connsiteY4" fmla="*/ 0 h 316625"/>
              <a:gd name="connsiteX5" fmla="*/ 463944 w 463944"/>
              <a:gd name="connsiteY5" fmla="*/ 193819 h 316625"/>
              <a:gd name="connsiteX6" fmla="*/ 419244 w 463944"/>
              <a:gd name="connsiteY6" fmla="*/ 230886 h 316625"/>
              <a:gd name="connsiteX7" fmla="*/ 134538 w 463944"/>
              <a:gd name="connsiteY7" fmla="*/ 315567 h 316625"/>
              <a:gd name="connsiteX8" fmla="*/ 22108 w 463944"/>
              <a:gd name="connsiteY8" fmla="*/ 271049 h 316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944" h="316625">
                <a:moveTo>
                  <a:pt x="22108" y="271049"/>
                </a:moveTo>
                <a:cubicBezTo>
                  <a:pt x="-11301" y="235725"/>
                  <a:pt x="-6072" y="173013"/>
                  <a:pt x="32567" y="143494"/>
                </a:cubicBezTo>
                <a:cubicBezTo>
                  <a:pt x="69656" y="112912"/>
                  <a:pt x="120594" y="113590"/>
                  <a:pt x="165139" y="102073"/>
                </a:cubicBezTo>
                <a:cubicBezTo>
                  <a:pt x="203729" y="93121"/>
                  <a:pt x="239802" y="77249"/>
                  <a:pt x="273513" y="57107"/>
                </a:cubicBezTo>
                <a:lnTo>
                  <a:pt x="349733" y="0"/>
                </a:lnTo>
                <a:lnTo>
                  <a:pt x="463944" y="193819"/>
                </a:lnTo>
                <a:lnTo>
                  <a:pt x="419244" y="230886"/>
                </a:lnTo>
                <a:cubicBezTo>
                  <a:pt x="335188" y="284985"/>
                  <a:pt x="236025" y="323600"/>
                  <a:pt x="134538" y="315567"/>
                </a:cubicBezTo>
                <a:cubicBezTo>
                  <a:pt x="94253" y="311890"/>
                  <a:pt x="50192" y="302502"/>
                  <a:pt x="22108" y="271049"/>
                </a:cubicBezTo>
                <a:close/>
              </a:path>
            </a:pathLst>
          </a:custGeom>
          <a:solidFill>
            <a:schemeClr val="bg1"/>
          </a:solidFill>
          <a:ln w="968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/>
          </a:p>
        </p:txBody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247799AE-A2E3-DDA1-DD34-1C71F3A848BE}"/>
              </a:ext>
            </a:extLst>
          </p:cNvPr>
          <p:cNvSpPr/>
          <p:nvPr userDrawn="1"/>
        </p:nvSpPr>
        <p:spPr>
          <a:xfrm>
            <a:off x="7771283" y="5900453"/>
            <a:ext cx="586899" cy="514155"/>
          </a:xfrm>
          <a:custGeom>
            <a:avLst/>
            <a:gdLst>
              <a:gd name="connsiteX0" fmla="*/ 128561 w 586899"/>
              <a:gd name="connsiteY0" fmla="*/ 153945 h 514155"/>
              <a:gd name="connsiteX1" fmla="*/ 586899 w 586899"/>
              <a:gd name="connsiteY1" fmla="*/ 15744 h 514155"/>
              <a:gd name="connsiteX2" fmla="*/ 574504 w 586899"/>
              <a:gd name="connsiteY2" fmla="*/ 31616 h 514155"/>
              <a:gd name="connsiteX3" fmla="*/ 35112 w 586899"/>
              <a:gd name="connsiteY3" fmla="*/ 358922 h 514155"/>
              <a:gd name="connsiteX4" fmla="*/ 1122 w 586899"/>
              <a:gd name="connsiteY4" fmla="*/ 514156 h 514155"/>
              <a:gd name="connsiteX5" fmla="*/ 128561 w 586899"/>
              <a:gd name="connsiteY5" fmla="*/ 153945 h 514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86899" h="514155">
                <a:moveTo>
                  <a:pt x="128561" y="153945"/>
                </a:moveTo>
                <a:cubicBezTo>
                  <a:pt x="242153" y="31616"/>
                  <a:pt x="423823" y="-31580"/>
                  <a:pt x="586899" y="15744"/>
                </a:cubicBezTo>
                <a:cubicBezTo>
                  <a:pt x="583801" y="19712"/>
                  <a:pt x="577603" y="27648"/>
                  <a:pt x="574504" y="31616"/>
                </a:cubicBezTo>
                <a:cubicBezTo>
                  <a:pt x="345868" y="-29935"/>
                  <a:pt x="92731" y="133621"/>
                  <a:pt x="35112" y="358922"/>
                </a:cubicBezTo>
                <a:cubicBezTo>
                  <a:pt x="20683" y="409925"/>
                  <a:pt x="14001" y="462669"/>
                  <a:pt x="1122" y="514156"/>
                </a:cubicBezTo>
                <a:cubicBezTo>
                  <a:pt x="-7594" y="384375"/>
                  <a:pt x="34434" y="246465"/>
                  <a:pt x="128561" y="153945"/>
                </a:cubicBezTo>
                <a:close/>
              </a:path>
            </a:pathLst>
          </a:custGeom>
          <a:solidFill>
            <a:srgbClr val="A1B4D5"/>
          </a:solidFill>
          <a:ln w="9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4FCD4E2E-A8A3-5B28-7EB0-B9548E9D73C4}"/>
              </a:ext>
            </a:extLst>
          </p:cNvPr>
          <p:cNvSpPr/>
          <p:nvPr userDrawn="1"/>
        </p:nvSpPr>
        <p:spPr>
          <a:xfrm rot="21147173">
            <a:off x="10033366" y="4820381"/>
            <a:ext cx="1129984" cy="475422"/>
          </a:xfrm>
          <a:custGeom>
            <a:avLst/>
            <a:gdLst>
              <a:gd name="connsiteX0" fmla="*/ 414361 w 1129984"/>
              <a:gd name="connsiteY0" fmla="*/ 6150 h 475422"/>
              <a:gd name="connsiteX1" fmla="*/ 836384 w 1129984"/>
              <a:gd name="connsiteY1" fmla="*/ 52217 h 475422"/>
              <a:gd name="connsiteX2" fmla="*/ 1062213 w 1129984"/>
              <a:gd name="connsiteY2" fmla="*/ 170094 h 475422"/>
              <a:gd name="connsiteX3" fmla="*/ 1102013 w 1129984"/>
              <a:gd name="connsiteY3" fmla="*/ 399460 h 475422"/>
              <a:gd name="connsiteX4" fmla="*/ 901073 w 1129984"/>
              <a:gd name="connsiteY4" fmla="*/ 464205 h 475422"/>
              <a:gd name="connsiteX5" fmla="*/ 774698 w 1129984"/>
              <a:gd name="connsiteY5" fmla="*/ 378458 h 475422"/>
              <a:gd name="connsiteX6" fmla="*/ 427919 w 1129984"/>
              <a:gd name="connsiteY6" fmla="*/ 340618 h 475422"/>
              <a:gd name="connsiteX7" fmla="*/ 233273 w 1129984"/>
              <a:gd name="connsiteY7" fmla="*/ 395975 h 475422"/>
              <a:gd name="connsiteX8" fmla="*/ 49666 w 1129984"/>
              <a:gd name="connsiteY8" fmla="*/ 367232 h 475422"/>
              <a:gd name="connsiteX9" fmla="*/ 10833 w 1129984"/>
              <a:gd name="connsiteY9" fmla="*/ 189740 h 475422"/>
              <a:gd name="connsiteX10" fmla="*/ 136627 w 1129984"/>
              <a:gd name="connsiteY10" fmla="*/ 71282 h 475422"/>
              <a:gd name="connsiteX11" fmla="*/ 414361 w 1129984"/>
              <a:gd name="connsiteY11" fmla="*/ 6150 h 47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29984" h="475422">
                <a:moveTo>
                  <a:pt x="414361" y="6150"/>
                </a:moveTo>
                <a:cubicBezTo>
                  <a:pt x="556230" y="-11270"/>
                  <a:pt x="700810" y="9634"/>
                  <a:pt x="836384" y="52217"/>
                </a:cubicBezTo>
                <a:cubicBezTo>
                  <a:pt x="918600" y="76799"/>
                  <a:pt x="990552" y="124511"/>
                  <a:pt x="1062213" y="170094"/>
                </a:cubicBezTo>
                <a:cubicBezTo>
                  <a:pt x="1133389" y="220031"/>
                  <a:pt x="1151595" y="328327"/>
                  <a:pt x="1102013" y="399460"/>
                </a:cubicBezTo>
                <a:cubicBezTo>
                  <a:pt x="1060275" y="463624"/>
                  <a:pt x="972540" y="493335"/>
                  <a:pt x="901073" y="464205"/>
                </a:cubicBezTo>
                <a:cubicBezTo>
                  <a:pt x="850426" y="448623"/>
                  <a:pt x="824376" y="395782"/>
                  <a:pt x="774698" y="378458"/>
                </a:cubicBezTo>
                <a:cubicBezTo>
                  <a:pt x="665368" y="336069"/>
                  <a:pt x="543834" y="318262"/>
                  <a:pt x="427919" y="340618"/>
                </a:cubicBezTo>
                <a:cubicBezTo>
                  <a:pt x="361680" y="353393"/>
                  <a:pt x="293603" y="364329"/>
                  <a:pt x="233273" y="395975"/>
                </a:cubicBezTo>
                <a:cubicBezTo>
                  <a:pt x="174297" y="426558"/>
                  <a:pt x="96440" y="414557"/>
                  <a:pt x="49666" y="367232"/>
                </a:cubicBezTo>
                <a:cubicBezTo>
                  <a:pt x="2505" y="322907"/>
                  <a:pt x="-12504" y="249743"/>
                  <a:pt x="10833" y="189740"/>
                </a:cubicBezTo>
                <a:cubicBezTo>
                  <a:pt x="29718" y="131769"/>
                  <a:pt x="80848" y="91412"/>
                  <a:pt x="136627" y="71282"/>
                </a:cubicBezTo>
                <a:cubicBezTo>
                  <a:pt x="225913" y="37990"/>
                  <a:pt x="320137" y="18925"/>
                  <a:pt x="414361" y="6150"/>
                </a:cubicBezTo>
                <a:close/>
              </a:path>
            </a:pathLst>
          </a:custGeom>
          <a:solidFill>
            <a:schemeClr val="bg1"/>
          </a:solidFill>
          <a:ln w="968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2" name="任意多边形: 形状 41" descr="D:\51PPT模板网\51pptmoban.com\图片.jpg">
            <a:extLst>
              <a:ext uri="{FF2B5EF4-FFF2-40B4-BE49-F238E27FC236}">
                <a16:creationId xmlns:a16="http://schemas.microsoft.com/office/drawing/2014/main" id="{43FB4DA2-15A2-242E-98F7-59A5D6162912}"/>
              </a:ext>
            </a:extLst>
          </p:cNvPr>
          <p:cNvSpPr/>
          <p:nvPr userDrawn="1"/>
        </p:nvSpPr>
        <p:spPr>
          <a:xfrm>
            <a:off x="-448208" y="2773902"/>
            <a:ext cx="2776776" cy="1821388"/>
          </a:xfrm>
          <a:custGeom>
            <a:avLst/>
            <a:gdLst>
              <a:gd name="connsiteX0" fmla="*/ 1804823 w 2776776"/>
              <a:gd name="connsiteY0" fmla="*/ 754297 h 1821388"/>
              <a:gd name="connsiteX1" fmla="*/ 1793507 w 2776776"/>
              <a:gd name="connsiteY1" fmla="*/ 759097 h 1821388"/>
              <a:gd name="connsiteX2" fmla="*/ 1793507 w 2776776"/>
              <a:gd name="connsiteY2" fmla="*/ 757383 h 1821388"/>
              <a:gd name="connsiteX3" fmla="*/ 1790421 w 2776776"/>
              <a:gd name="connsiteY3" fmla="*/ 757040 h 1821388"/>
              <a:gd name="connsiteX4" fmla="*/ 1765732 w 2776776"/>
              <a:gd name="connsiteY4" fmla="*/ 770413 h 1821388"/>
              <a:gd name="connsiteX5" fmla="*/ 1760931 w 2776776"/>
              <a:gd name="connsiteY5" fmla="*/ 774528 h 1821388"/>
              <a:gd name="connsiteX6" fmla="*/ 1693380 w 2776776"/>
              <a:gd name="connsiteY6" fmla="*/ 817048 h 1821388"/>
              <a:gd name="connsiteX7" fmla="*/ 1656004 w 2776776"/>
              <a:gd name="connsiteY7" fmla="*/ 829735 h 1821388"/>
              <a:gd name="connsiteX8" fmla="*/ 1661490 w 2776776"/>
              <a:gd name="connsiteY8" fmla="*/ 834535 h 1821388"/>
              <a:gd name="connsiteX9" fmla="*/ 1590853 w 2776776"/>
              <a:gd name="connsiteY9" fmla="*/ 867797 h 1821388"/>
              <a:gd name="connsiteX10" fmla="*/ 1621371 w 2776776"/>
              <a:gd name="connsiteY10" fmla="*/ 839336 h 1821388"/>
              <a:gd name="connsiteX11" fmla="*/ 1715326 w 2776776"/>
              <a:gd name="connsiteY11" fmla="*/ 674401 h 1821388"/>
              <a:gd name="connsiteX12" fmla="*/ 1742415 w 2776776"/>
              <a:gd name="connsiteY12" fmla="*/ 498493 h 1821388"/>
              <a:gd name="connsiteX13" fmla="*/ 1793507 w 2776776"/>
              <a:gd name="connsiteY13" fmla="*/ 381907 h 1821388"/>
              <a:gd name="connsiteX14" fmla="*/ 1808937 w 2776776"/>
              <a:gd name="connsiteY14" fmla="*/ 247148 h 1821388"/>
              <a:gd name="connsiteX15" fmla="*/ 1767789 w 2776776"/>
              <a:gd name="connsiteY15" fmla="*/ 103473 h 1821388"/>
              <a:gd name="connsiteX16" fmla="*/ 1751330 w 2776776"/>
              <a:gd name="connsiteY16" fmla="*/ 91471 h 1821388"/>
              <a:gd name="connsiteX17" fmla="*/ 1727327 w 2776776"/>
              <a:gd name="connsiteY17" fmla="*/ 116846 h 1821388"/>
              <a:gd name="connsiteX18" fmla="*/ 1659090 w 2776776"/>
              <a:gd name="connsiteY18" fmla="*/ 235146 h 1821388"/>
              <a:gd name="connsiteX19" fmla="*/ 1594968 w 2776776"/>
              <a:gd name="connsiteY19" fmla="*/ 360648 h 1821388"/>
              <a:gd name="connsiteX20" fmla="*/ 1563421 w 2776776"/>
              <a:gd name="connsiteY20" fmla="*/ 543756 h 1821388"/>
              <a:gd name="connsiteX21" fmla="*/ 1591196 w 2776776"/>
              <a:gd name="connsiteY21" fmla="*/ 742295 h 1821388"/>
              <a:gd name="connsiteX22" fmla="*/ 1553820 w 2776776"/>
              <a:gd name="connsiteY22" fmla="*/ 877741 h 1821388"/>
              <a:gd name="connsiteX23" fmla="*/ 1538389 w 2776776"/>
              <a:gd name="connsiteY23" fmla="*/ 895229 h 1821388"/>
              <a:gd name="connsiteX24" fmla="*/ 1517815 w 2776776"/>
              <a:gd name="connsiteY24" fmla="*/ 908602 h 1821388"/>
              <a:gd name="connsiteX25" fmla="*/ 1419060 w 2776776"/>
              <a:gd name="connsiteY25" fmla="*/ 983354 h 1821388"/>
              <a:gd name="connsiteX26" fmla="*/ 1330935 w 2776776"/>
              <a:gd name="connsiteY26" fmla="*/ 1046448 h 1821388"/>
              <a:gd name="connsiteX27" fmla="*/ 1307618 w 2776776"/>
              <a:gd name="connsiteY27" fmla="*/ 1064964 h 1821388"/>
              <a:gd name="connsiteX28" fmla="*/ 1324077 w 2776776"/>
              <a:gd name="connsiteY28" fmla="*/ 1037875 h 1821388"/>
              <a:gd name="connsiteX29" fmla="*/ 1362824 w 2776776"/>
              <a:gd name="connsiteY29" fmla="*/ 905516 h 1821388"/>
              <a:gd name="connsiteX30" fmla="*/ 1386142 w 2776776"/>
              <a:gd name="connsiteY30" fmla="*/ 800588 h 1821388"/>
              <a:gd name="connsiteX31" fmla="*/ 1388542 w 2776776"/>
              <a:gd name="connsiteY31" fmla="*/ 724807 h 1821388"/>
              <a:gd name="connsiteX32" fmla="*/ 1409116 w 2776776"/>
              <a:gd name="connsiteY32" fmla="*/ 475176 h 1821388"/>
              <a:gd name="connsiteX33" fmla="*/ 1383741 w 2776776"/>
              <a:gd name="connsiteY33" fmla="*/ 372649 h 1821388"/>
              <a:gd name="connsiteX34" fmla="*/ 1346708 w 2776776"/>
              <a:gd name="connsiteY34" fmla="*/ 282809 h 1821388"/>
              <a:gd name="connsiteX35" fmla="*/ 1332306 w 2776776"/>
              <a:gd name="connsiteY35" fmla="*/ 237204 h 1821388"/>
              <a:gd name="connsiteX36" fmla="*/ 1301102 w 2776776"/>
              <a:gd name="connsiteY36" fmla="*/ 254692 h 1821388"/>
              <a:gd name="connsiteX37" fmla="*/ 1262012 w 2776776"/>
              <a:gd name="connsiteY37" fmla="*/ 327386 h 1821388"/>
              <a:gd name="connsiteX38" fmla="*/ 1218806 w 2776776"/>
              <a:gd name="connsiteY38" fmla="*/ 440200 h 1821388"/>
              <a:gd name="connsiteX39" fmla="*/ 1219492 w 2776776"/>
              <a:gd name="connsiteY39" fmla="*/ 594848 h 1821388"/>
              <a:gd name="connsiteX40" fmla="*/ 1250696 w 2776776"/>
              <a:gd name="connsiteY40" fmla="*/ 663428 h 1821388"/>
              <a:gd name="connsiteX41" fmla="*/ 1270584 w 2776776"/>
              <a:gd name="connsiteY41" fmla="*/ 793730 h 1821388"/>
              <a:gd name="connsiteX42" fmla="*/ 1303160 w 2776776"/>
              <a:gd name="connsiteY42" fmla="*/ 912031 h 1821388"/>
              <a:gd name="connsiteX43" fmla="*/ 1210920 w 2776776"/>
              <a:gd name="connsiteY43" fmla="*/ 1130801 h 1821388"/>
              <a:gd name="connsiteX44" fmla="*/ 1187945 w 2776776"/>
              <a:gd name="connsiteY44" fmla="*/ 1143831 h 1821388"/>
              <a:gd name="connsiteX45" fmla="*/ 1019239 w 2776776"/>
              <a:gd name="connsiteY45" fmla="*/ 1196981 h 1821388"/>
              <a:gd name="connsiteX46" fmla="*/ 893737 w 2776776"/>
              <a:gd name="connsiteY46" fmla="*/ 1226813 h 1821388"/>
              <a:gd name="connsiteX47" fmla="*/ 956831 w 2776776"/>
              <a:gd name="connsiteY47" fmla="*/ 1171606 h 1821388"/>
              <a:gd name="connsiteX48" fmla="*/ 1065873 w 2776776"/>
              <a:gd name="connsiteY48" fmla="*/ 1045419 h 1821388"/>
              <a:gd name="connsiteX49" fmla="*/ 1062101 w 2776776"/>
              <a:gd name="connsiteY49" fmla="*/ 888371 h 1821388"/>
              <a:gd name="connsiteX50" fmla="*/ 1080275 w 2776776"/>
              <a:gd name="connsiteY50" fmla="*/ 751554 h 1821388"/>
              <a:gd name="connsiteX51" fmla="*/ 1096734 w 2776776"/>
              <a:gd name="connsiteY51" fmla="*/ 680573 h 1821388"/>
              <a:gd name="connsiteX52" fmla="*/ 1082675 w 2776776"/>
              <a:gd name="connsiteY52" fmla="*/ 579761 h 1821388"/>
              <a:gd name="connsiteX53" fmla="*/ 1070674 w 2776776"/>
              <a:gd name="connsiteY53" fmla="*/ 485120 h 1821388"/>
              <a:gd name="connsiteX54" fmla="*/ 996950 w 2776776"/>
              <a:gd name="connsiteY54" fmla="*/ 538956 h 1821388"/>
              <a:gd name="connsiteX55" fmla="*/ 937628 w 2776776"/>
              <a:gd name="connsiteY55" fmla="*/ 631196 h 1821388"/>
              <a:gd name="connsiteX56" fmla="*/ 857390 w 2776776"/>
              <a:gd name="connsiteY56" fmla="*/ 905859 h 1821388"/>
              <a:gd name="connsiteX57" fmla="*/ 922541 w 2776776"/>
              <a:gd name="connsiteY57" fmla="*/ 1099254 h 1821388"/>
              <a:gd name="connsiteX58" fmla="*/ 842645 w 2776776"/>
              <a:gd name="connsiteY58" fmla="*/ 1235728 h 1821388"/>
              <a:gd name="connsiteX59" fmla="*/ 758292 w 2776776"/>
              <a:gd name="connsiteY59" fmla="*/ 1244987 h 1821388"/>
              <a:gd name="connsiteX60" fmla="*/ 579984 w 2776776"/>
              <a:gd name="connsiteY60" fmla="*/ 1275505 h 1821388"/>
              <a:gd name="connsiteX61" fmla="*/ 608102 w 2776776"/>
              <a:gd name="connsiteY61" fmla="*/ 1239843 h 1821388"/>
              <a:gd name="connsiteX62" fmla="*/ 644106 w 2776776"/>
              <a:gd name="connsiteY62" fmla="*/ 1148632 h 1821388"/>
              <a:gd name="connsiteX63" fmla="*/ 687654 w 2776776"/>
              <a:gd name="connsiteY63" fmla="*/ 1012501 h 1821388"/>
              <a:gd name="connsiteX64" fmla="*/ 683882 w 2776776"/>
              <a:gd name="connsiteY64" fmla="*/ 912031 h 1821388"/>
              <a:gd name="connsiteX65" fmla="*/ 681825 w 2776776"/>
              <a:gd name="connsiteY65" fmla="*/ 770756 h 1821388"/>
              <a:gd name="connsiteX66" fmla="*/ 691769 w 2776776"/>
              <a:gd name="connsiteY66" fmla="*/ 698404 h 1821388"/>
              <a:gd name="connsiteX67" fmla="*/ 672224 w 2776776"/>
              <a:gd name="connsiteY67" fmla="*/ 660685 h 1821388"/>
              <a:gd name="connsiteX68" fmla="*/ 634848 w 2776776"/>
              <a:gd name="connsiteY68" fmla="*/ 649369 h 1821388"/>
              <a:gd name="connsiteX69" fmla="*/ 569011 w 2776776"/>
              <a:gd name="connsiteY69" fmla="*/ 744353 h 1821388"/>
              <a:gd name="connsiteX70" fmla="*/ 529235 w 2776776"/>
              <a:gd name="connsiteY70" fmla="*/ 876712 h 1821388"/>
              <a:gd name="connsiteX71" fmla="*/ 498716 w 2776776"/>
              <a:gd name="connsiteY71" fmla="*/ 1062564 h 1821388"/>
              <a:gd name="connsiteX72" fmla="*/ 539179 w 2776776"/>
              <a:gd name="connsiteY72" fmla="*/ 1247730 h 1821388"/>
              <a:gd name="connsiteX73" fmla="*/ 540550 w 2776776"/>
              <a:gd name="connsiteY73" fmla="*/ 1280648 h 1821388"/>
              <a:gd name="connsiteX74" fmla="*/ 405791 w 2776776"/>
              <a:gd name="connsiteY74" fmla="*/ 1296079 h 1821388"/>
              <a:gd name="connsiteX75" fmla="*/ 418135 w 2776776"/>
              <a:gd name="connsiteY75" fmla="*/ 1258017 h 1821388"/>
              <a:gd name="connsiteX76" fmla="*/ 426022 w 2776776"/>
              <a:gd name="connsiteY76" fmla="*/ 1211725 h 1821388"/>
              <a:gd name="connsiteX77" fmla="*/ 448996 w 2776776"/>
              <a:gd name="connsiteY77" fmla="*/ 1102340 h 1821388"/>
              <a:gd name="connsiteX78" fmla="*/ 438709 w 2776776"/>
              <a:gd name="connsiteY78" fmla="*/ 1019359 h 1821388"/>
              <a:gd name="connsiteX79" fmla="*/ 424307 w 2776776"/>
              <a:gd name="connsiteY79" fmla="*/ 985411 h 1821388"/>
              <a:gd name="connsiteX80" fmla="*/ 394132 w 2776776"/>
              <a:gd name="connsiteY80" fmla="*/ 1017301 h 1821388"/>
              <a:gd name="connsiteX81" fmla="*/ 385559 w 2776776"/>
              <a:gd name="connsiteY81" fmla="*/ 1201438 h 1821388"/>
              <a:gd name="connsiteX82" fmla="*/ 376987 w 2776776"/>
              <a:gd name="connsiteY82" fmla="*/ 1276534 h 1821388"/>
              <a:gd name="connsiteX83" fmla="*/ 371843 w 2776776"/>
              <a:gd name="connsiteY83" fmla="*/ 1300879 h 1821388"/>
              <a:gd name="connsiteX84" fmla="*/ 316637 w 2776776"/>
              <a:gd name="connsiteY84" fmla="*/ 1308080 h 1821388"/>
              <a:gd name="connsiteX85" fmla="*/ 294348 w 2776776"/>
              <a:gd name="connsiteY85" fmla="*/ 1305337 h 1821388"/>
              <a:gd name="connsiteX86" fmla="*/ 233998 w 2776776"/>
              <a:gd name="connsiteY86" fmla="*/ 1299508 h 1821388"/>
              <a:gd name="connsiteX87" fmla="*/ 104724 w 2776776"/>
              <a:gd name="connsiteY87" fmla="*/ 1294364 h 1821388"/>
              <a:gd name="connsiteX88" fmla="*/ 29629 w 2776776"/>
              <a:gd name="connsiteY88" fmla="*/ 1280991 h 1821388"/>
              <a:gd name="connsiteX89" fmla="*/ 5969 w 2776776"/>
              <a:gd name="connsiteY89" fmla="*/ 1301565 h 1821388"/>
              <a:gd name="connsiteX90" fmla="*/ 2540 w 2776776"/>
              <a:gd name="connsiteY90" fmla="*/ 1310481 h 1821388"/>
              <a:gd name="connsiteX91" fmla="*/ 9741 w 2776776"/>
              <a:gd name="connsiteY91" fmla="*/ 1311852 h 1821388"/>
              <a:gd name="connsiteX92" fmla="*/ 11456 w 2776776"/>
              <a:gd name="connsiteY92" fmla="*/ 1311852 h 1821388"/>
              <a:gd name="connsiteX93" fmla="*/ 30658 w 2776776"/>
              <a:gd name="connsiteY93" fmla="*/ 1316310 h 1821388"/>
              <a:gd name="connsiteX94" fmla="*/ 71806 w 2776776"/>
              <a:gd name="connsiteY94" fmla="*/ 1321111 h 1821388"/>
              <a:gd name="connsiteX95" fmla="*/ 251486 w 2776776"/>
              <a:gd name="connsiteY95" fmla="*/ 1333112 h 1821388"/>
              <a:gd name="connsiteX96" fmla="*/ 304292 w 2776776"/>
              <a:gd name="connsiteY96" fmla="*/ 1326254 h 1821388"/>
              <a:gd name="connsiteX97" fmla="*/ 393446 w 2776776"/>
              <a:gd name="connsiteY97" fmla="*/ 1323511 h 1821388"/>
              <a:gd name="connsiteX98" fmla="*/ 419164 w 2776776"/>
              <a:gd name="connsiteY98" fmla="*/ 1343399 h 1821388"/>
              <a:gd name="connsiteX99" fmla="*/ 487401 w 2776776"/>
              <a:gd name="connsiteY99" fmla="*/ 1431524 h 1821388"/>
              <a:gd name="connsiteX100" fmla="*/ 559410 w 2776776"/>
              <a:gd name="connsiteY100" fmla="*/ 1536452 h 1821388"/>
              <a:gd name="connsiteX101" fmla="*/ 655079 w 2776776"/>
              <a:gd name="connsiteY101" fmla="*/ 1723332 h 1821388"/>
              <a:gd name="connsiteX102" fmla="*/ 708571 w 2776776"/>
              <a:gd name="connsiteY102" fmla="*/ 1738763 h 1821388"/>
              <a:gd name="connsiteX103" fmla="*/ 692112 w 2776776"/>
              <a:gd name="connsiteY103" fmla="*/ 1664353 h 1821388"/>
              <a:gd name="connsiteX104" fmla="*/ 653364 w 2776776"/>
              <a:gd name="connsiteY104" fmla="*/ 1552911 h 1821388"/>
              <a:gd name="connsiteX105" fmla="*/ 533349 w 2776776"/>
              <a:gd name="connsiteY105" fmla="*/ 1409236 h 1821388"/>
              <a:gd name="connsiteX106" fmla="*/ 491858 w 2776776"/>
              <a:gd name="connsiteY106" fmla="*/ 1356429 h 1821388"/>
              <a:gd name="connsiteX107" fmla="*/ 442824 w 2776776"/>
              <a:gd name="connsiteY107" fmla="*/ 1318710 h 1821388"/>
              <a:gd name="connsiteX108" fmla="*/ 567296 w 2776776"/>
              <a:gd name="connsiteY108" fmla="*/ 1295736 h 1821388"/>
              <a:gd name="connsiteX109" fmla="*/ 590614 w 2776776"/>
              <a:gd name="connsiteY109" fmla="*/ 1312538 h 1821388"/>
              <a:gd name="connsiteX110" fmla="*/ 663651 w 2776776"/>
              <a:gd name="connsiteY110" fmla="*/ 1379746 h 1821388"/>
              <a:gd name="connsiteX111" fmla="*/ 733603 w 2776776"/>
              <a:gd name="connsiteY111" fmla="*/ 1434953 h 1821388"/>
              <a:gd name="connsiteX112" fmla="*/ 770979 w 2776776"/>
              <a:gd name="connsiteY112" fmla="*/ 1561826 h 1821388"/>
              <a:gd name="connsiteX113" fmla="*/ 833730 w 2776776"/>
              <a:gd name="connsiteY113" fmla="*/ 1642065 h 1821388"/>
              <a:gd name="connsiteX114" fmla="*/ 958202 w 2776776"/>
              <a:gd name="connsiteY114" fmla="*/ 1780597 h 1821388"/>
              <a:gd name="connsiteX115" fmla="*/ 1068616 w 2776776"/>
              <a:gd name="connsiteY115" fmla="*/ 1817630 h 1821388"/>
              <a:gd name="connsiteX116" fmla="*/ 1075131 w 2776776"/>
              <a:gd name="connsiteY116" fmla="*/ 1800828 h 1821388"/>
              <a:gd name="connsiteX117" fmla="*/ 1056615 w 2776776"/>
              <a:gd name="connsiteY117" fmla="*/ 1664696 h 1821388"/>
              <a:gd name="connsiteX118" fmla="*/ 977062 w 2776776"/>
              <a:gd name="connsiteY118" fmla="*/ 1526851 h 1821388"/>
              <a:gd name="connsiteX119" fmla="*/ 830301 w 2776776"/>
              <a:gd name="connsiteY119" fmla="*/ 1412322 h 1821388"/>
              <a:gd name="connsiteX120" fmla="*/ 683540 w 2776776"/>
              <a:gd name="connsiteY120" fmla="*/ 1309452 h 1821388"/>
              <a:gd name="connsiteX121" fmla="*/ 623875 w 2776776"/>
              <a:gd name="connsiteY121" fmla="*/ 1287163 h 1821388"/>
              <a:gd name="connsiteX122" fmla="*/ 633476 w 2776776"/>
              <a:gd name="connsiteY122" fmla="*/ 1286135 h 1821388"/>
              <a:gd name="connsiteX123" fmla="*/ 757263 w 2776776"/>
              <a:gd name="connsiteY123" fmla="*/ 1280991 h 1821388"/>
              <a:gd name="connsiteX124" fmla="*/ 850189 w 2776776"/>
              <a:gd name="connsiteY124" fmla="*/ 1266247 h 1821388"/>
              <a:gd name="connsiteX125" fmla="*/ 861162 w 2776776"/>
              <a:gd name="connsiteY125" fmla="*/ 1270361 h 1821388"/>
              <a:gd name="connsiteX126" fmla="*/ 988721 w 2776776"/>
              <a:gd name="connsiteY126" fmla="*/ 1340313 h 1821388"/>
              <a:gd name="connsiteX127" fmla="*/ 1110793 w 2776776"/>
              <a:gd name="connsiteY127" fmla="*/ 1439068 h 1821388"/>
              <a:gd name="connsiteX128" fmla="*/ 1214692 w 2776776"/>
              <a:gd name="connsiteY128" fmla="*/ 1500447 h 1821388"/>
              <a:gd name="connsiteX129" fmla="*/ 1426947 w 2776776"/>
              <a:gd name="connsiteY129" fmla="*/ 1567656 h 1821388"/>
              <a:gd name="connsiteX130" fmla="*/ 1615199 w 2776776"/>
              <a:gd name="connsiteY130" fmla="*/ 1544681 h 1821388"/>
              <a:gd name="connsiteX131" fmla="*/ 1657718 w 2776776"/>
              <a:gd name="connsiteY131" fmla="*/ 1525136 h 1821388"/>
              <a:gd name="connsiteX132" fmla="*/ 1670063 w 2776776"/>
              <a:gd name="connsiteY132" fmla="*/ 1514849 h 1821388"/>
              <a:gd name="connsiteX133" fmla="*/ 1578509 w 2776776"/>
              <a:gd name="connsiteY133" fmla="*/ 1464786 h 1821388"/>
              <a:gd name="connsiteX134" fmla="*/ 1388199 w 2776776"/>
              <a:gd name="connsiteY134" fmla="*/ 1418494 h 1821388"/>
              <a:gd name="connsiteX135" fmla="*/ 1277785 w 2776776"/>
              <a:gd name="connsiteY135" fmla="*/ 1395520 h 1821388"/>
              <a:gd name="connsiteX136" fmla="*/ 1194461 w 2776776"/>
              <a:gd name="connsiteY136" fmla="*/ 1350257 h 1821388"/>
              <a:gd name="connsiteX137" fmla="*/ 1110450 w 2776776"/>
              <a:gd name="connsiteY137" fmla="*/ 1303280 h 1821388"/>
              <a:gd name="connsiteX138" fmla="*/ 985977 w 2776776"/>
              <a:gd name="connsiteY138" fmla="*/ 1269333 h 1821388"/>
              <a:gd name="connsiteX139" fmla="*/ 908139 w 2776776"/>
              <a:gd name="connsiteY139" fmla="*/ 1253902 h 1821388"/>
              <a:gd name="connsiteX140" fmla="*/ 927684 w 2776776"/>
              <a:gd name="connsiteY140" fmla="*/ 1250130 h 1821388"/>
              <a:gd name="connsiteX141" fmla="*/ 1069988 w 2776776"/>
              <a:gd name="connsiteY141" fmla="*/ 1219269 h 1821388"/>
              <a:gd name="connsiteX142" fmla="*/ 1205090 w 2776776"/>
              <a:gd name="connsiteY142" fmla="*/ 1157547 h 1821388"/>
              <a:gd name="connsiteX143" fmla="*/ 1208177 w 2776776"/>
              <a:gd name="connsiteY143" fmla="*/ 1156176 h 1821388"/>
              <a:gd name="connsiteX144" fmla="*/ 1260983 w 2776776"/>
              <a:gd name="connsiteY144" fmla="*/ 1169892 h 1821388"/>
              <a:gd name="connsiteX145" fmla="*/ 1501699 w 2776776"/>
              <a:gd name="connsiteY145" fmla="*/ 1291621 h 1821388"/>
              <a:gd name="connsiteX146" fmla="*/ 1872031 w 2776776"/>
              <a:gd name="connsiteY146" fmla="*/ 1335855 h 1821388"/>
              <a:gd name="connsiteX147" fmla="*/ 2088401 w 2776776"/>
              <a:gd name="connsiteY147" fmla="*/ 1275162 h 1821388"/>
              <a:gd name="connsiteX148" fmla="*/ 2058911 w 2776776"/>
              <a:gd name="connsiteY148" fmla="*/ 1247730 h 1821388"/>
              <a:gd name="connsiteX149" fmla="*/ 1974901 w 2776776"/>
              <a:gd name="connsiteY149" fmla="*/ 1252873 h 1821388"/>
              <a:gd name="connsiteX150" fmla="*/ 1820253 w 2776776"/>
              <a:gd name="connsiteY150" fmla="*/ 1196981 h 1821388"/>
              <a:gd name="connsiteX151" fmla="*/ 1615885 w 2776776"/>
              <a:gd name="connsiteY151" fmla="*/ 1176064 h 1821388"/>
              <a:gd name="connsiteX152" fmla="*/ 1538389 w 2776776"/>
              <a:gd name="connsiteY152" fmla="*/ 1192523 h 1821388"/>
              <a:gd name="connsiteX153" fmla="*/ 1403972 w 2776776"/>
              <a:gd name="connsiteY153" fmla="*/ 1179836 h 1821388"/>
              <a:gd name="connsiteX154" fmla="*/ 1253782 w 2776776"/>
              <a:gd name="connsiteY154" fmla="*/ 1134916 h 1821388"/>
              <a:gd name="connsiteX155" fmla="*/ 1328192 w 2776776"/>
              <a:gd name="connsiteY155" fmla="*/ 1092739 h 1821388"/>
              <a:gd name="connsiteX156" fmla="*/ 1442034 w 2776776"/>
              <a:gd name="connsiteY156" fmla="*/ 1002214 h 1821388"/>
              <a:gd name="connsiteX157" fmla="*/ 1489355 w 2776776"/>
              <a:gd name="connsiteY157" fmla="*/ 966895 h 1821388"/>
              <a:gd name="connsiteX158" fmla="*/ 1566850 w 2776776"/>
              <a:gd name="connsiteY158" fmla="*/ 978211 h 1821388"/>
              <a:gd name="connsiteX159" fmla="*/ 1682408 w 2776776"/>
              <a:gd name="connsiteY159" fmla="*/ 1044390 h 1821388"/>
              <a:gd name="connsiteX160" fmla="*/ 1802423 w 2776776"/>
              <a:gd name="connsiteY160" fmla="*/ 1106798 h 1821388"/>
              <a:gd name="connsiteX161" fmla="*/ 1964614 w 2776776"/>
              <a:gd name="connsiteY161" fmla="*/ 1112627 h 1821388"/>
              <a:gd name="connsiteX162" fmla="*/ 2057540 w 2776776"/>
              <a:gd name="connsiteY162" fmla="*/ 1075937 h 1821388"/>
              <a:gd name="connsiteX163" fmla="*/ 2247849 w 2776776"/>
              <a:gd name="connsiteY163" fmla="*/ 1082452 h 1821388"/>
              <a:gd name="connsiteX164" fmla="*/ 2416556 w 2776776"/>
              <a:gd name="connsiteY164" fmla="*/ 1043704 h 1821388"/>
              <a:gd name="connsiteX165" fmla="*/ 2429586 w 2776776"/>
              <a:gd name="connsiteY165" fmla="*/ 1032046 h 1821388"/>
              <a:gd name="connsiteX166" fmla="*/ 2374722 w 2776776"/>
              <a:gd name="connsiteY166" fmla="*/ 1004614 h 1821388"/>
              <a:gd name="connsiteX167" fmla="*/ 2273910 w 2776776"/>
              <a:gd name="connsiteY167" fmla="*/ 990898 h 1821388"/>
              <a:gd name="connsiteX168" fmla="*/ 2144637 w 2776776"/>
              <a:gd name="connsiteY168" fmla="*/ 974782 h 1821388"/>
              <a:gd name="connsiteX169" fmla="*/ 1961528 w 2776776"/>
              <a:gd name="connsiteY169" fmla="*/ 960723 h 1821388"/>
              <a:gd name="connsiteX170" fmla="*/ 1817167 w 2776776"/>
              <a:gd name="connsiteY170" fmla="*/ 1002556 h 1821388"/>
              <a:gd name="connsiteX171" fmla="*/ 1747901 w 2776776"/>
              <a:gd name="connsiteY171" fmla="*/ 988155 h 1821388"/>
              <a:gd name="connsiteX172" fmla="*/ 1557249 w 2776776"/>
              <a:gd name="connsiteY172" fmla="*/ 954208 h 1821388"/>
              <a:gd name="connsiteX173" fmla="*/ 1516101 w 2776776"/>
              <a:gd name="connsiteY173" fmla="*/ 947692 h 1821388"/>
              <a:gd name="connsiteX174" fmla="*/ 1623086 w 2776776"/>
              <a:gd name="connsiteY174" fmla="*/ 874998 h 1821388"/>
              <a:gd name="connsiteX175" fmla="*/ 1705382 w 2776776"/>
              <a:gd name="connsiteY175" fmla="*/ 828706 h 1821388"/>
              <a:gd name="connsiteX176" fmla="*/ 1729727 w 2776776"/>
              <a:gd name="connsiteY176" fmla="*/ 826306 h 1821388"/>
              <a:gd name="connsiteX177" fmla="*/ 1809966 w 2776776"/>
              <a:gd name="connsiteY177" fmla="*/ 849280 h 1821388"/>
              <a:gd name="connsiteX178" fmla="*/ 1900492 w 2776776"/>
              <a:gd name="connsiteY178" fmla="*/ 873626 h 1821388"/>
              <a:gd name="connsiteX179" fmla="*/ 2054454 w 2776776"/>
              <a:gd name="connsiteY179" fmla="*/ 883913 h 1821388"/>
              <a:gd name="connsiteX180" fmla="*/ 2180298 w 2776776"/>
              <a:gd name="connsiteY180" fmla="*/ 875683 h 1821388"/>
              <a:gd name="connsiteX181" fmla="*/ 2339404 w 2776776"/>
              <a:gd name="connsiteY181" fmla="*/ 882199 h 1821388"/>
              <a:gd name="connsiteX182" fmla="*/ 2455304 w 2776776"/>
              <a:gd name="connsiteY182" fmla="*/ 869854 h 1821388"/>
              <a:gd name="connsiteX183" fmla="*/ 2526970 w 2776776"/>
              <a:gd name="connsiteY183" fmla="*/ 852366 h 1821388"/>
              <a:gd name="connsiteX184" fmla="*/ 2596236 w 2776776"/>
              <a:gd name="connsiteY184" fmla="*/ 802303 h 1821388"/>
              <a:gd name="connsiteX185" fmla="*/ 2597265 w 2776776"/>
              <a:gd name="connsiteY185" fmla="*/ 778643 h 1821388"/>
              <a:gd name="connsiteX186" fmla="*/ 2482050 w 2776776"/>
              <a:gd name="connsiteY186" fmla="*/ 758412 h 1821388"/>
              <a:gd name="connsiteX187" fmla="*/ 2362721 w 2776776"/>
              <a:gd name="connsiteY187" fmla="*/ 785501 h 1821388"/>
              <a:gd name="connsiteX188" fmla="*/ 2294827 w 2776776"/>
              <a:gd name="connsiteY188" fmla="*/ 784815 h 1821388"/>
              <a:gd name="connsiteX189" fmla="*/ 2200872 w 2776776"/>
              <a:gd name="connsiteY189" fmla="*/ 784472 h 1821388"/>
              <a:gd name="connsiteX190" fmla="*/ 1973186 w 2776776"/>
              <a:gd name="connsiteY190" fmla="*/ 823563 h 1821388"/>
              <a:gd name="connsiteX191" fmla="*/ 1846313 w 2776776"/>
              <a:gd name="connsiteY191" fmla="*/ 807446 h 1821388"/>
              <a:gd name="connsiteX192" fmla="*/ 1732128 w 2776776"/>
              <a:gd name="connsiteY192" fmla="*/ 815333 h 1821388"/>
              <a:gd name="connsiteX193" fmla="*/ 1921066 w 2776776"/>
              <a:gd name="connsiteY193" fmla="*/ 732008 h 1821388"/>
              <a:gd name="connsiteX194" fmla="*/ 2020850 w 2776776"/>
              <a:gd name="connsiteY194" fmla="*/ 669943 h 1821388"/>
              <a:gd name="connsiteX195" fmla="*/ 2027708 w 2776776"/>
              <a:gd name="connsiteY195" fmla="*/ 671315 h 1821388"/>
              <a:gd name="connsiteX196" fmla="*/ 2090459 w 2776776"/>
              <a:gd name="connsiteY196" fmla="*/ 648684 h 1821388"/>
              <a:gd name="connsiteX197" fmla="*/ 2248193 w 2776776"/>
              <a:gd name="connsiteY197" fmla="*/ 651084 h 1821388"/>
              <a:gd name="connsiteX198" fmla="*/ 2596579 w 2776776"/>
              <a:gd name="connsiteY198" fmla="*/ 583533 h 1821388"/>
              <a:gd name="connsiteX199" fmla="*/ 2718651 w 2776776"/>
              <a:gd name="connsiteY199" fmla="*/ 507066 h 1821388"/>
              <a:gd name="connsiteX200" fmla="*/ 2753970 w 2776776"/>
              <a:gd name="connsiteY200" fmla="*/ 493007 h 1821388"/>
              <a:gd name="connsiteX201" fmla="*/ 2776259 w 2776776"/>
              <a:gd name="connsiteY201" fmla="*/ 479634 h 1821388"/>
              <a:gd name="connsiteX202" fmla="*/ 2741283 w 2776776"/>
              <a:gd name="connsiteY202" fmla="*/ 454259 h 1821388"/>
              <a:gd name="connsiteX203" fmla="*/ 2583891 w 2776776"/>
              <a:gd name="connsiteY203" fmla="*/ 506037 h 1821388"/>
              <a:gd name="connsiteX204" fmla="*/ 2521827 w 2776776"/>
              <a:gd name="connsiteY204" fmla="*/ 500894 h 1821388"/>
              <a:gd name="connsiteX205" fmla="*/ 2331517 w 2776776"/>
              <a:gd name="connsiteY205" fmla="*/ 550614 h 1821388"/>
              <a:gd name="connsiteX206" fmla="*/ 2220761 w 2776776"/>
              <a:gd name="connsiteY206" fmla="*/ 575989 h 1821388"/>
              <a:gd name="connsiteX207" fmla="*/ 2132978 w 2776776"/>
              <a:gd name="connsiteY207" fmla="*/ 613022 h 1821388"/>
              <a:gd name="connsiteX208" fmla="*/ 2059598 w 2776776"/>
              <a:gd name="connsiteY208" fmla="*/ 647312 h 1821388"/>
              <a:gd name="connsiteX209" fmla="*/ 2168297 w 2776776"/>
              <a:gd name="connsiteY209" fmla="*/ 551643 h 1821388"/>
              <a:gd name="connsiteX210" fmla="*/ 2273910 w 2776776"/>
              <a:gd name="connsiteY210" fmla="*/ 461803 h 1821388"/>
              <a:gd name="connsiteX211" fmla="*/ 2364435 w 2776776"/>
              <a:gd name="connsiteY211" fmla="*/ 352418 h 1821388"/>
              <a:gd name="connsiteX212" fmla="*/ 2438159 w 2776776"/>
              <a:gd name="connsiteY212" fmla="*/ 306469 h 1821388"/>
              <a:gd name="connsiteX213" fmla="*/ 2586635 w 2776776"/>
              <a:gd name="connsiteY213" fmla="*/ 114445 h 1821388"/>
              <a:gd name="connsiteX214" fmla="*/ 2612009 w 2776776"/>
              <a:gd name="connsiteY214" fmla="*/ 87699 h 1821388"/>
              <a:gd name="connsiteX215" fmla="*/ 2616810 w 2776776"/>
              <a:gd name="connsiteY215" fmla="*/ 78441 h 1821388"/>
              <a:gd name="connsiteX216" fmla="*/ 2557145 w 2776776"/>
              <a:gd name="connsiteY216" fmla="*/ 92157 h 1821388"/>
              <a:gd name="connsiteX217" fmla="*/ 2429244 w 2776776"/>
              <a:gd name="connsiteY217" fmla="*/ 147707 h 1821388"/>
              <a:gd name="connsiteX218" fmla="*/ 2316087 w 2776776"/>
              <a:gd name="connsiteY218" fmla="*/ 240976 h 1821388"/>
              <a:gd name="connsiteX219" fmla="*/ 2219389 w 2776776"/>
              <a:gd name="connsiteY219" fmla="*/ 313327 h 1821388"/>
              <a:gd name="connsiteX220" fmla="*/ 2179269 w 2776776"/>
              <a:gd name="connsiteY220" fmla="*/ 416883 h 1821388"/>
              <a:gd name="connsiteX221" fmla="*/ 2125434 w 2776776"/>
              <a:gd name="connsiteY221" fmla="*/ 557815 h 1821388"/>
              <a:gd name="connsiteX222" fmla="*/ 2088744 w 2776776"/>
              <a:gd name="connsiteY222" fmla="*/ 598963 h 1821388"/>
              <a:gd name="connsiteX223" fmla="*/ 2037309 w 2776776"/>
              <a:gd name="connsiteY223" fmla="*/ 631196 h 1821388"/>
              <a:gd name="connsiteX224" fmla="*/ 1960157 w 2776776"/>
              <a:gd name="connsiteY224" fmla="*/ 688117 h 1821388"/>
              <a:gd name="connsiteX225" fmla="*/ 1872031 w 2776776"/>
              <a:gd name="connsiteY225" fmla="*/ 729951 h 1821388"/>
              <a:gd name="connsiteX226" fmla="*/ 1961185 w 2776776"/>
              <a:gd name="connsiteY226" fmla="*/ 659999 h 1821388"/>
              <a:gd name="connsiteX227" fmla="*/ 2033537 w 2776776"/>
              <a:gd name="connsiteY227" fmla="*/ 568788 h 1821388"/>
              <a:gd name="connsiteX228" fmla="*/ 2072285 w 2776776"/>
              <a:gd name="connsiteY228" fmla="*/ 438143 h 1821388"/>
              <a:gd name="connsiteX229" fmla="*/ 2094230 w 2776776"/>
              <a:gd name="connsiteY229" fmla="*/ 381907 h 1821388"/>
              <a:gd name="connsiteX230" fmla="*/ 2128178 w 2776776"/>
              <a:gd name="connsiteY230" fmla="*/ 324643 h 1821388"/>
              <a:gd name="connsiteX231" fmla="*/ 2153895 w 2776776"/>
              <a:gd name="connsiteY231" fmla="*/ 232746 h 1821388"/>
              <a:gd name="connsiteX232" fmla="*/ 2171726 w 2776776"/>
              <a:gd name="connsiteY232" fmla="*/ 89071 h 1821388"/>
              <a:gd name="connsiteX233" fmla="*/ 2174126 w 2776776"/>
              <a:gd name="connsiteY233" fmla="*/ 13633 h 1821388"/>
              <a:gd name="connsiteX234" fmla="*/ 2171383 w 2776776"/>
              <a:gd name="connsiteY234" fmla="*/ 5060 h 1821388"/>
              <a:gd name="connsiteX235" fmla="*/ 2047253 w 2776776"/>
              <a:gd name="connsiteY235" fmla="*/ 168281 h 1821388"/>
              <a:gd name="connsiteX236" fmla="*/ 2000276 w 2776776"/>
              <a:gd name="connsiteY236" fmla="*/ 239604 h 1821388"/>
              <a:gd name="connsiteX237" fmla="*/ 1978673 w 2776776"/>
              <a:gd name="connsiteY237" fmla="*/ 335273 h 1821388"/>
              <a:gd name="connsiteX238" fmla="*/ 1974558 w 2776776"/>
              <a:gd name="connsiteY238" fmla="*/ 462146 h 1821388"/>
              <a:gd name="connsiteX239" fmla="*/ 1940611 w 2776776"/>
              <a:gd name="connsiteY239" fmla="*/ 601363 h 1821388"/>
              <a:gd name="connsiteX240" fmla="*/ 1881290 w 2776776"/>
              <a:gd name="connsiteY240" fmla="*/ 696347 h 1821388"/>
              <a:gd name="connsiteX241" fmla="*/ 1804823 w 2776776"/>
              <a:gd name="connsiteY241" fmla="*/ 753268 h 1821388"/>
              <a:gd name="connsiteX242" fmla="*/ 1804823 w 2776776"/>
              <a:gd name="connsiteY242" fmla="*/ 754297 h 1821388"/>
              <a:gd name="connsiteX243" fmla="*/ 2148408 w 2776776"/>
              <a:gd name="connsiteY243" fmla="*/ 553700 h 1821388"/>
              <a:gd name="connsiteX244" fmla="*/ 2184070 w 2776776"/>
              <a:gd name="connsiteY244" fmla="*/ 476205 h 1821388"/>
              <a:gd name="connsiteX245" fmla="*/ 2215960 w 2776776"/>
              <a:gd name="connsiteY245" fmla="*/ 387737 h 1821388"/>
              <a:gd name="connsiteX246" fmla="*/ 2251622 w 2776776"/>
              <a:gd name="connsiteY246" fmla="*/ 307498 h 1821388"/>
              <a:gd name="connsiteX247" fmla="*/ 2330831 w 2776776"/>
              <a:gd name="connsiteY247" fmla="*/ 258806 h 1821388"/>
              <a:gd name="connsiteX248" fmla="*/ 2435073 w 2776776"/>
              <a:gd name="connsiteY248" fmla="*/ 169309 h 1821388"/>
              <a:gd name="connsiteX249" fmla="*/ 2576005 w 2776776"/>
              <a:gd name="connsiteY249" fmla="*/ 107245 h 1821388"/>
              <a:gd name="connsiteX250" fmla="*/ 2497138 w 2776776"/>
              <a:gd name="connsiteY250" fmla="*/ 204285 h 1821388"/>
              <a:gd name="connsiteX251" fmla="*/ 2435073 w 2776776"/>
              <a:gd name="connsiteY251" fmla="*/ 281781 h 1821388"/>
              <a:gd name="connsiteX252" fmla="*/ 2363407 w 2776776"/>
              <a:gd name="connsiteY252" fmla="*/ 330472 h 1821388"/>
              <a:gd name="connsiteX253" fmla="*/ 2280768 w 2776776"/>
              <a:gd name="connsiteY253" fmla="*/ 414826 h 1821388"/>
              <a:gd name="connsiteX254" fmla="*/ 2148408 w 2776776"/>
              <a:gd name="connsiteY254" fmla="*/ 553700 h 1821388"/>
              <a:gd name="connsiteX255" fmla="*/ 2115147 w 2776776"/>
              <a:gd name="connsiteY255" fmla="*/ 639768 h 1821388"/>
              <a:gd name="connsiteX256" fmla="*/ 2240991 w 2776776"/>
              <a:gd name="connsiteY256" fmla="*/ 585590 h 1821388"/>
              <a:gd name="connsiteX257" fmla="*/ 2394268 w 2776776"/>
              <a:gd name="connsiteY257" fmla="*/ 546157 h 1821388"/>
              <a:gd name="connsiteX258" fmla="*/ 2525942 w 2776776"/>
              <a:gd name="connsiteY258" fmla="*/ 512895 h 1821388"/>
              <a:gd name="connsiteX259" fmla="*/ 2602408 w 2776776"/>
              <a:gd name="connsiteY259" fmla="*/ 514267 h 1821388"/>
              <a:gd name="connsiteX260" fmla="*/ 2753627 w 2776776"/>
              <a:gd name="connsiteY260" fmla="*/ 471061 h 1821388"/>
              <a:gd name="connsiteX261" fmla="*/ 2641842 w 2776776"/>
              <a:gd name="connsiteY261" fmla="*/ 522496 h 1821388"/>
              <a:gd name="connsiteX262" fmla="*/ 2571204 w 2776776"/>
              <a:gd name="connsiteY262" fmla="*/ 579075 h 1821388"/>
              <a:gd name="connsiteX263" fmla="*/ 2411756 w 2776776"/>
              <a:gd name="connsiteY263" fmla="*/ 613708 h 1821388"/>
              <a:gd name="connsiteX264" fmla="*/ 2242020 w 2776776"/>
              <a:gd name="connsiteY264" fmla="*/ 639082 h 1821388"/>
              <a:gd name="connsiteX265" fmla="*/ 2115147 w 2776776"/>
              <a:gd name="connsiteY265" fmla="*/ 639768 h 1821388"/>
              <a:gd name="connsiteX266" fmla="*/ 1738643 w 2776776"/>
              <a:gd name="connsiteY266" fmla="*/ 826649 h 1821388"/>
              <a:gd name="connsiteX267" fmla="*/ 2032166 w 2776776"/>
              <a:gd name="connsiteY267" fmla="*/ 837279 h 1821388"/>
              <a:gd name="connsiteX268" fmla="*/ 2174469 w 2776776"/>
              <a:gd name="connsiteY268" fmla="*/ 807789 h 1821388"/>
              <a:gd name="connsiteX269" fmla="*/ 2284197 w 2776776"/>
              <a:gd name="connsiteY269" fmla="*/ 807103 h 1821388"/>
              <a:gd name="connsiteX270" fmla="*/ 2542401 w 2776776"/>
              <a:gd name="connsiteY270" fmla="*/ 769042 h 1821388"/>
              <a:gd name="connsiteX271" fmla="*/ 2585949 w 2776776"/>
              <a:gd name="connsiteY271" fmla="*/ 776585 h 1821388"/>
              <a:gd name="connsiteX272" fmla="*/ 2589378 w 2776776"/>
              <a:gd name="connsiteY272" fmla="*/ 781386 h 1821388"/>
              <a:gd name="connsiteX273" fmla="*/ 2588006 w 2776776"/>
              <a:gd name="connsiteY273" fmla="*/ 788244 h 1821388"/>
              <a:gd name="connsiteX274" fmla="*/ 2549259 w 2776776"/>
              <a:gd name="connsiteY274" fmla="*/ 817048 h 1821388"/>
              <a:gd name="connsiteX275" fmla="*/ 2421357 w 2776776"/>
              <a:gd name="connsiteY275" fmla="*/ 850309 h 1821388"/>
              <a:gd name="connsiteX276" fmla="*/ 2205330 w 2776776"/>
              <a:gd name="connsiteY276" fmla="*/ 857510 h 1821388"/>
              <a:gd name="connsiteX277" fmla="*/ 2078457 w 2776776"/>
              <a:gd name="connsiteY277" fmla="*/ 869168 h 1821388"/>
              <a:gd name="connsiteX278" fmla="*/ 1933067 w 2776776"/>
              <a:gd name="connsiteY278" fmla="*/ 871226 h 1821388"/>
              <a:gd name="connsiteX279" fmla="*/ 1827111 w 2776776"/>
              <a:gd name="connsiteY279" fmla="*/ 845508 h 1821388"/>
              <a:gd name="connsiteX280" fmla="*/ 1738643 w 2776776"/>
              <a:gd name="connsiteY280" fmla="*/ 826649 h 1821388"/>
              <a:gd name="connsiteX281" fmla="*/ 1592567 w 2776776"/>
              <a:gd name="connsiteY281" fmla="*/ 979239 h 1821388"/>
              <a:gd name="connsiteX282" fmla="*/ 1679321 w 2776776"/>
              <a:gd name="connsiteY282" fmla="*/ 999470 h 1821388"/>
              <a:gd name="connsiteX283" fmla="*/ 1792478 w 2776776"/>
              <a:gd name="connsiteY283" fmla="*/ 1016958 h 1821388"/>
              <a:gd name="connsiteX284" fmla="*/ 1935467 w 2776776"/>
              <a:gd name="connsiteY284" fmla="*/ 995356 h 1821388"/>
              <a:gd name="connsiteX285" fmla="*/ 2037309 w 2776776"/>
              <a:gd name="connsiteY285" fmla="*/ 981982 h 1821388"/>
              <a:gd name="connsiteX286" fmla="*/ 2223504 w 2776776"/>
              <a:gd name="connsiteY286" fmla="*/ 1006328 h 1821388"/>
              <a:gd name="connsiteX287" fmla="*/ 2313686 w 2776776"/>
              <a:gd name="connsiteY287" fmla="*/ 1016958 h 1821388"/>
              <a:gd name="connsiteX288" fmla="*/ 2403526 w 2776776"/>
              <a:gd name="connsiteY288" fmla="*/ 1027588 h 1821388"/>
              <a:gd name="connsiteX289" fmla="*/ 2327402 w 2776776"/>
              <a:gd name="connsiteY289" fmla="*/ 1050220 h 1821388"/>
              <a:gd name="connsiteX290" fmla="*/ 2190242 w 2776776"/>
              <a:gd name="connsiteY290" fmla="*/ 1054677 h 1821388"/>
              <a:gd name="connsiteX291" fmla="*/ 2038337 w 2776776"/>
              <a:gd name="connsiteY291" fmla="*/ 1051591 h 1821388"/>
              <a:gd name="connsiteX292" fmla="*/ 1932381 w 2776776"/>
              <a:gd name="connsiteY292" fmla="*/ 1092739 h 1821388"/>
              <a:gd name="connsiteX293" fmla="*/ 1747215 w 2776776"/>
              <a:gd name="connsiteY293" fmla="*/ 1059478 h 1821388"/>
              <a:gd name="connsiteX294" fmla="*/ 1678635 w 2776776"/>
              <a:gd name="connsiteY294" fmla="*/ 1028960 h 1821388"/>
              <a:gd name="connsiteX295" fmla="*/ 1621028 w 2776776"/>
              <a:gd name="connsiteY295" fmla="*/ 997413 h 1821388"/>
              <a:gd name="connsiteX296" fmla="*/ 1592567 w 2776776"/>
              <a:gd name="connsiteY296" fmla="*/ 979239 h 1821388"/>
              <a:gd name="connsiteX297" fmla="*/ 1278814 w 2776776"/>
              <a:gd name="connsiteY297" fmla="*/ 1167491 h 1821388"/>
              <a:gd name="connsiteX298" fmla="*/ 1423518 w 2776776"/>
              <a:gd name="connsiteY298" fmla="*/ 1201781 h 1821388"/>
              <a:gd name="connsiteX299" fmla="*/ 1537361 w 2776776"/>
              <a:gd name="connsiteY299" fmla="*/ 1224756 h 1821388"/>
              <a:gd name="connsiteX300" fmla="*/ 1649146 w 2776776"/>
              <a:gd name="connsiteY300" fmla="*/ 1197324 h 1821388"/>
              <a:gd name="connsiteX301" fmla="*/ 1753388 w 2776776"/>
              <a:gd name="connsiteY301" fmla="*/ 1198009 h 1821388"/>
              <a:gd name="connsiteX302" fmla="*/ 1937868 w 2776776"/>
              <a:gd name="connsiteY302" fmla="*/ 1264189 h 1821388"/>
              <a:gd name="connsiteX303" fmla="*/ 2035595 w 2776776"/>
              <a:gd name="connsiteY303" fmla="*/ 1269676 h 1821388"/>
              <a:gd name="connsiteX304" fmla="*/ 1726298 w 2776776"/>
              <a:gd name="connsiteY304" fmla="*/ 1300194 h 1821388"/>
              <a:gd name="connsiteX305" fmla="*/ 1592567 w 2776776"/>
              <a:gd name="connsiteY305" fmla="*/ 1291278 h 1821388"/>
              <a:gd name="connsiteX306" fmla="*/ 1484211 w 2776776"/>
              <a:gd name="connsiteY306" fmla="*/ 1264875 h 1821388"/>
              <a:gd name="connsiteX307" fmla="*/ 1278814 w 2776776"/>
              <a:gd name="connsiteY307" fmla="*/ 1167491 h 1821388"/>
              <a:gd name="connsiteX308" fmla="*/ 932142 w 2776776"/>
              <a:gd name="connsiteY308" fmla="*/ 1282706 h 1821388"/>
              <a:gd name="connsiteX309" fmla="*/ 1148512 w 2776776"/>
              <a:gd name="connsiteY309" fmla="*/ 1346485 h 1821388"/>
              <a:gd name="connsiteX310" fmla="*/ 1264755 w 2776776"/>
              <a:gd name="connsiteY310" fmla="*/ 1410607 h 1821388"/>
              <a:gd name="connsiteX311" fmla="*/ 1399858 w 2776776"/>
              <a:gd name="connsiteY311" fmla="*/ 1438725 h 1821388"/>
              <a:gd name="connsiteX312" fmla="*/ 1495527 w 2776776"/>
              <a:gd name="connsiteY312" fmla="*/ 1455870 h 1821388"/>
              <a:gd name="connsiteX313" fmla="*/ 1574051 w 2776776"/>
              <a:gd name="connsiteY313" fmla="*/ 1492561 h 1821388"/>
              <a:gd name="connsiteX314" fmla="*/ 1648803 w 2776776"/>
              <a:gd name="connsiteY314" fmla="*/ 1511420 h 1821388"/>
              <a:gd name="connsiteX315" fmla="*/ 1488326 w 2776776"/>
              <a:gd name="connsiteY315" fmla="*/ 1541252 h 1821388"/>
              <a:gd name="connsiteX316" fmla="*/ 1395057 w 2776776"/>
              <a:gd name="connsiteY316" fmla="*/ 1540909 h 1821388"/>
              <a:gd name="connsiteX317" fmla="*/ 1279843 w 2776776"/>
              <a:gd name="connsiteY317" fmla="*/ 1508334 h 1821388"/>
              <a:gd name="connsiteX318" fmla="*/ 1159485 w 2776776"/>
              <a:gd name="connsiteY318" fmla="*/ 1432210 h 1821388"/>
              <a:gd name="connsiteX319" fmla="*/ 1045642 w 2776776"/>
              <a:gd name="connsiteY319" fmla="*/ 1365345 h 1821388"/>
              <a:gd name="connsiteX320" fmla="*/ 932142 w 2776776"/>
              <a:gd name="connsiteY320" fmla="*/ 1282706 h 1821388"/>
              <a:gd name="connsiteX321" fmla="*/ 395161 w 2776776"/>
              <a:gd name="connsiteY321" fmla="*/ 1256988 h 1821388"/>
              <a:gd name="connsiteX322" fmla="*/ 418135 w 2776776"/>
              <a:gd name="connsiteY322" fmla="*/ 1119142 h 1821388"/>
              <a:gd name="connsiteX323" fmla="*/ 414020 w 2776776"/>
              <a:gd name="connsiteY323" fmla="*/ 1007014 h 1821388"/>
              <a:gd name="connsiteX324" fmla="*/ 395161 w 2776776"/>
              <a:gd name="connsiteY324" fmla="*/ 1256988 h 1821388"/>
              <a:gd name="connsiteX325" fmla="*/ 1334707 w 2776776"/>
              <a:gd name="connsiteY325" fmla="*/ 891114 h 1821388"/>
              <a:gd name="connsiteX326" fmla="*/ 1312075 w 2776776"/>
              <a:gd name="connsiteY326" fmla="*/ 806075 h 1821388"/>
              <a:gd name="connsiteX327" fmla="*/ 1292530 w 2776776"/>
              <a:gd name="connsiteY327" fmla="*/ 696004 h 1821388"/>
              <a:gd name="connsiteX328" fmla="*/ 1253782 w 2776776"/>
              <a:gd name="connsiteY328" fmla="*/ 564330 h 1821388"/>
              <a:gd name="connsiteX329" fmla="*/ 1255154 w 2776776"/>
              <a:gd name="connsiteY329" fmla="*/ 493350 h 1821388"/>
              <a:gd name="connsiteX330" fmla="*/ 1255840 w 2776776"/>
              <a:gd name="connsiteY330" fmla="*/ 418598 h 1821388"/>
              <a:gd name="connsiteX331" fmla="*/ 1283957 w 2776776"/>
              <a:gd name="connsiteY331" fmla="*/ 317099 h 1821388"/>
              <a:gd name="connsiteX332" fmla="*/ 1324763 w 2776776"/>
              <a:gd name="connsiteY332" fmla="*/ 259835 h 1821388"/>
              <a:gd name="connsiteX333" fmla="*/ 1344308 w 2776776"/>
              <a:gd name="connsiteY333" fmla="*/ 340417 h 1821388"/>
              <a:gd name="connsiteX334" fmla="*/ 1368997 w 2776776"/>
              <a:gd name="connsiteY334" fmla="*/ 420655 h 1821388"/>
              <a:gd name="connsiteX335" fmla="*/ 1384770 w 2776776"/>
              <a:gd name="connsiteY335" fmla="*/ 615765 h 1821388"/>
              <a:gd name="connsiteX336" fmla="*/ 1353223 w 2776776"/>
              <a:gd name="connsiteY336" fmla="*/ 717949 h 1821388"/>
              <a:gd name="connsiteX337" fmla="*/ 1346022 w 2776776"/>
              <a:gd name="connsiteY337" fmla="*/ 809847 h 1821388"/>
              <a:gd name="connsiteX338" fmla="*/ 1334707 w 2776776"/>
              <a:gd name="connsiteY338" fmla="*/ 891114 h 1821388"/>
              <a:gd name="connsiteX339" fmla="*/ 596443 w 2776776"/>
              <a:gd name="connsiteY339" fmla="*/ 1290250 h 1821388"/>
              <a:gd name="connsiteX340" fmla="*/ 604330 w 2776776"/>
              <a:gd name="connsiteY340" fmla="*/ 1288878 h 1821388"/>
              <a:gd name="connsiteX341" fmla="*/ 623189 w 2776776"/>
              <a:gd name="connsiteY341" fmla="*/ 1293336 h 1821388"/>
              <a:gd name="connsiteX342" fmla="*/ 696227 w 2776776"/>
              <a:gd name="connsiteY342" fmla="*/ 1332083 h 1821388"/>
              <a:gd name="connsiteX343" fmla="*/ 754520 w 2776776"/>
              <a:gd name="connsiteY343" fmla="*/ 1378375 h 1821388"/>
              <a:gd name="connsiteX344" fmla="*/ 949287 w 2776776"/>
              <a:gd name="connsiteY344" fmla="*/ 1547082 h 1821388"/>
              <a:gd name="connsiteX345" fmla="*/ 1035355 w 2776776"/>
              <a:gd name="connsiteY345" fmla="*/ 1686299 h 1821388"/>
              <a:gd name="connsiteX346" fmla="*/ 1051128 w 2776776"/>
              <a:gd name="connsiteY346" fmla="*/ 1794655 h 1821388"/>
              <a:gd name="connsiteX347" fmla="*/ 878993 w 2776776"/>
              <a:gd name="connsiteY347" fmla="*/ 1670869 h 1821388"/>
              <a:gd name="connsiteX348" fmla="*/ 795325 w 2776776"/>
              <a:gd name="connsiteY348" fmla="*/ 1533023 h 1821388"/>
              <a:gd name="connsiteX349" fmla="*/ 782981 w 2776776"/>
              <a:gd name="connsiteY349" fmla="*/ 1467186 h 1821388"/>
              <a:gd name="connsiteX350" fmla="*/ 690398 w 2776776"/>
              <a:gd name="connsiteY350" fmla="*/ 1358144 h 1821388"/>
              <a:gd name="connsiteX351" fmla="*/ 596443 w 2776776"/>
              <a:gd name="connsiteY351" fmla="*/ 1290250 h 1821388"/>
              <a:gd name="connsiteX352" fmla="*/ 432194 w 2776776"/>
              <a:gd name="connsiteY352" fmla="*/ 1322825 h 1821388"/>
              <a:gd name="connsiteX353" fmla="*/ 479171 w 2776776"/>
              <a:gd name="connsiteY353" fmla="*/ 1365002 h 1821388"/>
              <a:gd name="connsiteX354" fmla="*/ 564210 w 2776776"/>
              <a:gd name="connsiteY354" fmla="*/ 1473015 h 1821388"/>
              <a:gd name="connsiteX355" fmla="*/ 680111 w 2776776"/>
              <a:gd name="connsiteY355" fmla="*/ 1706187 h 1821388"/>
              <a:gd name="connsiteX356" fmla="*/ 608787 w 2776776"/>
              <a:gd name="connsiteY356" fmla="*/ 1577943 h 1821388"/>
              <a:gd name="connsiteX357" fmla="*/ 550494 w 2776776"/>
              <a:gd name="connsiteY357" fmla="*/ 1496332 h 1821388"/>
              <a:gd name="connsiteX358" fmla="*/ 517919 w 2776776"/>
              <a:gd name="connsiteY358" fmla="*/ 1426381 h 1821388"/>
              <a:gd name="connsiteX359" fmla="*/ 466827 w 2776776"/>
              <a:gd name="connsiteY359" fmla="*/ 1357115 h 1821388"/>
              <a:gd name="connsiteX360" fmla="*/ 432194 w 2776776"/>
              <a:gd name="connsiteY360" fmla="*/ 1322825 h 1821388"/>
              <a:gd name="connsiteX361" fmla="*/ 563525 w 2776776"/>
              <a:gd name="connsiteY361" fmla="*/ 1277219 h 1821388"/>
              <a:gd name="connsiteX362" fmla="*/ 562496 w 2776776"/>
              <a:gd name="connsiteY362" fmla="*/ 1277219 h 1821388"/>
              <a:gd name="connsiteX363" fmla="*/ 564553 w 2776776"/>
              <a:gd name="connsiteY363" fmla="*/ 1266932 h 1821388"/>
              <a:gd name="connsiteX364" fmla="*/ 550837 w 2776776"/>
              <a:gd name="connsiteY364" fmla="*/ 1142460 h 1821388"/>
              <a:gd name="connsiteX365" fmla="*/ 541922 w 2776776"/>
              <a:gd name="connsiteY365" fmla="*/ 1045076 h 1821388"/>
              <a:gd name="connsiteX366" fmla="*/ 527863 w 2776776"/>
              <a:gd name="connsiteY366" fmla="*/ 983697 h 1821388"/>
              <a:gd name="connsiteX367" fmla="*/ 531978 w 2776776"/>
              <a:gd name="connsiteY367" fmla="*/ 939463 h 1821388"/>
              <a:gd name="connsiteX368" fmla="*/ 562839 w 2776776"/>
              <a:gd name="connsiteY368" fmla="*/ 831792 h 1821388"/>
              <a:gd name="connsiteX369" fmla="*/ 613588 w 2776776"/>
              <a:gd name="connsiteY369" fmla="*/ 700804 h 1821388"/>
              <a:gd name="connsiteX370" fmla="*/ 642049 w 2776776"/>
              <a:gd name="connsiteY370" fmla="*/ 661371 h 1821388"/>
              <a:gd name="connsiteX371" fmla="*/ 650621 w 2776776"/>
              <a:gd name="connsiteY371" fmla="*/ 679888 h 1821388"/>
              <a:gd name="connsiteX372" fmla="*/ 650278 w 2776776"/>
              <a:gd name="connsiteY372" fmla="*/ 741610 h 1821388"/>
              <a:gd name="connsiteX373" fmla="*/ 663994 w 2776776"/>
              <a:gd name="connsiteY373" fmla="*/ 829735 h 1821388"/>
              <a:gd name="connsiteX374" fmla="*/ 660565 w 2776776"/>
              <a:gd name="connsiteY374" fmla="*/ 944606 h 1821388"/>
              <a:gd name="connsiteX375" fmla="*/ 663651 w 2776776"/>
              <a:gd name="connsiteY375" fmla="*/ 1032732 h 1821388"/>
              <a:gd name="connsiteX376" fmla="*/ 630047 w 2776776"/>
              <a:gd name="connsiteY376" fmla="*/ 1126343 h 1821388"/>
              <a:gd name="connsiteX377" fmla="*/ 598843 w 2776776"/>
              <a:gd name="connsiteY377" fmla="*/ 1205896 h 1821388"/>
              <a:gd name="connsiteX378" fmla="*/ 563867 w 2776776"/>
              <a:gd name="connsiteY378" fmla="*/ 1276191 h 1821388"/>
              <a:gd name="connsiteX379" fmla="*/ 563525 w 2776776"/>
              <a:gd name="connsiteY379" fmla="*/ 1277219 h 1821388"/>
              <a:gd name="connsiteX380" fmla="*/ 925970 w 2776776"/>
              <a:gd name="connsiteY380" fmla="*/ 1187380 h 1821388"/>
              <a:gd name="connsiteX381" fmla="*/ 940372 w 2776776"/>
              <a:gd name="connsiteY381" fmla="*/ 1056392 h 1821388"/>
              <a:gd name="connsiteX382" fmla="*/ 885851 w 2776776"/>
              <a:gd name="connsiteY382" fmla="*/ 801617 h 1821388"/>
              <a:gd name="connsiteX383" fmla="*/ 955459 w 2776776"/>
              <a:gd name="connsiteY383" fmla="*/ 653141 h 1821388"/>
              <a:gd name="connsiteX384" fmla="*/ 1037069 w 2776776"/>
              <a:gd name="connsiteY384" fmla="*/ 513581 h 1821388"/>
              <a:gd name="connsiteX385" fmla="*/ 1053529 w 2776776"/>
              <a:gd name="connsiteY385" fmla="*/ 644226 h 1821388"/>
              <a:gd name="connsiteX386" fmla="*/ 1030554 w 2776776"/>
              <a:gd name="connsiteY386" fmla="*/ 793730 h 1821388"/>
              <a:gd name="connsiteX387" fmla="*/ 1039813 w 2776776"/>
              <a:gd name="connsiteY387" fmla="*/ 882199 h 1821388"/>
              <a:gd name="connsiteX388" fmla="*/ 1037069 w 2776776"/>
              <a:gd name="connsiteY388" fmla="*/ 1035818 h 1821388"/>
              <a:gd name="connsiteX389" fmla="*/ 928370 w 2776776"/>
              <a:gd name="connsiteY389" fmla="*/ 1185665 h 1821388"/>
              <a:gd name="connsiteX390" fmla="*/ 925970 w 2776776"/>
              <a:gd name="connsiteY390" fmla="*/ 1187380 h 1821388"/>
              <a:gd name="connsiteX391" fmla="*/ 1616570 w 2776776"/>
              <a:gd name="connsiteY391" fmla="*/ 807103 h 1821388"/>
              <a:gd name="connsiteX392" fmla="*/ 1624114 w 2776776"/>
              <a:gd name="connsiteY392" fmla="*/ 726179 h 1821388"/>
              <a:gd name="connsiteX393" fmla="*/ 1623086 w 2776776"/>
              <a:gd name="connsiteY393" fmla="*/ 631196 h 1821388"/>
              <a:gd name="connsiteX394" fmla="*/ 1614170 w 2776776"/>
              <a:gd name="connsiteY394" fmla="*/ 385679 h 1821388"/>
              <a:gd name="connsiteX395" fmla="*/ 1672806 w 2776776"/>
              <a:gd name="connsiteY395" fmla="*/ 244405 h 1821388"/>
              <a:gd name="connsiteX396" fmla="*/ 1709153 w 2776776"/>
              <a:gd name="connsiteY396" fmla="*/ 185426 h 1821388"/>
              <a:gd name="connsiteX397" fmla="*/ 1743443 w 2776776"/>
              <a:gd name="connsiteY397" fmla="*/ 113074 h 1821388"/>
              <a:gd name="connsiteX398" fmla="*/ 1779105 w 2776776"/>
              <a:gd name="connsiteY398" fmla="*/ 202571 h 1821388"/>
              <a:gd name="connsiteX399" fmla="*/ 1734528 w 2776776"/>
              <a:gd name="connsiteY399" fmla="*/ 457003 h 1821388"/>
              <a:gd name="connsiteX400" fmla="*/ 1683779 w 2776776"/>
              <a:gd name="connsiteY400" fmla="*/ 629824 h 1821388"/>
              <a:gd name="connsiteX401" fmla="*/ 1616570 w 2776776"/>
              <a:gd name="connsiteY401" fmla="*/ 807103 h 1821388"/>
              <a:gd name="connsiteX402" fmla="*/ 1900149 w 2776776"/>
              <a:gd name="connsiteY402" fmla="*/ 699433 h 1821388"/>
              <a:gd name="connsiteX403" fmla="*/ 1850085 w 2776776"/>
              <a:gd name="connsiteY403" fmla="*/ 734409 h 1821388"/>
              <a:gd name="connsiteX404" fmla="*/ 1981416 w 2776776"/>
              <a:gd name="connsiteY404" fmla="*/ 562959 h 1821388"/>
              <a:gd name="connsiteX405" fmla="*/ 2018106 w 2776776"/>
              <a:gd name="connsiteY405" fmla="*/ 379164 h 1821388"/>
              <a:gd name="connsiteX406" fmla="*/ 2020507 w 2776776"/>
              <a:gd name="connsiteY406" fmla="*/ 289667 h 1821388"/>
              <a:gd name="connsiteX407" fmla="*/ 2048282 w 2776776"/>
              <a:gd name="connsiteY407" fmla="*/ 197084 h 1821388"/>
              <a:gd name="connsiteX408" fmla="*/ 2103831 w 2776776"/>
              <a:gd name="connsiteY408" fmla="*/ 97300 h 1821388"/>
              <a:gd name="connsiteX409" fmla="*/ 2158353 w 2776776"/>
              <a:gd name="connsiteY409" fmla="*/ 12947 h 1821388"/>
              <a:gd name="connsiteX410" fmla="*/ 2158353 w 2776776"/>
              <a:gd name="connsiteY410" fmla="*/ 12947 h 1821388"/>
              <a:gd name="connsiteX411" fmla="*/ 2159724 w 2776776"/>
              <a:gd name="connsiteY411" fmla="*/ 12604 h 1821388"/>
              <a:gd name="connsiteX412" fmla="*/ 2148066 w 2776776"/>
              <a:gd name="connsiteY412" fmla="*/ 113417 h 1821388"/>
              <a:gd name="connsiteX413" fmla="*/ 2140522 w 2776776"/>
              <a:gd name="connsiteY413" fmla="*/ 195713 h 1821388"/>
              <a:gd name="connsiteX414" fmla="*/ 2094916 w 2776776"/>
              <a:gd name="connsiteY414" fmla="*/ 329787 h 1821388"/>
              <a:gd name="connsiteX415" fmla="*/ 2048624 w 2776776"/>
              <a:gd name="connsiteY415" fmla="*/ 439515 h 1821388"/>
              <a:gd name="connsiteX416" fmla="*/ 1998561 w 2776776"/>
              <a:gd name="connsiteY416" fmla="*/ 565702 h 1821388"/>
              <a:gd name="connsiteX417" fmla="*/ 1900149 w 2776776"/>
              <a:gd name="connsiteY417" fmla="*/ 699433 h 1821388"/>
              <a:gd name="connsiteX418" fmla="*/ 1839455 w 2776776"/>
              <a:gd name="connsiteY418" fmla="*/ 741610 h 1821388"/>
              <a:gd name="connsiteX419" fmla="*/ 1836026 w 2776776"/>
              <a:gd name="connsiteY419" fmla="*/ 742981 h 1821388"/>
              <a:gd name="connsiteX420" fmla="*/ 1844942 w 2776776"/>
              <a:gd name="connsiteY420" fmla="*/ 738181 h 1821388"/>
              <a:gd name="connsiteX421" fmla="*/ 1839455 w 2776776"/>
              <a:gd name="connsiteY421" fmla="*/ 741610 h 1821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</a:cxnLst>
            <a:rect l="l" t="t" r="r" b="b"/>
            <a:pathLst>
              <a:path w="2776776" h="1821388">
                <a:moveTo>
                  <a:pt x="1804823" y="754297"/>
                </a:moveTo>
                <a:cubicBezTo>
                  <a:pt x="1801051" y="755668"/>
                  <a:pt x="1797279" y="757383"/>
                  <a:pt x="1793507" y="759097"/>
                </a:cubicBezTo>
                <a:cubicBezTo>
                  <a:pt x="1793850" y="758412"/>
                  <a:pt x="1793850" y="758069"/>
                  <a:pt x="1793507" y="757383"/>
                </a:cubicBezTo>
                <a:cubicBezTo>
                  <a:pt x="1792821" y="756354"/>
                  <a:pt x="1791107" y="756697"/>
                  <a:pt x="1790421" y="757040"/>
                </a:cubicBezTo>
                <a:cubicBezTo>
                  <a:pt x="1781849" y="761155"/>
                  <a:pt x="1773619" y="765613"/>
                  <a:pt x="1765732" y="770413"/>
                </a:cubicBezTo>
                <a:cubicBezTo>
                  <a:pt x="1764017" y="771099"/>
                  <a:pt x="1761617" y="772813"/>
                  <a:pt x="1760931" y="774528"/>
                </a:cubicBezTo>
                <a:cubicBezTo>
                  <a:pt x="1737614" y="787558"/>
                  <a:pt x="1716011" y="803332"/>
                  <a:pt x="1693380" y="817048"/>
                </a:cubicBezTo>
                <a:cubicBezTo>
                  <a:pt x="1674863" y="818419"/>
                  <a:pt x="1655661" y="821505"/>
                  <a:pt x="1656004" y="829735"/>
                </a:cubicBezTo>
                <a:cubicBezTo>
                  <a:pt x="1656347" y="832478"/>
                  <a:pt x="1658747" y="834193"/>
                  <a:pt x="1661490" y="834535"/>
                </a:cubicBezTo>
                <a:cubicBezTo>
                  <a:pt x="1638173" y="846194"/>
                  <a:pt x="1614513" y="856824"/>
                  <a:pt x="1590853" y="867797"/>
                </a:cubicBezTo>
                <a:cubicBezTo>
                  <a:pt x="1601140" y="858538"/>
                  <a:pt x="1611427" y="848937"/>
                  <a:pt x="1621371" y="839336"/>
                </a:cubicBezTo>
                <a:cubicBezTo>
                  <a:pt x="1665263" y="793045"/>
                  <a:pt x="1699553" y="736466"/>
                  <a:pt x="1715326" y="674401"/>
                </a:cubicBezTo>
                <a:cubicBezTo>
                  <a:pt x="1730756" y="616794"/>
                  <a:pt x="1720812" y="554729"/>
                  <a:pt x="1742415" y="498493"/>
                </a:cubicBezTo>
                <a:cubicBezTo>
                  <a:pt x="1758874" y="459060"/>
                  <a:pt x="1783563" y="423741"/>
                  <a:pt x="1793507" y="381907"/>
                </a:cubicBezTo>
                <a:cubicBezTo>
                  <a:pt x="1804137" y="338016"/>
                  <a:pt x="1819568" y="292411"/>
                  <a:pt x="1808937" y="247148"/>
                </a:cubicBezTo>
                <a:cubicBezTo>
                  <a:pt x="1800022" y="197770"/>
                  <a:pt x="1779791" y="151822"/>
                  <a:pt x="1767789" y="103473"/>
                </a:cubicBezTo>
                <a:cubicBezTo>
                  <a:pt x="1767104" y="95586"/>
                  <a:pt x="1758874" y="89757"/>
                  <a:pt x="1751330" y="91471"/>
                </a:cubicBezTo>
                <a:cubicBezTo>
                  <a:pt x="1739329" y="94557"/>
                  <a:pt x="1734871" y="108273"/>
                  <a:pt x="1727327" y="116846"/>
                </a:cubicBezTo>
                <a:cubicBezTo>
                  <a:pt x="1698866" y="153193"/>
                  <a:pt x="1678635" y="193655"/>
                  <a:pt x="1659090" y="235146"/>
                </a:cubicBezTo>
                <a:cubicBezTo>
                  <a:pt x="1637144" y="276637"/>
                  <a:pt x="1611084" y="316071"/>
                  <a:pt x="1594968" y="360648"/>
                </a:cubicBezTo>
                <a:cubicBezTo>
                  <a:pt x="1570622" y="417912"/>
                  <a:pt x="1541818" y="481006"/>
                  <a:pt x="1563421" y="543756"/>
                </a:cubicBezTo>
                <a:cubicBezTo>
                  <a:pt x="1610398" y="642169"/>
                  <a:pt x="1608341" y="634282"/>
                  <a:pt x="1591196" y="742295"/>
                </a:cubicBezTo>
                <a:cubicBezTo>
                  <a:pt x="1579194" y="787558"/>
                  <a:pt x="1578851" y="836936"/>
                  <a:pt x="1553820" y="877741"/>
                </a:cubicBezTo>
                <a:cubicBezTo>
                  <a:pt x="1549019" y="884256"/>
                  <a:pt x="1543533" y="889742"/>
                  <a:pt x="1538389" y="895229"/>
                </a:cubicBezTo>
                <a:cubicBezTo>
                  <a:pt x="1531531" y="899344"/>
                  <a:pt x="1524673" y="903801"/>
                  <a:pt x="1517815" y="908602"/>
                </a:cubicBezTo>
                <a:cubicBezTo>
                  <a:pt x="1482154" y="930890"/>
                  <a:pt x="1451636" y="959351"/>
                  <a:pt x="1419060" y="983354"/>
                </a:cubicBezTo>
                <a:cubicBezTo>
                  <a:pt x="1389571" y="1004271"/>
                  <a:pt x="1359395" y="1024159"/>
                  <a:pt x="1330935" y="1046448"/>
                </a:cubicBezTo>
                <a:cubicBezTo>
                  <a:pt x="1323048" y="1052963"/>
                  <a:pt x="1315161" y="1058792"/>
                  <a:pt x="1307618" y="1064964"/>
                </a:cubicBezTo>
                <a:cubicBezTo>
                  <a:pt x="1313447" y="1056049"/>
                  <a:pt x="1319276" y="1047133"/>
                  <a:pt x="1324077" y="1037875"/>
                </a:cubicBezTo>
                <a:cubicBezTo>
                  <a:pt x="1345679" y="996727"/>
                  <a:pt x="1351852" y="950093"/>
                  <a:pt x="1362824" y="905516"/>
                </a:cubicBezTo>
                <a:cubicBezTo>
                  <a:pt x="1371740" y="870883"/>
                  <a:pt x="1383056" y="836593"/>
                  <a:pt x="1386142" y="800588"/>
                </a:cubicBezTo>
                <a:cubicBezTo>
                  <a:pt x="1388885" y="775214"/>
                  <a:pt x="1385113" y="749839"/>
                  <a:pt x="1388542" y="724807"/>
                </a:cubicBezTo>
                <a:cubicBezTo>
                  <a:pt x="1402258" y="642511"/>
                  <a:pt x="1423518" y="558844"/>
                  <a:pt x="1409116" y="475176"/>
                </a:cubicBezTo>
                <a:cubicBezTo>
                  <a:pt x="1403287" y="440200"/>
                  <a:pt x="1396429" y="405568"/>
                  <a:pt x="1383741" y="372649"/>
                </a:cubicBezTo>
                <a:cubicBezTo>
                  <a:pt x="1371397" y="341445"/>
                  <a:pt x="1355281" y="315042"/>
                  <a:pt x="1346708" y="282809"/>
                </a:cubicBezTo>
                <a:cubicBezTo>
                  <a:pt x="1341222" y="268065"/>
                  <a:pt x="1339164" y="251263"/>
                  <a:pt x="1332306" y="237204"/>
                </a:cubicBezTo>
                <a:cubicBezTo>
                  <a:pt x="1319619" y="229660"/>
                  <a:pt x="1308303" y="246119"/>
                  <a:pt x="1301102" y="254692"/>
                </a:cubicBezTo>
                <a:cubicBezTo>
                  <a:pt x="1284986" y="276980"/>
                  <a:pt x="1269556" y="301326"/>
                  <a:pt x="1262012" y="327386"/>
                </a:cubicBezTo>
                <a:cubicBezTo>
                  <a:pt x="1249667" y="365791"/>
                  <a:pt x="1232522" y="402481"/>
                  <a:pt x="1218806" y="440200"/>
                </a:cubicBezTo>
                <a:cubicBezTo>
                  <a:pt x="1203376" y="489235"/>
                  <a:pt x="1199947" y="546499"/>
                  <a:pt x="1219492" y="594848"/>
                </a:cubicBezTo>
                <a:cubicBezTo>
                  <a:pt x="1230465" y="617480"/>
                  <a:pt x="1243152" y="639425"/>
                  <a:pt x="1250696" y="663428"/>
                </a:cubicBezTo>
                <a:cubicBezTo>
                  <a:pt x="1263726" y="705605"/>
                  <a:pt x="1264412" y="750182"/>
                  <a:pt x="1270584" y="793730"/>
                </a:cubicBezTo>
                <a:cubicBezTo>
                  <a:pt x="1282243" y="832821"/>
                  <a:pt x="1295959" y="871569"/>
                  <a:pt x="1303160" y="912031"/>
                </a:cubicBezTo>
                <a:cubicBezTo>
                  <a:pt x="1330249" y="1009072"/>
                  <a:pt x="1286358" y="1073537"/>
                  <a:pt x="1210920" y="1130801"/>
                </a:cubicBezTo>
                <a:cubicBezTo>
                  <a:pt x="1202690" y="1131144"/>
                  <a:pt x="1184516" y="1132516"/>
                  <a:pt x="1187945" y="1143831"/>
                </a:cubicBezTo>
                <a:cubicBezTo>
                  <a:pt x="1139254" y="1168520"/>
                  <a:pt x="1086790" y="1185665"/>
                  <a:pt x="1019239" y="1196981"/>
                </a:cubicBezTo>
                <a:cubicBezTo>
                  <a:pt x="976719" y="1204867"/>
                  <a:pt x="935571" y="1217555"/>
                  <a:pt x="893737" y="1226813"/>
                </a:cubicBezTo>
                <a:cubicBezTo>
                  <a:pt x="917054" y="1211383"/>
                  <a:pt x="939000" y="1193895"/>
                  <a:pt x="956831" y="1171606"/>
                </a:cubicBezTo>
                <a:cubicBezTo>
                  <a:pt x="995921" y="1132516"/>
                  <a:pt x="1042556" y="1096854"/>
                  <a:pt x="1065873" y="1045419"/>
                </a:cubicBezTo>
                <a:cubicBezTo>
                  <a:pt x="1084390" y="994670"/>
                  <a:pt x="1062444" y="940149"/>
                  <a:pt x="1062101" y="888371"/>
                </a:cubicBezTo>
                <a:cubicBezTo>
                  <a:pt x="1059701" y="841736"/>
                  <a:pt x="1066216" y="795788"/>
                  <a:pt x="1080275" y="751554"/>
                </a:cubicBezTo>
                <a:cubicBezTo>
                  <a:pt x="1088847" y="728579"/>
                  <a:pt x="1097763" y="705262"/>
                  <a:pt x="1096734" y="680573"/>
                </a:cubicBezTo>
                <a:cubicBezTo>
                  <a:pt x="1096391" y="646626"/>
                  <a:pt x="1087819" y="613365"/>
                  <a:pt x="1082675" y="579761"/>
                </a:cubicBezTo>
                <a:cubicBezTo>
                  <a:pt x="1076160" y="548557"/>
                  <a:pt x="1078560" y="515638"/>
                  <a:pt x="1070674" y="485120"/>
                </a:cubicBezTo>
                <a:cubicBezTo>
                  <a:pt x="1038441" y="451516"/>
                  <a:pt x="1008952" y="514610"/>
                  <a:pt x="996950" y="538956"/>
                </a:cubicBezTo>
                <a:cubicBezTo>
                  <a:pt x="980491" y="571531"/>
                  <a:pt x="960946" y="602735"/>
                  <a:pt x="937628" y="631196"/>
                </a:cubicBezTo>
                <a:cubicBezTo>
                  <a:pt x="865962" y="712120"/>
                  <a:pt x="823100" y="796474"/>
                  <a:pt x="857390" y="905859"/>
                </a:cubicBezTo>
                <a:cubicBezTo>
                  <a:pt x="879678" y="970324"/>
                  <a:pt x="919112" y="1028960"/>
                  <a:pt x="922541" y="1099254"/>
                </a:cubicBezTo>
                <a:cubicBezTo>
                  <a:pt x="919112" y="1153775"/>
                  <a:pt x="875221" y="1195266"/>
                  <a:pt x="842645" y="1235728"/>
                </a:cubicBezTo>
                <a:cubicBezTo>
                  <a:pt x="814527" y="1238815"/>
                  <a:pt x="786410" y="1241215"/>
                  <a:pt x="758292" y="1244987"/>
                </a:cubicBezTo>
                <a:cubicBezTo>
                  <a:pt x="698284" y="1252531"/>
                  <a:pt x="639648" y="1267618"/>
                  <a:pt x="579984" y="1275505"/>
                </a:cubicBezTo>
                <a:cubicBezTo>
                  <a:pt x="588899" y="1263160"/>
                  <a:pt x="599872" y="1252531"/>
                  <a:pt x="608102" y="1239843"/>
                </a:cubicBezTo>
                <a:cubicBezTo>
                  <a:pt x="625589" y="1211725"/>
                  <a:pt x="632447" y="1179150"/>
                  <a:pt x="644106" y="1148632"/>
                </a:cubicBezTo>
                <a:cubicBezTo>
                  <a:pt x="659194" y="1103369"/>
                  <a:pt x="677367" y="1058792"/>
                  <a:pt x="687654" y="1012501"/>
                </a:cubicBezTo>
                <a:cubicBezTo>
                  <a:pt x="692112" y="979239"/>
                  <a:pt x="685597" y="945635"/>
                  <a:pt x="683882" y="912031"/>
                </a:cubicBezTo>
                <a:cubicBezTo>
                  <a:pt x="682854" y="865054"/>
                  <a:pt x="682168" y="817733"/>
                  <a:pt x="681825" y="770756"/>
                </a:cubicBezTo>
                <a:cubicBezTo>
                  <a:pt x="682511" y="746410"/>
                  <a:pt x="690740" y="722750"/>
                  <a:pt x="691769" y="698404"/>
                </a:cubicBezTo>
                <a:cubicBezTo>
                  <a:pt x="694169" y="681945"/>
                  <a:pt x="686626" y="668572"/>
                  <a:pt x="672224" y="660685"/>
                </a:cubicBezTo>
                <a:cubicBezTo>
                  <a:pt x="664680" y="647998"/>
                  <a:pt x="648564" y="642169"/>
                  <a:pt x="634848" y="649369"/>
                </a:cubicBezTo>
                <a:cubicBezTo>
                  <a:pt x="598500" y="667886"/>
                  <a:pt x="585470" y="710063"/>
                  <a:pt x="569011" y="744353"/>
                </a:cubicBezTo>
                <a:cubicBezTo>
                  <a:pt x="548780" y="786187"/>
                  <a:pt x="536435" y="830764"/>
                  <a:pt x="529235" y="876712"/>
                </a:cubicBezTo>
                <a:cubicBezTo>
                  <a:pt x="514490" y="937748"/>
                  <a:pt x="486372" y="998099"/>
                  <a:pt x="498716" y="1062564"/>
                </a:cubicBezTo>
                <a:cubicBezTo>
                  <a:pt x="508318" y="1124972"/>
                  <a:pt x="529577" y="1184979"/>
                  <a:pt x="539179" y="1247730"/>
                </a:cubicBezTo>
                <a:cubicBezTo>
                  <a:pt x="539864" y="1257331"/>
                  <a:pt x="543636" y="1270704"/>
                  <a:pt x="540550" y="1280648"/>
                </a:cubicBezTo>
                <a:cubicBezTo>
                  <a:pt x="495287" y="1284077"/>
                  <a:pt x="450368" y="1289907"/>
                  <a:pt x="405791" y="1296079"/>
                </a:cubicBezTo>
                <a:cubicBezTo>
                  <a:pt x="409562" y="1283392"/>
                  <a:pt x="415735" y="1271047"/>
                  <a:pt x="418135" y="1258017"/>
                </a:cubicBezTo>
                <a:cubicBezTo>
                  <a:pt x="421564" y="1242586"/>
                  <a:pt x="422936" y="1226813"/>
                  <a:pt x="426022" y="1211725"/>
                </a:cubicBezTo>
                <a:cubicBezTo>
                  <a:pt x="432880" y="1174692"/>
                  <a:pt x="449339" y="1140745"/>
                  <a:pt x="448996" y="1102340"/>
                </a:cubicBezTo>
                <a:cubicBezTo>
                  <a:pt x="449339" y="1074565"/>
                  <a:pt x="442824" y="1047133"/>
                  <a:pt x="438709" y="1019359"/>
                </a:cubicBezTo>
                <a:cubicBezTo>
                  <a:pt x="435966" y="1007700"/>
                  <a:pt x="435623" y="991927"/>
                  <a:pt x="424307" y="985411"/>
                </a:cubicBezTo>
                <a:cubicBezTo>
                  <a:pt x="404419" y="978211"/>
                  <a:pt x="396189" y="1002214"/>
                  <a:pt x="394132" y="1017301"/>
                </a:cubicBezTo>
                <a:cubicBezTo>
                  <a:pt x="379387" y="1077994"/>
                  <a:pt x="392417" y="1140059"/>
                  <a:pt x="385559" y="1201438"/>
                </a:cubicBezTo>
                <a:cubicBezTo>
                  <a:pt x="383159" y="1226470"/>
                  <a:pt x="382130" y="1251845"/>
                  <a:pt x="376987" y="1276534"/>
                </a:cubicBezTo>
                <a:cubicBezTo>
                  <a:pt x="376987" y="1283049"/>
                  <a:pt x="369786" y="1294364"/>
                  <a:pt x="371843" y="1300879"/>
                </a:cubicBezTo>
                <a:cubicBezTo>
                  <a:pt x="353327" y="1303280"/>
                  <a:pt x="335153" y="1306023"/>
                  <a:pt x="316637" y="1308080"/>
                </a:cubicBezTo>
                <a:cubicBezTo>
                  <a:pt x="309093" y="1307395"/>
                  <a:pt x="301892" y="1306366"/>
                  <a:pt x="294348" y="1305337"/>
                </a:cubicBezTo>
                <a:cubicBezTo>
                  <a:pt x="274117" y="1304651"/>
                  <a:pt x="253886" y="1302937"/>
                  <a:pt x="233998" y="1299508"/>
                </a:cubicBezTo>
                <a:cubicBezTo>
                  <a:pt x="191135" y="1295393"/>
                  <a:pt x="147930" y="1298479"/>
                  <a:pt x="104724" y="1294364"/>
                </a:cubicBezTo>
                <a:cubicBezTo>
                  <a:pt x="79693" y="1290935"/>
                  <a:pt x="55004" y="1283049"/>
                  <a:pt x="29629" y="1280991"/>
                </a:cubicBezTo>
                <a:cubicBezTo>
                  <a:pt x="18656" y="1280991"/>
                  <a:pt x="5626" y="1289907"/>
                  <a:pt x="5969" y="1301565"/>
                </a:cubicBezTo>
                <a:cubicBezTo>
                  <a:pt x="1511" y="1301908"/>
                  <a:pt x="-2946" y="1306709"/>
                  <a:pt x="2540" y="1310481"/>
                </a:cubicBezTo>
                <a:cubicBezTo>
                  <a:pt x="4598" y="1311852"/>
                  <a:pt x="7684" y="1311509"/>
                  <a:pt x="9741" y="1311852"/>
                </a:cubicBezTo>
                <a:cubicBezTo>
                  <a:pt x="10427" y="1311852"/>
                  <a:pt x="10770" y="1311852"/>
                  <a:pt x="11456" y="1311852"/>
                </a:cubicBezTo>
                <a:cubicBezTo>
                  <a:pt x="16599" y="1315281"/>
                  <a:pt x="24143" y="1315967"/>
                  <a:pt x="30658" y="1316310"/>
                </a:cubicBezTo>
                <a:cubicBezTo>
                  <a:pt x="44031" y="1318024"/>
                  <a:pt x="58776" y="1319053"/>
                  <a:pt x="71806" y="1321111"/>
                </a:cubicBezTo>
                <a:cubicBezTo>
                  <a:pt x="131128" y="1329340"/>
                  <a:pt x="191135" y="1333798"/>
                  <a:pt x="251486" y="1333112"/>
                </a:cubicBezTo>
                <a:cubicBezTo>
                  <a:pt x="268973" y="1330712"/>
                  <a:pt x="286461" y="1328654"/>
                  <a:pt x="304292" y="1326254"/>
                </a:cubicBezTo>
                <a:cubicBezTo>
                  <a:pt x="334124" y="1325911"/>
                  <a:pt x="363614" y="1325568"/>
                  <a:pt x="393446" y="1323511"/>
                </a:cubicBezTo>
                <a:cubicBezTo>
                  <a:pt x="402362" y="1330026"/>
                  <a:pt x="411277" y="1336198"/>
                  <a:pt x="419164" y="1343399"/>
                </a:cubicBezTo>
                <a:cubicBezTo>
                  <a:pt x="440766" y="1373574"/>
                  <a:pt x="462026" y="1404092"/>
                  <a:pt x="487401" y="1431524"/>
                </a:cubicBezTo>
                <a:cubicBezTo>
                  <a:pt x="511404" y="1466157"/>
                  <a:pt x="535064" y="1501819"/>
                  <a:pt x="559410" y="1536452"/>
                </a:cubicBezTo>
                <a:cubicBezTo>
                  <a:pt x="596443" y="1596116"/>
                  <a:pt x="613588" y="1666411"/>
                  <a:pt x="655079" y="1723332"/>
                </a:cubicBezTo>
                <a:cubicBezTo>
                  <a:pt x="666052" y="1738420"/>
                  <a:pt x="694855" y="1763109"/>
                  <a:pt x="708571" y="1738763"/>
                </a:cubicBezTo>
                <a:cubicBezTo>
                  <a:pt x="708571" y="1713731"/>
                  <a:pt x="698284" y="1688699"/>
                  <a:pt x="692112" y="1664353"/>
                </a:cubicBezTo>
                <a:cubicBezTo>
                  <a:pt x="679768" y="1626977"/>
                  <a:pt x="670166" y="1588573"/>
                  <a:pt x="653364" y="1552911"/>
                </a:cubicBezTo>
                <a:cubicBezTo>
                  <a:pt x="624218" y="1496675"/>
                  <a:pt x="576555" y="1454156"/>
                  <a:pt x="533349" y="1409236"/>
                </a:cubicBezTo>
                <a:cubicBezTo>
                  <a:pt x="518605" y="1392434"/>
                  <a:pt x="505917" y="1373917"/>
                  <a:pt x="491858" y="1356429"/>
                </a:cubicBezTo>
                <a:cubicBezTo>
                  <a:pt x="477457" y="1342370"/>
                  <a:pt x="460997" y="1328997"/>
                  <a:pt x="442824" y="1318710"/>
                </a:cubicBezTo>
                <a:cubicBezTo>
                  <a:pt x="484658" y="1312881"/>
                  <a:pt x="525806" y="1303280"/>
                  <a:pt x="567296" y="1295736"/>
                </a:cubicBezTo>
                <a:cubicBezTo>
                  <a:pt x="574497" y="1301908"/>
                  <a:pt x="583070" y="1306709"/>
                  <a:pt x="590614" y="1312538"/>
                </a:cubicBezTo>
                <a:cubicBezTo>
                  <a:pt x="617017" y="1332426"/>
                  <a:pt x="637591" y="1359172"/>
                  <a:pt x="663651" y="1379746"/>
                </a:cubicBezTo>
                <a:cubicBezTo>
                  <a:pt x="686283" y="1398606"/>
                  <a:pt x="714743" y="1411293"/>
                  <a:pt x="733603" y="1434953"/>
                </a:cubicBezTo>
                <a:cubicBezTo>
                  <a:pt x="758635" y="1472672"/>
                  <a:pt x="747662" y="1522736"/>
                  <a:pt x="770979" y="1561826"/>
                </a:cubicBezTo>
                <a:cubicBezTo>
                  <a:pt x="787095" y="1592002"/>
                  <a:pt x="813499" y="1614633"/>
                  <a:pt x="833730" y="1642065"/>
                </a:cubicBezTo>
                <a:cubicBezTo>
                  <a:pt x="869048" y="1693500"/>
                  <a:pt x="901624" y="1749736"/>
                  <a:pt x="958202" y="1780597"/>
                </a:cubicBezTo>
                <a:cubicBezTo>
                  <a:pt x="990092" y="1797056"/>
                  <a:pt x="1032612" y="1833060"/>
                  <a:pt x="1068616" y="1817630"/>
                </a:cubicBezTo>
                <a:cubicBezTo>
                  <a:pt x="1074446" y="1814201"/>
                  <a:pt x="1078903" y="1807343"/>
                  <a:pt x="1075131" y="1800828"/>
                </a:cubicBezTo>
                <a:cubicBezTo>
                  <a:pt x="1067245" y="1755908"/>
                  <a:pt x="1058672" y="1709959"/>
                  <a:pt x="1056615" y="1664696"/>
                </a:cubicBezTo>
                <a:cubicBezTo>
                  <a:pt x="1043927" y="1612918"/>
                  <a:pt x="1007237" y="1569713"/>
                  <a:pt x="977062" y="1526851"/>
                </a:cubicBezTo>
                <a:cubicBezTo>
                  <a:pt x="937971" y="1477130"/>
                  <a:pt x="882422" y="1446269"/>
                  <a:pt x="830301" y="1412322"/>
                </a:cubicBezTo>
                <a:cubicBezTo>
                  <a:pt x="784009" y="1372203"/>
                  <a:pt x="736346" y="1340313"/>
                  <a:pt x="683540" y="1309452"/>
                </a:cubicBezTo>
                <a:cubicBezTo>
                  <a:pt x="665023" y="1298822"/>
                  <a:pt x="644106" y="1293336"/>
                  <a:pt x="623875" y="1287163"/>
                </a:cubicBezTo>
                <a:cubicBezTo>
                  <a:pt x="626961" y="1286821"/>
                  <a:pt x="630390" y="1286478"/>
                  <a:pt x="633476" y="1286135"/>
                </a:cubicBezTo>
                <a:cubicBezTo>
                  <a:pt x="674624" y="1282363"/>
                  <a:pt x="716115" y="1285792"/>
                  <a:pt x="757263" y="1280991"/>
                </a:cubicBezTo>
                <a:cubicBezTo>
                  <a:pt x="788467" y="1277905"/>
                  <a:pt x="819328" y="1272419"/>
                  <a:pt x="850189" y="1266247"/>
                </a:cubicBezTo>
                <a:cubicBezTo>
                  <a:pt x="853961" y="1267618"/>
                  <a:pt x="857733" y="1268990"/>
                  <a:pt x="861162" y="1270361"/>
                </a:cubicBezTo>
                <a:cubicBezTo>
                  <a:pt x="904367" y="1290935"/>
                  <a:pt x="946544" y="1318710"/>
                  <a:pt x="988721" y="1340313"/>
                </a:cubicBezTo>
                <a:cubicBezTo>
                  <a:pt x="1031583" y="1370488"/>
                  <a:pt x="1068959" y="1407521"/>
                  <a:pt x="1110793" y="1439068"/>
                </a:cubicBezTo>
                <a:cubicBezTo>
                  <a:pt x="1142340" y="1464100"/>
                  <a:pt x="1180059" y="1481931"/>
                  <a:pt x="1214692" y="1500447"/>
                </a:cubicBezTo>
                <a:cubicBezTo>
                  <a:pt x="1279843" y="1537823"/>
                  <a:pt x="1350137" y="1569370"/>
                  <a:pt x="1426947" y="1567656"/>
                </a:cubicBezTo>
                <a:cubicBezTo>
                  <a:pt x="1490383" y="1569370"/>
                  <a:pt x="1556220" y="1572113"/>
                  <a:pt x="1615199" y="1544681"/>
                </a:cubicBezTo>
                <a:cubicBezTo>
                  <a:pt x="1630286" y="1538166"/>
                  <a:pt x="1643317" y="1531651"/>
                  <a:pt x="1657718" y="1525136"/>
                </a:cubicBezTo>
                <a:cubicBezTo>
                  <a:pt x="1662519" y="1522736"/>
                  <a:pt x="1667663" y="1520335"/>
                  <a:pt x="1670063" y="1514849"/>
                </a:cubicBezTo>
                <a:cubicBezTo>
                  <a:pt x="1675550" y="1487760"/>
                  <a:pt x="1598397" y="1471987"/>
                  <a:pt x="1578509" y="1464786"/>
                </a:cubicBezTo>
                <a:cubicBezTo>
                  <a:pt x="1515415" y="1447298"/>
                  <a:pt x="1452664" y="1429810"/>
                  <a:pt x="1388199" y="1418494"/>
                </a:cubicBezTo>
                <a:cubicBezTo>
                  <a:pt x="1351509" y="1410607"/>
                  <a:pt x="1313790" y="1406493"/>
                  <a:pt x="1277785" y="1395520"/>
                </a:cubicBezTo>
                <a:cubicBezTo>
                  <a:pt x="1249667" y="1381118"/>
                  <a:pt x="1221893" y="1365688"/>
                  <a:pt x="1194461" y="1350257"/>
                </a:cubicBezTo>
                <a:cubicBezTo>
                  <a:pt x="1168743" y="1331398"/>
                  <a:pt x="1141654" y="1313224"/>
                  <a:pt x="1110450" y="1303280"/>
                </a:cubicBezTo>
                <a:cubicBezTo>
                  <a:pt x="1070331" y="1286821"/>
                  <a:pt x="1027811" y="1278591"/>
                  <a:pt x="985977" y="1269333"/>
                </a:cubicBezTo>
                <a:cubicBezTo>
                  <a:pt x="960603" y="1262818"/>
                  <a:pt x="934542" y="1257331"/>
                  <a:pt x="908139" y="1253902"/>
                </a:cubicBezTo>
                <a:cubicBezTo>
                  <a:pt x="914654" y="1252531"/>
                  <a:pt x="921169" y="1251159"/>
                  <a:pt x="927684" y="1250130"/>
                </a:cubicBezTo>
                <a:cubicBezTo>
                  <a:pt x="975347" y="1240186"/>
                  <a:pt x="1023353" y="1233328"/>
                  <a:pt x="1069988" y="1219269"/>
                </a:cubicBezTo>
                <a:cubicBezTo>
                  <a:pt x="1117308" y="1204525"/>
                  <a:pt x="1161542" y="1181207"/>
                  <a:pt x="1205090" y="1157547"/>
                </a:cubicBezTo>
                <a:cubicBezTo>
                  <a:pt x="1206119" y="1157204"/>
                  <a:pt x="1207148" y="1156519"/>
                  <a:pt x="1208177" y="1156176"/>
                </a:cubicBezTo>
                <a:cubicBezTo>
                  <a:pt x="1225664" y="1161319"/>
                  <a:pt x="1244524" y="1161662"/>
                  <a:pt x="1260983" y="1169892"/>
                </a:cubicBezTo>
                <a:cubicBezTo>
                  <a:pt x="1343622" y="1206239"/>
                  <a:pt x="1414602" y="1265561"/>
                  <a:pt x="1501699" y="1291621"/>
                </a:cubicBezTo>
                <a:cubicBezTo>
                  <a:pt x="1621714" y="1325568"/>
                  <a:pt x="1746872" y="1343056"/>
                  <a:pt x="1872031" y="1335855"/>
                </a:cubicBezTo>
                <a:cubicBezTo>
                  <a:pt x="1951584" y="1334484"/>
                  <a:pt x="2024279" y="1327969"/>
                  <a:pt x="2088401" y="1275162"/>
                </a:cubicBezTo>
                <a:cubicBezTo>
                  <a:pt x="2110004" y="1252531"/>
                  <a:pt x="2079485" y="1239500"/>
                  <a:pt x="2058911" y="1247730"/>
                </a:cubicBezTo>
                <a:cubicBezTo>
                  <a:pt x="2030794" y="1253559"/>
                  <a:pt x="2003019" y="1256645"/>
                  <a:pt x="1974901" y="1252873"/>
                </a:cubicBezTo>
                <a:cubicBezTo>
                  <a:pt x="1919009" y="1247044"/>
                  <a:pt x="1871345" y="1217212"/>
                  <a:pt x="1820253" y="1196981"/>
                </a:cubicBezTo>
                <a:cubicBezTo>
                  <a:pt x="1755102" y="1174006"/>
                  <a:pt x="1684465" y="1167148"/>
                  <a:pt x="1615885" y="1176064"/>
                </a:cubicBezTo>
                <a:cubicBezTo>
                  <a:pt x="1589481" y="1178121"/>
                  <a:pt x="1564793" y="1191494"/>
                  <a:pt x="1538389" y="1192523"/>
                </a:cubicBezTo>
                <a:cubicBezTo>
                  <a:pt x="1493469" y="1189780"/>
                  <a:pt x="1447864" y="1191151"/>
                  <a:pt x="1403972" y="1179836"/>
                </a:cubicBezTo>
                <a:cubicBezTo>
                  <a:pt x="1353566" y="1165777"/>
                  <a:pt x="1306589" y="1140059"/>
                  <a:pt x="1253782" y="1134916"/>
                </a:cubicBezTo>
                <a:cubicBezTo>
                  <a:pt x="1279500" y="1122571"/>
                  <a:pt x="1304874" y="1109541"/>
                  <a:pt x="1328192" y="1092739"/>
                </a:cubicBezTo>
                <a:cubicBezTo>
                  <a:pt x="1368311" y="1065650"/>
                  <a:pt x="1404658" y="1033075"/>
                  <a:pt x="1442034" y="1002214"/>
                </a:cubicBezTo>
                <a:cubicBezTo>
                  <a:pt x="1457808" y="990212"/>
                  <a:pt x="1473581" y="978553"/>
                  <a:pt x="1489355" y="966895"/>
                </a:cubicBezTo>
                <a:cubicBezTo>
                  <a:pt x="1514729" y="973067"/>
                  <a:pt x="1540104" y="978896"/>
                  <a:pt x="1566850" y="978211"/>
                </a:cubicBezTo>
                <a:cubicBezTo>
                  <a:pt x="1605255" y="1000156"/>
                  <a:pt x="1644002" y="1022445"/>
                  <a:pt x="1682408" y="1044390"/>
                </a:cubicBezTo>
                <a:cubicBezTo>
                  <a:pt x="1720127" y="1068736"/>
                  <a:pt x="1759217" y="1093082"/>
                  <a:pt x="1802423" y="1106798"/>
                </a:cubicBezTo>
                <a:cubicBezTo>
                  <a:pt x="1855572" y="1121200"/>
                  <a:pt x="1911122" y="1125658"/>
                  <a:pt x="1964614" y="1112627"/>
                </a:cubicBezTo>
                <a:cubicBezTo>
                  <a:pt x="1997876" y="1104398"/>
                  <a:pt x="2026679" y="1086910"/>
                  <a:pt x="2057540" y="1075937"/>
                </a:cubicBezTo>
                <a:cubicBezTo>
                  <a:pt x="2119605" y="1060849"/>
                  <a:pt x="2184413" y="1086910"/>
                  <a:pt x="2247849" y="1082452"/>
                </a:cubicBezTo>
                <a:cubicBezTo>
                  <a:pt x="2306142" y="1080738"/>
                  <a:pt x="2363750" y="1068393"/>
                  <a:pt x="2416556" y="1043704"/>
                </a:cubicBezTo>
                <a:cubicBezTo>
                  <a:pt x="2422043" y="1040961"/>
                  <a:pt x="2427186" y="1037875"/>
                  <a:pt x="2429586" y="1032046"/>
                </a:cubicBezTo>
                <a:cubicBezTo>
                  <a:pt x="2432330" y="1004957"/>
                  <a:pt x="2393582" y="1005985"/>
                  <a:pt x="2374722" y="1004614"/>
                </a:cubicBezTo>
                <a:cubicBezTo>
                  <a:pt x="2340090" y="1005643"/>
                  <a:pt x="2307514" y="999127"/>
                  <a:pt x="2273910" y="990898"/>
                </a:cubicBezTo>
                <a:cubicBezTo>
                  <a:pt x="2231048" y="985069"/>
                  <a:pt x="2187842" y="980611"/>
                  <a:pt x="2144637" y="974782"/>
                </a:cubicBezTo>
                <a:cubicBezTo>
                  <a:pt x="2083601" y="967238"/>
                  <a:pt x="2022907" y="948035"/>
                  <a:pt x="1961528" y="960723"/>
                </a:cubicBezTo>
                <a:cubicBezTo>
                  <a:pt x="1911807" y="968952"/>
                  <a:pt x="1867916" y="998442"/>
                  <a:pt x="1817167" y="1002556"/>
                </a:cubicBezTo>
                <a:cubicBezTo>
                  <a:pt x="1793164" y="1004271"/>
                  <a:pt x="1770875" y="992612"/>
                  <a:pt x="1747901" y="988155"/>
                </a:cubicBezTo>
                <a:cubicBezTo>
                  <a:pt x="1684465" y="975124"/>
                  <a:pt x="1622057" y="958322"/>
                  <a:pt x="1557249" y="954208"/>
                </a:cubicBezTo>
                <a:cubicBezTo>
                  <a:pt x="1543533" y="952836"/>
                  <a:pt x="1529474" y="951121"/>
                  <a:pt x="1516101" y="947692"/>
                </a:cubicBezTo>
                <a:cubicBezTo>
                  <a:pt x="1551419" y="923004"/>
                  <a:pt x="1587424" y="899001"/>
                  <a:pt x="1623086" y="874998"/>
                </a:cubicBezTo>
                <a:cubicBezTo>
                  <a:pt x="1649832" y="858538"/>
                  <a:pt x="1677264" y="843108"/>
                  <a:pt x="1705382" y="828706"/>
                </a:cubicBezTo>
                <a:cubicBezTo>
                  <a:pt x="1713611" y="827335"/>
                  <a:pt x="1721498" y="826306"/>
                  <a:pt x="1729727" y="826306"/>
                </a:cubicBezTo>
                <a:cubicBezTo>
                  <a:pt x="1753388" y="842422"/>
                  <a:pt x="1782877" y="843451"/>
                  <a:pt x="1809966" y="849280"/>
                </a:cubicBezTo>
                <a:cubicBezTo>
                  <a:pt x="1841170" y="854424"/>
                  <a:pt x="1871003" y="862653"/>
                  <a:pt x="1900492" y="873626"/>
                </a:cubicBezTo>
                <a:cubicBezTo>
                  <a:pt x="1950555" y="888028"/>
                  <a:pt x="2003019" y="885970"/>
                  <a:pt x="2054454" y="883913"/>
                </a:cubicBezTo>
                <a:cubicBezTo>
                  <a:pt x="2096288" y="883570"/>
                  <a:pt x="2139150" y="880484"/>
                  <a:pt x="2180298" y="875683"/>
                </a:cubicBezTo>
                <a:cubicBezTo>
                  <a:pt x="2233448" y="869854"/>
                  <a:pt x="2286254" y="881856"/>
                  <a:pt x="2339404" y="882199"/>
                </a:cubicBezTo>
                <a:cubicBezTo>
                  <a:pt x="2378495" y="883227"/>
                  <a:pt x="2417585" y="878770"/>
                  <a:pt x="2455304" y="869854"/>
                </a:cubicBezTo>
                <a:cubicBezTo>
                  <a:pt x="2479307" y="864368"/>
                  <a:pt x="2504682" y="862996"/>
                  <a:pt x="2526970" y="852366"/>
                </a:cubicBezTo>
                <a:cubicBezTo>
                  <a:pt x="2552002" y="838993"/>
                  <a:pt x="2575662" y="822191"/>
                  <a:pt x="2596236" y="802303"/>
                </a:cubicBezTo>
                <a:cubicBezTo>
                  <a:pt x="2603437" y="796131"/>
                  <a:pt x="2604123" y="785501"/>
                  <a:pt x="2597265" y="778643"/>
                </a:cubicBezTo>
                <a:cubicBezTo>
                  <a:pt x="2569490" y="743667"/>
                  <a:pt x="2520798" y="753954"/>
                  <a:pt x="2482050" y="758412"/>
                </a:cubicBezTo>
                <a:cubicBezTo>
                  <a:pt x="2440902" y="761498"/>
                  <a:pt x="2402498" y="776928"/>
                  <a:pt x="2362721" y="785501"/>
                </a:cubicBezTo>
                <a:cubicBezTo>
                  <a:pt x="2340090" y="789958"/>
                  <a:pt x="2317458" y="784815"/>
                  <a:pt x="2294827" y="784815"/>
                </a:cubicBezTo>
                <a:cubicBezTo>
                  <a:pt x="2263623" y="785158"/>
                  <a:pt x="2232076" y="784472"/>
                  <a:pt x="2200872" y="784472"/>
                </a:cubicBezTo>
                <a:cubicBezTo>
                  <a:pt x="2123720" y="789273"/>
                  <a:pt x="2051025" y="822534"/>
                  <a:pt x="1973186" y="823563"/>
                </a:cubicBezTo>
                <a:cubicBezTo>
                  <a:pt x="1929981" y="823220"/>
                  <a:pt x="1888833" y="810532"/>
                  <a:pt x="1846313" y="807446"/>
                </a:cubicBezTo>
                <a:cubicBezTo>
                  <a:pt x="1807909" y="806418"/>
                  <a:pt x="1770190" y="814990"/>
                  <a:pt x="1732128" y="815333"/>
                </a:cubicBezTo>
                <a:cubicBezTo>
                  <a:pt x="1793850" y="784815"/>
                  <a:pt x="1857629" y="758412"/>
                  <a:pt x="1921066" y="732008"/>
                </a:cubicBezTo>
                <a:cubicBezTo>
                  <a:pt x="1955699" y="713835"/>
                  <a:pt x="1986560" y="688460"/>
                  <a:pt x="2020850" y="669943"/>
                </a:cubicBezTo>
                <a:cubicBezTo>
                  <a:pt x="2022564" y="671658"/>
                  <a:pt x="2025650" y="672001"/>
                  <a:pt x="2027708" y="671315"/>
                </a:cubicBezTo>
                <a:cubicBezTo>
                  <a:pt x="2048967" y="664457"/>
                  <a:pt x="2069541" y="656913"/>
                  <a:pt x="2090459" y="648684"/>
                </a:cubicBezTo>
                <a:cubicBezTo>
                  <a:pt x="2142922" y="642511"/>
                  <a:pt x="2195386" y="654856"/>
                  <a:pt x="2248193" y="651084"/>
                </a:cubicBezTo>
                <a:cubicBezTo>
                  <a:pt x="2366493" y="650741"/>
                  <a:pt x="2493709" y="649369"/>
                  <a:pt x="2596579" y="583533"/>
                </a:cubicBezTo>
                <a:cubicBezTo>
                  <a:pt x="2637384" y="558501"/>
                  <a:pt x="2675446" y="527640"/>
                  <a:pt x="2718651" y="507066"/>
                </a:cubicBezTo>
                <a:cubicBezTo>
                  <a:pt x="2730310" y="502265"/>
                  <a:pt x="2741969" y="497465"/>
                  <a:pt x="2753970" y="493007"/>
                </a:cubicBezTo>
                <a:cubicBezTo>
                  <a:pt x="2762199" y="490607"/>
                  <a:pt x="2772144" y="487864"/>
                  <a:pt x="2776259" y="479634"/>
                </a:cubicBezTo>
                <a:cubicBezTo>
                  <a:pt x="2780716" y="461460"/>
                  <a:pt x="2755341" y="454602"/>
                  <a:pt x="2741283" y="454259"/>
                </a:cubicBezTo>
                <a:cubicBezTo>
                  <a:pt x="2684361" y="453916"/>
                  <a:pt x="2638070" y="495407"/>
                  <a:pt x="2583891" y="506037"/>
                </a:cubicBezTo>
                <a:cubicBezTo>
                  <a:pt x="2562975" y="507066"/>
                  <a:pt x="2542743" y="499522"/>
                  <a:pt x="2521827" y="500894"/>
                </a:cubicBezTo>
                <a:cubicBezTo>
                  <a:pt x="2455647" y="502951"/>
                  <a:pt x="2393239" y="530383"/>
                  <a:pt x="2331517" y="550614"/>
                </a:cubicBezTo>
                <a:cubicBezTo>
                  <a:pt x="2295170" y="561930"/>
                  <a:pt x="2256079" y="560901"/>
                  <a:pt x="2220761" y="575989"/>
                </a:cubicBezTo>
                <a:cubicBezTo>
                  <a:pt x="2191271" y="587990"/>
                  <a:pt x="2162124" y="600335"/>
                  <a:pt x="2132978" y="613022"/>
                </a:cubicBezTo>
                <a:cubicBezTo>
                  <a:pt x="2107946" y="622966"/>
                  <a:pt x="2085658" y="640111"/>
                  <a:pt x="2059598" y="647312"/>
                </a:cubicBezTo>
                <a:cubicBezTo>
                  <a:pt x="2102460" y="623995"/>
                  <a:pt x="2134350" y="585247"/>
                  <a:pt x="2168297" y="551643"/>
                </a:cubicBezTo>
                <a:cubicBezTo>
                  <a:pt x="2201901" y="520096"/>
                  <a:pt x="2242363" y="495750"/>
                  <a:pt x="2273910" y="461803"/>
                </a:cubicBezTo>
                <a:cubicBezTo>
                  <a:pt x="2306828" y="427170"/>
                  <a:pt x="2325002" y="379850"/>
                  <a:pt x="2364435" y="352418"/>
                </a:cubicBezTo>
                <a:cubicBezTo>
                  <a:pt x="2389467" y="337673"/>
                  <a:pt x="2416556" y="326358"/>
                  <a:pt x="2438159" y="306469"/>
                </a:cubicBezTo>
                <a:cubicBezTo>
                  <a:pt x="2501595" y="254692"/>
                  <a:pt x="2536229" y="177539"/>
                  <a:pt x="2586635" y="114445"/>
                </a:cubicBezTo>
                <a:cubicBezTo>
                  <a:pt x="2594864" y="105187"/>
                  <a:pt x="2602408" y="95243"/>
                  <a:pt x="2612009" y="87699"/>
                </a:cubicBezTo>
                <a:cubicBezTo>
                  <a:pt x="2615096" y="85642"/>
                  <a:pt x="2617153" y="82213"/>
                  <a:pt x="2616810" y="78441"/>
                </a:cubicBezTo>
                <a:cubicBezTo>
                  <a:pt x="2603780" y="54781"/>
                  <a:pt x="2571890" y="82899"/>
                  <a:pt x="2557145" y="92157"/>
                </a:cubicBezTo>
                <a:cubicBezTo>
                  <a:pt x="2519769" y="123018"/>
                  <a:pt x="2470392" y="124732"/>
                  <a:pt x="2429244" y="147707"/>
                </a:cubicBezTo>
                <a:cubicBezTo>
                  <a:pt x="2387067" y="173081"/>
                  <a:pt x="2360321" y="218687"/>
                  <a:pt x="2316087" y="240976"/>
                </a:cubicBezTo>
                <a:cubicBezTo>
                  <a:pt x="2279396" y="257435"/>
                  <a:pt x="2237562" y="274237"/>
                  <a:pt x="2219389" y="313327"/>
                </a:cubicBezTo>
                <a:cubicBezTo>
                  <a:pt x="2206359" y="347960"/>
                  <a:pt x="2190242" y="381565"/>
                  <a:pt x="2179269" y="416883"/>
                </a:cubicBezTo>
                <a:cubicBezTo>
                  <a:pt x="2166582" y="465918"/>
                  <a:pt x="2156295" y="516667"/>
                  <a:pt x="2125434" y="557815"/>
                </a:cubicBezTo>
                <a:cubicBezTo>
                  <a:pt x="2114118" y="572560"/>
                  <a:pt x="2101774" y="585933"/>
                  <a:pt x="2088744" y="598963"/>
                </a:cubicBezTo>
                <a:cubicBezTo>
                  <a:pt x="2071256" y="609250"/>
                  <a:pt x="2053768" y="619194"/>
                  <a:pt x="2037309" y="631196"/>
                </a:cubicBezTo>
                <a:cubicBezTo>
                  <a:pt x="2011248" y="649369"/>
                  <a:pt x="1986902" y="670629"/>
                  <a:pt x="1960157" y="688117"/>
                </a:cubicBezTo>
                <a:cubicBezTo>
                  <a:pt x="1932725" y="706634"/>
                  <a:pt x="1902549" y="718978"/>
                  <a:pt x="1872031" y="729951"/>
                </a:cubicBezTo>
                <a:cubicBezTo>
                  <a:pt x="1904606" y="710749"/>
                  <a:pt x="1935810" y="688803"/>
                  <a:pt x="1961185" y="659999"/>
                </a:cubicBezTo>
                <a:cubicBezTo>
                  <a:pt x="1989303" y="633253"/>
                  <a:pt x="2016049" y="603764"/>
                  <a:pt x="2033537" y="568788"/>
                </a:cubicBezTo>
                <a:cubicBezTo>
                  <a:pt x="2052740" y="527640"/>
                  <a:pt x="2056511" y="480320"/>
                  <a:pt x="2072285" y="438143"/>
                </a:cubicBezTo>
                <a:cubicBezTo>
                  <a:pt x="2078800" y="418941"/>
                  <a:pt x="2086001" y="400081"/>
                  <a:pt x="2094230" y="381907"/>
                </a:cubicBezTo>
                <a:cubicBezTo>
                  <a:pt x="2105546" y="362705"/>
                  <a:pt x="2118919" y="344874"/>
                  <a:pt x="2128178" y="324643"/>
                </a:cubicBezTo>
                <a:cubicBezTo>
                  <a:pt x="2142236" y="295840"/>
                  <a:pt x="2146694" y="263607"/>
                  <a:pt x="2153895" y="232746"/>
                </a:cubicBezTo>
                <a:cubicBezTo>
                  <a:pt x="2165211" y="185769"/>
                  <a:pt x="2171383" y="137420"/>
                  <a:pt x="2171726" y="89071"/>
                </a:cubicBezTo>
                <a:cubicBezTo>
                  <a:pt x="2172755" y="64039"/>
                  <a:pt x="2174469" y="38665"/>
                  <a:pt x="2174126" y="13633"/>
                </a:cubicBezTo>
                <a:cubicBezTo>
                  <a:pt x="2173783" y="10890"/>
                  <a:pt x="2173440" y="7461"/>
                  <a:pt x="2171383" y="5060"/>
                </a:cubicBezTo>
                <a:cubicBezTo>
                  <a:pt x="2137093" y="-31973"/>
                  <a:pt x="2066456" y="145649"/>
                  <a:pt x="2047253" y="168281"/>
                </a:cubicBezTo>
                <a:cubicBezTo>
                  <a:pt x="2032508" y="192627"/>
                  <a:pt x="2012963" y="213886"/>
                  <a:pt x="2000276" y="239604"/>
                </a:cubicBezTo>
                <a:cubicBezTo>
                  <a:pt x="1985531" y="268750"/>
                  <a:pt x="1977644" y="302698"/>
                  <a:pt x="1978673" y="335273"/>
                </a:cubicBezTo>
                <a:cubicBezTo>
                  <a:pt x="1988960" y="378478"/>
                  <a:pt x="1986217" y="419969"/>
                  <a:pt x="1974558" y="462146"/>
                </a:cubicBezTo>
                <a:cubicBezTo>
                  <a:pt x="1963586" y="508780"/>
                  <a:pt x="1954327" y="555758"/>
                  <a:pt x="1940611" y="601363"/>
                </a:cubicBezTo>
                <a:cubicBezTo>
                  <a:pt x="1928609" y="638397"/>
                  <a:pt x="1914551" y="673715"/>
                  <a:pt x="1881290" y="696347"/>
                </a:cubicBezTo>
                <a:cubicBezTo>
                  <a:pt x="1855572" y="714863"/>
                  <a:pt x="1830883" y="735437"/>
                  <a:pt x="1804823" y="753268"/>
                </a:cubicBezTo>
                <a:cubicBezTo>
                  <a:pt x="1805852" y="753954"/>
                  <a:pt x="1805165" y="754297"/>
                  <a:pt x="1804823" y="754297"/>
                </a:cubicBezTo>
                <a:close/>
                <a:moveTo>
                  <a:pt x="2148408" y="553700"/>
                </a:moveTo>
                <a:cubicBezTo>
                  <a:pt x="2160067" y="527640"/>
                  <a:pt x="2174812" y="502951"/>
                  <a:pt x="2184070" y="476205"/>
                </a:cubicBezTo>
                <a:cubicBezTo>
                  <a:pt x="2192985" y="446030"/>
                  <a:pt x="2203616" y="416540"/>
                  <a:pt x="2215960" y="387737"/>
                </a:cubicBezTo>
                <a:cubicBezTo>
                  <a:pt x="2228990" y="361676"/>
                  <a:pt x="2232076" y="329787"/>
                  <a:pt x="2251622" y="307498"/>
                </a:cubicBezTo>
                <a:cubicBezTo>
                  <a:pt x="2273224" y="284524"/>
                  <a:pt x="2304771" y="275608"/>
                  <a:pt x="2330831" y="258806"/>
                </a:cubicBezTo>
                <a:cubicBezTo>
                  <a:pt x="2369236" y="233432"/>
                  <a:pt x="2398725" y="197084"/>
                  <a:pt x="2435073" y="169309"/>
                </a:cubicBezTo>
                <a:cubicBezTo>
                  <a:pt x="2475535" y="134677"/>
                  <a:pt x="2530399" y="131248"/>
                  <a:pt x="2576005" y="107245"/>
                </a:cubicBezTo>
                <a:cubicBezTo>
                  <a:pt x="2551659" y="141535"/>
                  <a:pt x="2524227" y="172738"/>
                  <a:pt x="2497138" y="204285"/>
                </a:cubicBezTo>
                <a:cubicBezTo>
                  <a:pt x="2476564" y="231374"/>
                  <a:pt x="2460105" y="259149"/>
                  <a:pt x="2435073" y="281781"/>
                </a:cubicBezTo>
                <a:cubicBezTo>
                  <a:pt x="2413470" y="300983"/>
                  <a:pt x="2387410" y="314356"/>
                  <a:pt x="2363407" y="330472"/>
                </a:cubicBezTo>
                <a:cubicBezTo>
                  <a:pt x="2328774" y="350704"/>
                  <a:pt x="2308543" y="387051"/>
                  <a:pt x="2280768" y="414826"/>
                </a:cubicBezTo>
                <a:cubicBezTo>
                  <a:pt x="2231733" y="456317"/>
                  <a:pt x="2197443" y="511867"/>
                  <a:pt x="2148408" y="553700"/>
                </a:cubicBezTo>
                <a:close/>
                <a:moveTo>
                  <a:pt x="2115147" y="639768"/>
                </a:moveTo>
                <a:cubicBezTo>
                  <a:pt x="2158353" y="623995"/>
                  <a:pt x="2197100" y="599649"/>
                  <a:pt x="2240991" y="585590"/>
                </a:cubicBezTo>
                <a:cubicBezTo>
                  <a:pt x="2292770" y="574617"/>
                  <a:pt x="2342147" y="555415"/>
                  <a:pt x="2394268" y="546157"/>
                </a:cubicBezTo>
                <a:cubicBezTo>
                  <a:pt x="2438502" y="534155"/>
                  <a:pt x="2479650" y="510152"/>
                  <a:pt x="2525942" y="512895"/>
                </a:cubicBezTo>
                <a:cubicBezTo>
                  <a:pt x="2552345" y="512209"/>
                  <a:pt x="2577033" y="522154"/>
                  <a:pt x="2602408" y="514267"/>
                </a:cubicBezTo>
                <a:cubicBezTo>
                  <a:pt x="2651443" y="495750"/>
                  <a:pt x="2698763" y="460774"/>
                  <a:pt x="2753627" y="471061"/>
                </a:cubicBezTo>
                <a:cubicBezTo>
                  <a:pt x="2712136" y="476205"/>
                  <a:pt x="2673045" y="494722"/>
                  <a:pt x="2641842" y="522496"/>
                </a:cubicBezTo>
                <a:cubicBezTo>
                  <a:pt x="2619896" y="543070"/>
                  <a:pt x="2599322" y="566388"/>
                  <a:pt x="2571204" y="579075"/>
                </a:cubicBezTo>
                <a:cubicBezTo>
                  <a:pt x="2521484" y="603078"/>
                  <a:pt x="2465934" y="606850"/>
                  <a:pt x="2411756" y="613708"/>
                </a:cubicBezTo>
                <a:cubicBezTo>
                  <a:pt x="2355520" y="622966"/>
                  <a:pt x="2299628" y="644226"/>
                  <a:pt x="2242020" y="639082"/>
                </a:cubicBezTo>
                <a:cubicBezTo>
                  <a:pt x="2199501" y="634282"/>
                  <a:pt x="2157324" y="633939"/>
                  <a:pt x="2115147" y="639768"/>
                </a:cubicBezTo>
                <a:close/>
                <a:moveTo>
                  <a:pt x="1738643" y="826649"/>
                </a:moveTo>
                <a:cubicBezTo>
                  <a:pt x="1836713" y="824934"/>
                  <a:pt x="1934096" y="849280"/>
                  <a:pt x="2032166" y="837279"/>
                </a:cubicBezTo>
                <a:cubicBezTo>
                  <a:pt x="2081200" y="835564"/>
                  <a:pt x="2126463" y="815676"/>
                  <a:pt x="2174469" y="807789"/>
                </a:cubicBezTo>
                <a:cubicBezTo>
                  <a:pt x="2210816" y="800588"/>
                  <a:pt x="2247507" y="809161"/>
                  <a:pt x="2284197" y="807103"/>
                </a:cubicBezTo>
                <a:cubicBezTo>
                  <a:pt x="2372665" y="814647"/>
                  <a:pt x="2454275" y="763555"/>
                  <a:pt x="2542401" y="769042"/>
                </a:cubicBezTo>
                <a:cubicBezTo>
                  <a:pt x="2556803" y="770070"/>
                  <a:pt x="2573604" y="767327"/>
                  <a:pt x="2585949" y="776585"/>
                </a:cubicBezTo>
                <a:cubicBezTo>
                  <a:pt x="2587320" y="777957"/>
                  <a:pt x="2588692" y="780357"/>
                  <a:pt x="2589378" y="781386"/>
                </a:cubicBezTo>
                <a:cubicBezTo>
                  <a:pt x="2590407" y="784129"/>
                  <a:pt x="2589721" y="786187"/>
                  <a:pt x="2588006" y="788244"/>
                </a:cubicBezTo>
                <a:cubicBezTo>
                  <a:pt x="2575319" y="798531"/>
                  <a:pt x="2562975" y="808132"/>
                  <a:pt x="2549259" y="817048"/>
                </a:cubicBezTo>
                <a:cubicBezTo>
                  <a:pt x="2511882" y="849623"/>
                  <a:pt x="2467991" y="849280"/>
                  <a:pt x="2421357" y="850309"/>
                </a:cubicBezTo>
                <a:cubicBezTo>
                  <a:pt x="2349348" y="854767"/>
                  <a:pt x="2277339" y="860596"/>
                  <a:pt x="2205330" y="857510"/>
                </a:cubicBezTo>
                <a:cubicBezTo>
                  <a:pt x="2162810" y="856481"/>
                  <a:pt x="2120976" y="865054"/>
                  <a:pt x="2078457" y="869168"/>
                </a:cubicBezTo>
                <a:cubicBezTo>
                  <a:pt x="2030451" y="871569"/>
                  <a:pt x="1981073" y="873969"/>
                  <a:pt x="1933067" y="871226"/>
                </a:cubicBezTo>
                <a:cubicBezTo>
                  <a:pt x="1896720" y="865739"/>
                  <a:pt x="1862430" y="854081"/>
                  <a:pt x="1827111" y="845508"/>
                </a:cubicBezTo>
                <a:cubicBezTo>
                  <a:pt x="1797279" y="840708"/>
                  <a:pt x="1766075" y="840365"/>
                  <a:pt x="1738643" y="826649"/>
                </a:cubicBezTo>
                <a:close/>
                <a:moveTo>
                  <a:pt x="1592567" y="979239"/>
                </a:moveTo>
                <a:cubicBezTo>
                  <a:pt x="1622400" y="982325"/>
                  <a:pt x="1651547" y="988498"/>
                  <a:pt x="1679321" y="999470"/>
                </a:cubicBezTo>
                <a:cubicBezTo>
                  <a:pt x="1716011" y="1010100"/>
                  <a:pt x="1754417" y="1014558"/>
                  <a:pt x="1792478" y="1016958"/>
                </a:cubicBezTo>
                <a:cubicBezTo>
                  <a:pt x="1840827" y="1017301"/>
                  <a:pt x="1888490" y="1007014"/>
                  <a:pt x="1935467" y="995356"/>
                </a:cubicBezTo>
                <a:cubicBezTo>
                  <a:pt x="1968729" y="989183"/>
                  <a:pt x="2004047" y="985754"/>
                  <a:pt x="2037309" y="981982"/>
                </a:cubicBezTo>
                <a:cubicBezTo>
                  <a:pt x="2101088" y="977182"/>
                  <a:pt x="2162468" y="991241"/>
                  <a:pt x="2223504" y="1006328"/>
                </a:cubicBezTo>
                <a:cubicBezTo>
                  <a:pt x="2253336" y="1012158"/>
                  <a:pt x="2283168" y="1015587"/>
                  <a:pt x="2313686" y="1016958"/>
                </a:cubicBezTo>
                <a:cubicBezTo>
                  <a:pt x="2344205" y="1020044"/>
                  <a:pt x="2376437" y="1011815"/>
                  <a:pt x="2403526" y="1027588"/>
                </a:cubicBezTo>
                <a:cubicBezTo>
                  <a:pt x="2378151" y="1036161"/>
                  <a:pt x="2353463" y="1044390"/>
                  <a:pt x="2327402" y="1050220"/>
                </a:cubicBezTo>
                <a:cubicBezTo>
                  <a:pt x="2282139" y="1058449"/>
                  <a:pt x="2235848" y="1055706"/>
                  <a:pt x="2190242" y="1054677"/>
                </a:cubicBezTo>
                <a:cubicBezTo>
                  <a:pt x="2139493" y="1053306"/>
                  <a:pt x="2088744" y="1039247"/>
                  <a:pt x="2038337" y="1051591"/>
                </a:cubicBezTo>
                <a:cubicBezTo>
                  <a:pt x="2001305" y="1060164"/>
                  <a:pt x="1968386" y="1080395"/>
                  <a:pt x="1932381" y="1092739"/>
                </a:cubicBezTo>
                <a:cubicBezTo>
                  <a:pt x="1865516" y="1116056"/>
                  <a:pt x="1803108" y="1099254"/>
                  <a:pt x="1747215" y="1059478"/>
                </a:cubicBezTo>
                <a:cubicBezTo>
                  <a:pt x="1726298" y="1045419"/>
                  <a:pt x="1701953" y="1037532"/>
                  <a:pt x="1678635" y="1028960"/>
                </a:cubicBezTo>
                <a:cubicBezTo>
                  <a:pt x="1658061" y="1021416"/>
                  <a:pt x="1639888" y="1008729"/>
                  <a:pt x="1621028" y="997413"/>
                </a:cubicBezTo>
                <a:cubicBezTo>
                  <a:pt x="1611084" y="990898"/>
                  <a:pt x="1602169" y="984726"/>
                  <a:pt x="1592567" y="979239"/>
                </a:cubicBezTo>
                <a:close/>
                <a:moveTo>
                  <a:pt x="1278814" y="1167491"/>
                </a:moveTo>
                <a:cubicBezTo>
                  <a:pt x="1329220" y="1171263"/>
                  <a:pt x="1375512" y="1189437"/>
                  <a:pt x="1423518" y="1201781"/>
                </a:cubicBezTo>
                <a:cubicBezTo>
                  <a:pt x="1460894" y="1212068"/>
                  <a:pt x="1499984" y="1215840"/>
                  <a:pt x="1537361" y="1224756"/>
                </a:cubicBezTo>
                <a:cubicBezTo>
                  <a:pt x="1576451" y="1227499"/>
                  <a:pt x="1611427" y="1204182"/>
                  <a:pt x="1649146" y="1197324"/>
                </a:cubicBezTo>
                <a:cubicBezTo>
                  <a:pt x="1683436" y="1190123"/>
                  <a:pt x="1719440" y="1187037"/>
                  <a:pt x="1753388" y="1198009"/>
                </a:cubicBezTo>
                <a:cubicBezTo>
                  <a:pt x="1817510" y="1212411"/>
                  <a:pt x="1875117" y="1245673"/>
                  <a:pt x="1937868" y="1264189"/>
                </a:cubicBezTo>
                <a:cubicBezTo>
                  <a:pt x="1969757" y="1272076"/>
                  <a:pt x="2003019" y="1270704"/>
                  <a:pt x="2035595" y="1269676"/>
                </a:cubicBezTo>
                <a:cubicBezTo>
                  <a:pt x="1945069" y="1334827"/>
                  <a:pt x="1829168" y="1313567"/>
                  <a:pt x="1726298" y="1300194"/>
                </a:cubicBezTo>
                <a:cubicBezTo>
                  <a:pt x="1682064" y="1293679"/>
                  <a:pt x="1637487" y="1290935"/>
                  <a:pt x="1592567" y="1291278"/>
                </a:cubicBezTo>
                <a:cubicBezTo>
                  <a:pt x="1554848" y="1291278"/>
                  <a:pt x="1518158" y="1279963"/>
                  <a:pt x="1484211" y="1264875"/>
                </a:cubicBezTo>
                <a:cubicBezTo>
                  <a:pt x="1414259" y="1235728"/>
                  <a:pt x="1349108" y="1195609"/>
                  <a:pt x="1278814" y="1167491"/>
                </a:cubicBezTo>
                <a:close/>
                <a:moveTo>
                  <a:pt x="932142" y="1282706"/>
                </a:moveTo>
                <a:cubicBezTo>
                  <a:pt x="1005523" y="1301908"/>
                  <a:pt x="1078903" y="1319396"/>
                  <a:pt x="1148512" y="1346485"/>
                </a:cubicBezTo>
                <a:cubicBezTo>
                  <a:pt x="1186574" y="1368774"/>
                  <a:pt x="1222235" y="1397234"/>
                  <a:pt x="1264755" y="1410607"/>
                </a:cubicBezTo>
                <a:cubicBezTo>
                  <a:pt x="1310018" y="1419180"/>
                  <a:pt x="1354938" y="1429124"/>
                  <a:pt x="1399858" y="1438725"/>
                </a:cubicBezTo>
                <a:cubicBezTo>
                  <a:pt x="1433119" y="1443526"/>
                  <a:pt x="1464323" y="1445240"/>
                  <a:pt x="1495527" y="1455870"/>
                </a:cubicBezTo>
                <a:cubicBezTo>
                  <a:pt x="1522959" y="1465471"/>
                  <a:pt x="1546962" y="1481931"/>
                  <a:pt x="1574051" y="1492561"/>
                </a:cubicBezTo>
                <a:cubicBezTo>
                  <a:pt x="1598054" y="1502162"/>
                  <a:pt x="1624114" y="1505248"/>
                  <a:pt x="1648803" y="1511420"/>
                </a:cubicBezTo>
                <a:cubicBezTo>
                  <a:pt x="1597711" y="1533366"/>
                  <a:pt x="1543190" y="1540224"/>
                  <a:pt x="1488326" y="1541252"/>
                </a:cubicBezTo>
                <a:cubicBezTo>
                  <a:pt x="1457465" y="1542624"/>
                  <a:pt x="1426261" y="1544338"/>
                  <a:pt x="1395057" y="1540909"/>
                </a:cubicBezTo>
                <a:cubicBezTo>
                  <a:pt x="1354252" y="1535080"/>
                  <a:pt x="1317905" y="1522393"/>
                  <a:pt x="1279843" y="1508334"/>
                </a:cubicBezTo>
                <a:cubicBezTo>
                  <a:pt x="1234580" y="1491189"/>
                  <a:pt x="1199604" y="1458271"/>
                  <a:pt x="1159485" y="1432210"/>
                </a:cubicBezTo>
                <a:cubicBezTo>
                  <a:pt x="1121423" y="1410265"/>
                  <a:pt x="1079932" y="1393462"/>
                  <a:pt x="1045642" y="1365345"/>
                </a:cubicBezTo>
                <a:cubicBezTo>
                  <a:pt x="1011352" y="1333112"/>
                  <a:pt x="978091" y="1298136"/>
                  <a:pt x="932142" y="1282706"/>
                </a:cubicBezTo>
                <a:close/>
                <a:moveTo>
                  <a:pt x="395161" y="1256988"/>
                </a:moveTo>
                <a:cubicBezTo>
                  <a:pt x="396532" y="1210011"/>
                  <a:pt x="412991" y="1165434"/>
                  <a:pt x="418135" y="1119142"/>
                </a:cubicBezTo>
                <a:cubicBezTo>
                  <a:pt x="419849" y="1081766"/>
                  <a:pt x="403733" y="1043704"/>
                  <a:pt x="414020" y="1007014"/>
                </a:cubicBezTo>
                <a:cubicBezTo>
                  <a:pt x="428079" y="1089653"/>
                  <a:pt x="431508" y="1179150"/>
                  <a:pt x="395161" y="1256988"/>
                </a:cubicBezTo>
                <a:close/>
                <a:moveTo>
                  <a:pt x="1334707" y="891114"/>
                </a:moveTo>
                <a:cubicBezTo>
                  <a:pt x="1328877" y="862310"/>
                  <a:pt x="1320648" y="834193"/>
                  <a:pt x="1312075" y="806075"/>
                </a:cubicBezTo>
                <a:cubicBezTo>
                  <a:pt x="1304874" y="769727"/>
                  <a:pt x="1304189" y="731665"/>
                  <a:pt x="1292530" y="696004"/>
                </a:cubicBezTo>
                <a:cubicBezTo>
                  <a:pt x="1282929" y="651084"/>
                  <a:pt x="1257554" y="610279"/>
                  <a:pt x="1253782" y="564330"/>
                </a:cubicBezTo>
                <a:cubicBezTo>
                  <a:pt x="1253096" y="540670"/>
                  <a:pt x="1254468" y="517010"/>
                  <a:pt x="1255154" y="493350"/>
                </a:cubicBezTo>
                <a:cubicBezTo>
                  <a:pt x="1256183" y="468661"/>
                  <a:pt x="1251725" y="443287"/>
                  <a:pt x="1255840" y="418598"/>
                </a:cubicBezTo>
                <a:cubicBezTo>
                  <a:pt x="1261669" y="384308"/>
                  <a:pt x="1269556" y="348989"/>
                  <a:pt x="1283957" y="317099"/>
                </a:cubicBezTo>
                <a:cubicBezTo>
                  <a:pt x="1294930" y="295154"/>
                  <a:pt x="1310018" y="278695"/>
                  <a:pt x="1324763" y="259835"/>
                </a:cubicBezTo>
                <a:cubicBezTo>
                  <a:pt x="1331278" y="286581"/>
                  <a:pt x="1336421" y="314013"/>
                  <a:pt x="1344308" y="340417"/>
                </a:cubicBezTo>
                <a:cubicBezTo>
                  <a:pt x="1352880" y="367163"/>
                  <a:pt x="1366253" y="392194"/>
                  <a:pt x="1368997" y="420655"/>
                </a:cubicBezTo>
                <a:cubicBezTo>
                  <a:pt x="1371397" y="485806"/>
                  <a:pt x="1388885" y="550271"/>
                  <a:pt x="1384770" y="615765"/>
                </a:cubicBezTo>
                <a:cubicBezTo>
                  <a:pt x="1382027" y="652113"/>
                  <a:pt x="1364539" y="684002"/>
                  <a:pt x="1353223" y="717949"/>
                </a:cubicBezTo>
                <a:cubicBezTo>
                  <a:pt x="1344994" y="747782"/>
                  <a:pt x="1348423" y="779329"/>
                  <a:pt x="1346022" y="809847"/>
                </a:cubicBezTo>
                <a:cubicBezTo>
                  <a:pt x="1343965" y="836936"/>
                  <a:pt x="1338821" y="864025"/>
                  <a:pt x="1334707" y="891114"/>
                </a:cubicBezTo>
                <a:close/>
                <a:moveTo>
                  <a:pt x="596443" y="1290250"/>
                </a:moveTo>
                <a:cubicBezTo>
                  <a:pt x="599186" y="1289907"/>
                  <a:pt x="601929" y="1289221"/>
                  <a:pt x="604330" y="1288878"/>
                </a:cubicBezTo>
                <a:cubicBezTo>
                  <a:pt x="610845" y="1290592"/>
                  <a:pt x="617017" y="1291964"/>
                  <a:pt x="623189" y="1293336"/>
                </a:cubicBezTo>
                <a:cubicBezTo>
                  <a:pt x="649592" y="1302937"/>
                  <a:pt x="672224" y="1318710"/>
                  <a:pt x="696227" y="1332083"/>
                </a:cubicBezTo>
                <a:cubicBezTo>
                  <a:pt x="716115" y="1346828"/>
                  <a:pt x="733946" y="1364316"/>
                  <a:pt x="754520" y="1378375"/>
                </a:cubicBezTo>
                <a:cubicBezTo>
                  <a:pt x="828586" y="1422952"/>
                  <a:pt x="900595" y="1475073"/>
                  <a:pt x="949287" y="1547082"/>
                </a:cubicBezTo>
                <a:cubicBezTo>
                  <a:pt x="980148" y="1591316"/>
                  <a:pt x="1020267" y="1633150"/>
                  <a:pt x="1035355" y="1686299"/>
                </a:cubicBezTo>
                <a:cubicBezTo>
                  <a:pt x="1042899" y="1721961"/>
                  <a:pt x="1042899" y="1758994"/>
                  <a:pt x="1051128" y="1794655"/>
                </a:cubicBezTo>
                <a:cubicBezTo>
                  <a:pt x="973633" y="1780939"/>
                  <a:pt x="928713" y="1726075"/>
                  <a:pt x="878993" y="1670869"/>
                </a:cubicBezTo>
                <a:cubicBezTo>
                  <a:pt x="842988" y="1630749"/>
                  <a:pt x="809727" y="1585486"/>
                  <a:pt x="795325" y="1533023"/>
                </a:cubicBezTo>
                <a:cubicBezTo>
                  <a:pt x="790181" y="1511420"/>
                  <a:pt x="788467" y="1489132"/>
                  <a:pt x="782981" y="1467186"/>
                </a:cubicBezTo>
                <a:cubicBezTo>
                  <a:pt x="773036" y="1416437"/>
                  <a:pt x="728459" y="1387633"/>
                  <a:pt x="690398" y="1358144"/>
                </a:cubicBezTo>
                <a:cubicBezTo>
                  <a:pt x="661594" y="1332426"/>
                  <a:pt x="630047" y="1309109"/>
                  <a:pt x="596443" y="1290250"/>
                </a:cubicBezTo>
                <a:close/>
                <a:moveTo>
                  <a:pt x="432194" y="1322825"/>
                </a:moveTo>
                <a:cubicBezTo>
                  <a:pt x="451053" y="1333112"/>
                  <a:pt x="464084" y="1350257"/>
                  <a:pt x="479171" y="1365002"/>
                </a:cubicBezTo>
                <a:cubicBezTo>
                  <a:pt x="513804" y="1395863"/>
                  <a:pt x="536778" y="1436325"/>
                  <a:pt x="564210" y="1473015"/>
                </a:cubicBezTo>
                <a:cubicBezTo>
                  <a:pt x="624561" y="1548453"/>
                  <a:pt x="667080" y="1607432"/>
                  <a:pt x="680111" y="1706187"/>
                </a:cubicBezTo>
                <a:cubicBezTo>
                  <a:pt x="641706" y="1672926"/>
                  <a:pt x="634162" y="1619776"/>
                  <a:pt x="608787" y="1577943"/>
                </a:cubicBezTo>
                <a:cubicBezTo>
                  <a:pt x="591985" y="1548796"/>
                  <a:pt x="567982" y="1524793"/>
                  <a:pt x="550494" y="1496332"/>
                </a:cubicBezTo>
                <a:cubicBezTo>
                  <a:pt x="538150" y="1473701"/>
                  <a:pt x="529920" y="1449012"/>
                  <a:pt x="517919" y="1426381"/>
                </a:cubicBezTo>
                <a:cubicBezTo>
                  <a:pt x="503860" y="1401349"/>
                  <a:pt x="485686" y="1378718"/>
                  <a:pt x="466827" y="1357115"/>
                </a:cubicBezTo>
                <a:cubicBezTo>
                  <a:pt x="456540" y="1344085"/>
                  <a:pt x="446253" y="1331398"/>
                  <a:pt x="432194" y="1322825"/>
                </a:cubicBezTo>
                <a:close/>
                <a:moveTo>
                  <a:pt x="563525" y="1277219"/>
                </a:moveTo>
                <a:cubicBezTo>
                  <a:pt x="563182" y="1277219"/>
                  <a:pt x="562839" y="1277219"/>
                  <a:pt x="562496" y="1277219"/>
                </a:cubicBezTo>
                <a:cubicBezTo>
                  <a:pt x="563867" y="1273447"/>
                  <a:pt x="564553" y="1270018"/>
                  <a:pt x="564553" y="1266932"/>
                </a:cubicBezTo>
                <a:cubicBezTo>
                  <a:pt x="564896" y="1225099"/>
                  <a:pt x="553238" y="1184293"/>
                  <a:pt x="550837" y="1142460"/>
                </a:cubicBezTo>
                <a:cubicBezTo>
                  <a:pt x="546380" y="1110227"/>
                  <a:pt x="547751" y="1077309"/>
                  <a:pt x="541922" y="1045076"/>
                </a:cubicBezTo>
                <a:cubicBezTo>
                  <a:pt x="538836" y="1023473"/>
                  <a:pt x="529920" y="1004271"/>
                  <a:pt x="527863" y="983697"/>
                </a:cubicBezTo>
                <a:cubicBezTo>
                  <a:pt x="527520" y="968952"/>
                  <a:pt x="529577" y="953865"/>
                  <a:pt x="531978" y="939463"/>
                </a:cubicBezTo>
                <a:cubicBezTo>
                  <a:pt x="537807" y="902430"/>
                  <a:pt x="550151" y="866768"/>
                  <a:pt x="562839" y="831792"/>
                </a:cubicBezTo>
                <a:cubicBezTo>
                  <a:pt x="575526" y="786529"/>
                  <a:pt x="589928" y="741267"/>
                  <a:pt x="613588" y="700804"/>
                </a:cubicBezTo>
                <a:cubicBezTo>
                  <a:pt x="621818" y="687088"/>
                  <a:pt x="627647" y="669943"/>
                  <a:pt x="642049" y="661371"/>
                </a:cubicBezTo>
                <a:cubicBezTo>
                  <a:pt x="643763" y="668229"/>
                  <a:pt x="648564" y="673372"/>
                  <a:pt x="650621" y="679888"/>
                </a:cubicBezTo>
                <a:cubicBezTo>
                  <a:pt x="651993" y="700462"/>
                  <a:pt x="648907" y="721036"/>
                  <a:pt x="650278" y="741610"/>
                </a:cubicBezTo>
                <a:cubicBezTo>
                  <a:pt x="651650" y="771442"/>
                  <a:pt x="659537" y="800588"/>
                  <a:pt x="663994" y="829735"/>
                </a:cubicBezTo>
                <a:cubicBezTo>
                  <a:pt x="670509" y="868140"/>
                  <a:pt x="665023" y="906544"/>
                  <a:pt x="660565" y="944606"/>
                </a:cubicBezTo>
                <a:cubicBezTo>
                  <a:pt x="657136" y="973753"/>
                  <a:pt x="661251" y="1004271"/>
                  <a:pt x="663651" y="1032732"/>
                </a:cubicBezTo>
                <a:cubicBezTo>
                  <a:pt x="658165" y="1065650"/>
                  <a:pt x="642392" y="1095825"/>
                  <a:pt x="630047" y="1126343"/>
                </a:cubicBezTo>
                <a:cubicBezTo>
                  <a:pt x="620789" y="1153090"/>
                  <a:pt x="610845" y="1179836"/>
                  <a:pt x="598843" y="1205896"/>
                </a:cubicBezTo>
                <a:cubicBezTo>
                  <a:pt x="588556" y="1229899"/>
                  <a:pt x="578955" y="1254588"/>
                  <a:pt x="563867" y="1276191"/>
                </a:cubicBezTo>
                <a:cubicBezTo>
                  <a:pt x="563867" y="1276534"/>
                  <a:pt x="563867" y="1276876"/>
                  <a:pt x="563525" y="1277219"/>
                </a:cubicBezTo>
                <a:close/>
                <a:moveTo>
                  <a:pt x="925970" y="1187380"/>
                </a:moveTo>
                <a:cubicBezTo>
                  <a:pt x="960946" y="1143831"/>
                  <a:pt x="956488" y="1106112"/>
                  <a:pt x="940372" y="1056392"/>
                </a:cubicBezTo>
                <a:cubicBezTo>
                  <a:pt x="918083" y="971010"/>
                  <a:pt x="886536" y="889742"/>
                  <a:pt x="885851" y="801617"/>
                </a:cubicBezTo>
                <a:cubicBezTo>
                  <a:pt x="877964" y="742295"/>
                  <a:pt x="924598" y="698061"/>
                  <a:pt x="955459" y="653141"/>
                </a:cubicBezTo>
                <a:cubicBezTo>
                  <a:pt x="988721" y="609936"/>
                  <a:pt x="994550" y="550271"/>
                  <a:pt x="1037069" y="513581"/>
                </a:cubicBezTo>
                <a:cubicBezTo>
                  <a:pt x="1037069" y="557815"/>
                  <a:pt x="1051128" y="600335"/>
                  <a:pt x="1053529" y="644226"/>
                </a:cubicBezTo>
                <a:cubicBezTo>
                  <a:pt x="1055929" y="695318"/>
                  <a:pt x="1032612" y="742981"/>
                  <a:pt x="1030554" y="793730"/>
                </a:cubicBezTo>
                <a:cubicBezTo>
                  <a:pt x="1028497" y="823563"/>
                  <a:pt x="1035698" y="852709"/>
                  <a:pt x="1039813" y="882199"/>
                </a:cubicBezTo>
                <a:cubicBezTo>
                  <a:pt x="1045299" y="933291"/>
                  <a:pt x="1049757" y="986440"/>
                  <a:pt x="1037069" y="1035818"/>
                </a:cubicBezTo>
                <a:cubicBezTo>
                  <a:pt x="1013752" y="1092739"/>
                  <a:pt x="975005" y="1145546"/>
                  <a:pt x="928370" y="1185665"/>
                </a:cubicBezTo>
                <a:cubicBezTo>
                  <a:pt x="927341" y="1186351"/>
                  <a:pt x="926656" y="1187037"/>
                  <a:pt x="925970" y="1187380"/>
                </a:cubicBezTo>
                <a:close/>
                <a:moveTo>
                  <a:pt x="1616570" y="807103"/>
                </a:moveTo>
                <a:cubicBezTo>
                  <a:pt x="1626172" y="780700"/>
                  <a:pt x="1623428" y="753268"/>
                  <a:pt x="1624114" y="726179"/>
                </a:cubicBezTo>
                <a:cubicBezTo>
                  <a:pt x="1626857" y="694632"/>
                  <a:pt x="1628229" y="662400"/>
                  <a:pt x="1623086" y="631196"/>
                </a:cubicBezTo>
                <a:cubicBezTo>
                  <a:pt x="1599768" y="533812"/>
                  <a:pt x="1569593" y="487178"/>
                  <a:pt x="1614170" y="385679"/>
                </a:cubicBezTo>
                <a:cubicBezTo>
                  <a:pt x="1634401" y="339045"/>
                  <a:pt x="1647431" y="288639"/>
                  <a:pt x="1672806" y="244405"/>
                </a:cubicBezTo>
                <a:cubicBezTo>
                  <a:pt x="1684122" y="224173"/>
                  <a:pt x="1697152" y="204971"/>
                  <a:pt x="1709153" y="185426"/>
                </a:cubicBezTo>
                <a:cubicBezTo>
                  <a:pt x="1722184" y="162109"/>
                  <a:pt x="1730414" y="136391"/>
                  <a:pt x="1743443" y="113074"/>
                </a:cubicBezTo>
                <a:cubicBezTo>
                  <a:pt x="1747215" y="145649"/>
                  <a:pt x="1765732" y="173424"/>
                  <a:pt x="1779105" y="202571"/>
                </a:cubicBezTo>
                <a:cubicBezTo>
                  <a:pt x="1810995" y="290010"/>
                  <a:pt x="1760931" y="375049"/>
                  <a:pt x="1734528" y="457003"/>
                </a:cubicBezTo>
                <a:cubicBezTo>
                  <a:pt x="1714297" y="513581"/>
                  <a:pt x="1699553" y="572217"/>
                  <a:pt x="1683779" y="629824"/>
                </a:cubicBezTo>
                <a:cubicBezTo>
                  <a:pt x="1673149" y="691889"/>
                  <a:pt x="1657718" y="757726"/>
                  <a:pt x="1616570" y="807103"/>
                </a:cubicBezTo>
                <a:close/>
                <a:moveTo>
                  <a:pt x="1900149" y="699433"/>
                </a:moveTo>
                <a:cubicBezTo>
                  <a:pt x="1884032" y="711777"/>
                  <a:pt x="1867230" y="723779"/>
                  <a:pt x="1850085" y="734409"/>
                </a:cubicBezTo>
                <a:cubicBezTo>
                  <a:pt x="1938211" y="661714"/>
                  <a:pt x="1944040" y="680573"/>
                  <a:pt x="1981416" y="562959"/>
                </a:cubicBezTo>
                <a:cubicBezTo>
                  <a:pt x="2005419" y="505009"/>
                  <a:pt x="2018450" y="441915"/>
                  <a:pt x="2018106" y="379164"/>
                </a:cubicBezTo>
                <a:cubicBezTo>
                  <a:pt x="2015363" y="349332"/>
                  <a:pt x="2011934" y="319157"/>
                  <a:pt x="2020507" y="289667"/>
                </a:cubicBezTo>
                <a:cubicBezTo>
                  <a:pt x="2029765" y="258806"/>
                  <a:pt x="2037652" y="227260"/>
                  <a:pt x="2048282" y="197084"/>
                </a:cubicBezTo>
                <a:cubicBezTo>
                  <a:pt x="2062683" y="161766"/>
                  <a:pt x="2085315" y="130562"/>
                  <a:pt x="2103831" y="97300"/>
                </a:cubicBezTo>
                <a:cubicBezTo>
                  <a:pt x="2121320" y="68840"/>
                  <a:pt x="2128520" y="31464"/>
                  <a:pt x="2158353" y="12947"/>
                </a:cubicBezTo>
                <a:lnTo>
                  <a:pt x="2158353" y="12947"/>
                </a:lnTo>
                <a:cubicBezTo>
                  <a:pt x="2158695" y="12604"/>
                  <a:pt x="2159381" y="12604"/>
                  <a:pt x="2159724" y="12604"/>
                </a:cubicBezTo>
                <a:cubicBezTo>
                  <a:pt x="2161096" y="46208"/>
                  <a:pt x="2151152" y="79813"/>
                  <a:pt x="2148066" y="113417"/>
                </a:cubicBezTo>
                <a:cubicBezTo>
                  <a:pt x="2143265" y="140163"/>
                  <a:pt x="2146008" y="169309"/>
                  <a:pt x="2140522" y="195713"/>
                </a:cubicBezTo>
                <a:cubicBezTo>
                  <a:pt x="2125777" y="240633"/>
                  <a:pt x="2113776" y="286581"/>
                  <a:pt x="2094916" y="329787"/>
                </a:cubicBezTo>
                <a:cubicBezTo>
                  <a:pt x="2078114" y="365791"/>
                  <a:pt x="2061655" y="401796"/>
                  <a:pt x="2048624" y="439515"/>
                </a:cubicBezTo>
                <a:cubicBezTo>
                  <a:pt x="2032508" y="481691"/>
                  <a:pt x="2013649" y="522839"/>
                  <a:pt x="1998561" y="565702"/>
                </a:cubicBezTo>
                <a:cubicBezTo>
                  <a:pt x="1982102" y="620909"/>
                  <a:pt x="1949183" y="669258"/>
                  <a:pt x="1900149" y="699433"/>
                </a:cubicBezTo>
                <a:close/>
                <a:moveTo>
                  <a:pt x="1839455" y="741610"/>
                </a:moveTo>
                <a:cubicBezTo>
                  <a:pt x="1838427" y="741952"/>
                  <a:pt x="1837055" y="742295"/>
                  <a:pt x="1836026" y="742981"/>
                </a:cubicBezTo>
                <a:cubicBezTo>
                  <a:pt x="1839113" y="741267"/>
                  <a:pt x="1842199" y="739895"/>
                  <a:pt x="1844942" y="738181"/>
                </a:cubicBezTo>
                <a:cubicBezTo>
                  <a:pt x="1843227" y="739209"/>
                  <a:pt x="1841170" y="740581"/>
                  <a:pt x="1839455" y="74161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F63A366E-0004-8C73-4E91-A9C502CB63C3}"/>
              </a:ext>
            </a:extLst>
          </p:cNvPr>
          <p:cNvSpPr/>
          <p:nvPr userDrawn="1"/>
        </p:nvSpPr>
        <p:spPr>
          <a:xfrm rot="9806353">
            <a:off x="2568183" y="1818227"/>
            <a:ext cx="7016970" cy="2847056"/>
          </a:xfrm>
          <a:custGeom>
            <a:avLst/>
            <a:gdLst>
              <a:gd name="connsiteX0" fmla="*/ 693689 w 3846171"/>
              <a:gd name="connsiteY0" fmla="*/ 385 h 1560541"/>
              <a:gd name="connsiteX1" fmla="*/ 690003 w 3846171"/>
              <a:gd name="connsiteY1" fmla="*/ 7946 h 1560541"/>
              <a:gd name="connsiteX2" fmla="*/ 919204 w 3846171"/>
              <a:gd name="connsiteY2" fmla="*/ 397302 h 1560541"/>
              <a:gd name="connsiteX3" fmla="*/ 1375210 w 3846171"/>
              <a:gd name="connsiteY3" fmla="*/ 663420 h 1560541"/>
              <a:gd name="connsiteX4" fmla="*/ 935523 w 3846171"/>
              <a:gd name="connsiteY4" fmla="*/ 643946 h 1560541"/>
              <a:gd name="connsiteX5" fmla="*/ 314860 w 3846171"/>
              <a:gd name="connsiteY5" fmla="*/ 290200 h 1560541"/>
              <a:gd name="connsiteX6" fmla="*/ 451115 w 3846171"/>
              <a:gd name="connsiteY6" fmla="*/ 375473 h 1560541"/>
              <a:gd name="connsiteX7" fmla="*/ 538195 w 3846171"/>
              <a:gd name="connsiteY7" fmla="*/ 392628 h 1560541"/>
              <a:gd name="connsiteX8" fmla="*/ 796011 w 3846171"/>
              <a:gd name="connsiteY8" fmla="*/ 597490 h 1560541"/>
              <a:gd name="connsiteX9" fmla="*/ 803682 w 3846171"/>
              <a:gd name="connsiteY9" fmla="*/ 601427 h 1560541"/>
              <a:gd name="connsiteX10" fmla="*/ 807241 w 3846171"/>
              <a:gd name="connsiteY10" fmla="*/ 598402 h 1560541"/>
              <a:gd name="connsiteX11" fmla="*/ 807614 w 3846171"/>
              <a:gd name="connsiteY11" fmla="*/ 593753 h 1560541"/>
              <a:gd name="connsiteX12" fmla="*/ 539041 w 3846171"/>
              <a:gd name="connsiteY12" fmla="*/ 380458 h 1560541"/>
              <a:gd name="connsiteX13" fmla="*/ 455065 w 3846171"/>
              <a:gd name="connsiteY13" fmla="*/ 363931 h 1560541"/>
              <a:gd name="connsiteX14" fmla="*/ 278472 w 3846171"/>
              <a:gd name="connsiteY14" fmla="*/ 218613 h 1560541"/>
              <a:gd name="connsiteX15" fmla="*/ 270499 w 3846171"/>
              <a:gd name="connsiteY15" fmla="*/ 215373 h 1560541"/>
              <a:gd name="connsiteX16" fmla="*/ 267245 w 3846171"/>
              <a:gd name="connsiteY16" fmla="*/ 223376 h 1560541"/>
              <a:gd name="connsiteX17" fmla="*/ 547830 w 3846171"/>
              <a:gd name="connsiteY17" fmla="*/ 528228 h 1560541"/>
              <a:gd name="connsiteX18" fmla="*/ 855374 w 3846171"/>
              <a:gd name="connsiteY18" fmla="*/ 641069 h 1560541"/>
              <a:gd name="connsiteX19" fmla="*/ 759975 w 3846171"/>
              <a:gd name="connsiteY19" fmla="*/ 650362 h 1560541"/>
              <a:gd name="connsiteX20" fmla="*/ 757959 w 3846171"/>
              <a:gd name="connsiteY20" fmla="*/ 650698 h 1560541"/>
              <a:gd name="connsiteX21" fmla="*/ 753995 w 3846171"/>
              <a:gd name="connsiteY21" fmla="*/ 650396 h 1560541"/>
              <a:gd name="connsiteX22" fmla="*/ 505321 w 3846171"/>
              <a:gd name="connsiteY22" fmla="*/ 673724 h 1560541"/>
              <a:gd name="connsiteX23" fmla="*/ 79051 w 3846171"/>
              <a:gd name="connsiteY23" fmla="*/ 550434 h 1560541"/>
              <a:gd name="connsiteX24" fmla="*/ 221952 w 3846171"/>
              <a:gd name="connsiteY24" fmla="*/ 575647 h 1560541"/>
              <a:gd name="connsiteX25" fmla="*/ 250285 w 3846171"/>
              <a:gd name="connsiteY25" fmla="*/ 572726 h 1560541"/>
              <a:gd name="connsiteX26" fmla="*/ 448125 w 3846171"/>
              <a:gd name="connsiteY26" fmla="*/ 609824 h 1560541"/>
              <a:gd name="connsiteX27" fmla="*/ 539096 w 3846171"/>
              <a:gd name="connsiteY27" fmla="*/ 654765 h 1560541"/>
              <a:gd name="connsiteX28" fmla="*/ 575759 w 3846171"/>
              <a:gd name="connsiteY28" fmla="*/ 666969 h 1560541"/>
              <a:gd name="connsiteX29" fmla="*/ 580406 w 3846171"/>
              <a:gd name="connsiteY29" fmla="*/ 666543 h 1560541"/>
              <a:gd name="connsiteX30" fmla="*/ 583392 w 3846171"/>
              <a:gd name="connsiteY30" fmla="*/ 662957 h 1560541"/>
              <a:gd name="connsiteX31" fmla="*/ 582964 w 3846171"/>
              <a:gd name="connsiteY31" fmla="*/ 658307 h 1560541"/>
              <a:gd name="connsiteX32" fmla="*/ 579380 w 3846171"/>
              <a:gd name="connsiteY32" fmla="*/ 655327 h 1560541"/>
              <a:gd name="connsiteX33" fmla="*/ 543197 w 3846171"/>
              <a:gd name="connsiteY33" fmla="*/ 643284 h 1560541"/>
              <a:gd name="connsiteX34" fmla="*/ 454585 w 3846171"/>
              <a:gd name="connsiteY34" fmla="*/ 599486 h 1560541"/>
              <a:gd name="connsiteX35" fmla="*/ 248499 w 3846171"/>
              <a:gd name="connsiteY35" fmla="*/ 560666 h 1560541"/>
              <a:gd name="connsiteX36" fmla="*/ 221406 w 3846171"/>
              <a:gd name="connsiteY36" fmla="*/ 563471 h 1560541"/>
              <a:gd name="connsiteX37" fmla="*/ 9635 w 3846171"/>
              <a:gd name="connsiteY37" fmla="*/ 501578 h 1560541"/>
              <a:gd name="connsiteX38" fmla="*/ 1230 w 3846171"/>
              <a:gd name="connsiteY38" fmla="*/ 502894 h 1560541"/>
              <a:gd name="connsiteX39" fmla="*/ 2324 w 3846171"/>
              <a:gd name="connsiteY39" fmla="*/ 511330 h 1560541"/>
              <a:gd name="connsiteX40" fmla="*/ 504930 w 3846171"/>
              <a:gd name="connsiteY40" fmla="*/ 685917 h 1560541"/>
              <a:gd name="connsiteX41" fmla="*/ 637131 w 3846171"/>
              <a:gd name="connsiteY41" fmla="*/ 681641 h 1560541"/>
              <a:gd name="connsiteX42" fmla="*/ 452109 w 3846171"/>
              <a:gd name="connsiteY42" fmla="*/ 791506 h 1560541"/>
              <a:gd name="connsiteX43" fmla="*/ 295054 w 3846171"/>
              <a:gd name="connsiteY43" fmla="*/ 881607 h 1560541"/>
              <a:gd name="connsiteX44" fmla="*/ 151273 w 3846171"/>
              <a:gd name="connsiteY44" fmla="*/ 898004 h 1560541"/>
              <a:gd name="connsiteX45" fmla="*/ 144912 w 3846171"/>
              <a:gd name="connsiteY45" fmla="*/ 903333 h 1560541"/>
              <a:gd name="connsiteX46" fmla="*/ 149750 w 3846171"/>
              <a:gd name="connsiteY46" fmla="*/ 910071 h 1560541"/>
              <a:gd name="connsiteX47" fmla="*/ 359838 w 3846171"/>
              <a:gd name="connsiteY47" fmla="*/ 908771 h 1560541"/>
              <a:gd name="connsiteX48" fmla="*/ 748982 w 3846171"/>
              <a:gd name="connsiteY48" fmla="*/ 681082 h 1560541"/>
              <a:gd name="connsiteX49" fmla="*/ 747987 w 3846171"/>
              <a:gd name="connsiteY49" fmla="*/ 672517 h 1560541"/>
              <a:gd name="connsiteX50" fmla="*/ 743499 w 3846171"/>
              <a:gd name="connsiteY50" fmla="*/ 671241 h 1560541"/>
              <a:gd name="connsiteX51" fmla="*/ 739422 w 3846171"/>
              <a:gd name="connsiteY51" fmla="*/ 673514 h 1560541"/>
              <a:gd name="connsiteX52" fmla="*/ 358223 w 3846171"/>
              <a:gd name="connsiteY52" fmla="*/ 896677 h 1560541"/>
              <a:gd name="connsiteX53" fmla="*/ 242399 w 3846171"/>
              <a:gd name="connsiteY53" fmla="*/ 905541 h 1560541"/>
              <a:gd name="connsiteX54" fmla="*/ 298387 w 3846171"/>
              <a:gd name="connsiteY54" fmla="*/ 893334 h 1560541"/>
              <a:gd name="connsiteX55" fmla="*/ 460421 w 3846171"/>
              <a:gd name="connsiteY55" fmla="*/ 800429 h 1560541"/>
              <a:gd name="connsiteX56" fmla="*/ 761645 w 3846171"/>
              <a:gd name="connsiteY56" fmla="*/ 662446 h 1560541"/>
              <a:gd name="connsiteX57" fmla="*/ 923803 w 3846171"/>
              <a:gd name="connsiteY57" fmla="*/ 654333 h 1560541"/>
              <a:gd name="connsiteX58" fmla="*/ 924022 w 3846171"/>
              <a:gd name="connsiteY58" fmla="*/ 654333 h 1560541"/>
              <a:gd name="connsiteX59" fmla="*/ 933538 w 3846171"/>
              <a:gd name="connsiteY59" fmla="*/ 655982 h 1560541"/>
              <a:gd name="connsiteX60" fmla="*/ 1420853 w 3846171"/>
              <a:gd name="connsiteY60" fmla="*/ 671821 h 1560541"/>
              <a:gd name="connsiteX61" fmla="*/ 1446334 w 3846171"/>
              <a:gd name="connsiteY61" fmla="*/ 675435 h 1560541"/>
              <a:gd name="connsiteX62" fmla="*/ 1193061 w 3846171"/>
              <a:gd name="connsiteY62" fmla="*/ 716836 h 1560541"/>
              <a:gd name="connsiteX63" fmla="*/ 907392 w 3846171"/>
              <a:gd name="connsiteY63" fmla="*/ 832860 h 1560541"/>
              <a:gd name="connsiteX64" fmla="*/ 674744 w 3846171"/>
              <a:gd name="connsiteY64" fmla="*/ 1064534 h 1560541"/>
              <a:gd name="connsiteX65" fmla="*/ 676798 w 3846171"/>
              <a:gd name="connsiteY65" fmla="*/ 1072729 h 1560541"/>
              <a:gd name="connsiteX66" fmla="*/ 685072 w 3846171"/>
              <a:gd name="connsiteY66" fmla="*/ 1071001 h 1560541"/>
              <a:gd name="connsiteX67" fmla="*/ 944144 w 3846171"/>
              <a:gd name="connsiteY67" fmla="*/ 935614 h 1560541"/>
              <a:gd name="connsiteX68" fmla="*/ 1016159 w 3846171"/>
              <a:gd name="connsiteY68" fmla="*/ 926108 h 1560541"/>
              <a:gd name="connsiteX69" fmla="*/ 1316008 w 3846171"/>
              <a:gd name="connsiteY69" fmla="*/ 725234 h 1560541"/>
              <a:gd name="connsiteX70" fmla="*/ 1315127 w 3846171"/>
              <a:gd name="connsiteY70" fmla="*/ 720660 h 1560541"/>
              <a:gd name="connsiteX71" fmla="*/ 1311242 w 3846171"/>
              <a:gd name="connsiteY71" fmla="*/ 718044 h 1560541"/>
              <a:gd name="connsiteX72" fmla="*/ 1304058 w 3846171"/>
              <a:gd name="connsiteY72" fmla="*/ 722806 h 1560541"/>
              <a:gd name="connsiteX73" fmla="*/ 1015192 w 3846171"/>
              <a:gd name="connsiteY73" fmla="*/ 913949 h 1560541"/>
              <a:gd name="connsiteX74" fmla="*/ 941818 w 3846171"/>
              <a:gd name="connsiteY74" fmla="*/ 923639 h 1560541"/>
              <a:gd name="connsiteX75" fmla="*/ 717233 w 3846171"/>
              <a:gd name="connsiteY75" fmla="*/ 1021092 h 1560541"/>
              <a:gd name="connsiteX76" fmla="*/ 1195873 w 3846171"/>
              <a:gd name="connsiteY76" fmla="*/ 728708 h 1560541"/>
              <a:gd name="connsiteX77" fmla="*/ 1537388 w 3846171"/>
              <a:gd name="connsiteY77" fmla="*/ 683675 h 1560541"/>
              <a:gd name="connsiteX78" fmla="*/ 1537408 w 3846171"/>
              <a:gd name="connsiteY78" fmla="*/ 683675 h 1560541"/>
              <a:gd name="connsiteX79" fmla="*/ 1915583 w 3846171"/>
              <a:gd name="connsiteY79" fmla="*/ 685067 h 1560541"/>
              <a:gd name="connsiteX80" fmla="*/ 1959203 w 3846171"/>
              <a:gd name="connsiteY80" fmla="*/ 694088 h 1560541"/>
              <a:gd name="connsiteX81" fmla="*/ 1771366 w 3846171"/>
              <a:gd name="connsiteY81" fmla="*/ 750232 h 1560541"/>
              <a:gd name="connsiteX82" fmla="*/ 1409538 w 3846171"/>
              <a:gd name="connsiteY82" fmla="*/ 1057261 h 1560541"/>
              <a:gd name="connsiteX83" fmla="*/ 1403547 w 3846171"/>
              <a:gd name="connsiteY83" fmla="*/ 1068631 h 1560541"/>
              <a:gd name="connsiteX84" fmla="*/ 1083512 w 3846171"/>
              <a:gd name="connsiteY84" fmla="*/ 1310558 h 1560541"/>
              <a:gd name="connsiteX85" fmla="*/ 1078790 w 3846171"/>
              <a:gd name="connsiteY85" fmla="*/ 1316939 h 1560541"/>
              <a:gd name="connsiteX86" fmla="*/ 1084345 w 3846171"/>
              <a:gd name="connsiteY86" fmla="*/ 1322580 h 1560541"/>
              <a:gd name="connsiteX87" fmla="*/ 1247164 w 3846171"/>
              <a:gd name="connsiteY87" fmla="*/ 1311950 h 1560541"/>
              <a:gd name="connsiteX88" fmla="*/ 1536678 w 3846171"/>
              <a:gd name="connsiteY88" fmla="*/ 1163039 h 1560541"/>
              <a:gd name="connsiteX89" fmla="*/ 1602909 w 3846171"/>
              <a:gd name="connsiteY89" fmla="*/ 1054418 h 1560541"/>
              <a:gd name="connsiteX90" fmla="*/ 1843330 w 3846171"/>
              <a:gd name="connsiteY90" fmla="*/ 744471 h 1560541"/>
              <a:gd name="connsiteX91" fmla="*/ 1846067 w 3846171"/>
              <a:gd name="connsiteY91" fmla="*/ 736293 h 1560541"/>
              <a:gd name="connsiteX92" fmla="*/ 1845785 w 3846171"/>
              <a:gd name="connsiteY92" fmla="*/ 735785 h 1560541"/>
              <a:gd name="connsiteX93" fmla="*/ 1998133 w 3846171"/>
              <a:gd name="connsiteY93" fmla="*/ 700196 h 1560541"/>
              <a:gd name="connsiteX94" fmla="*/ 2131514 w 3846171"/>
              <a:gd name="connsiteY94" fmla="*/ 708130 h 1560541"/>
              <a:gd name="connsiteX95" fmla="*/ 1854622 w 3846171"/>
              <a:gd name="connsiteY95" fmla="*/ 907585 h 1560541"/>
              <a:gd name="connsiteX96" fmla="*/ 1818319 w 3846171"/>
              <a:gd name="connsiteY96" fmla="*/ 989593 h 1560541"/>
              <a:gd name="connsiteX97" fmla="*/ 1610240 w 3846171"/>
              <a:gd name="connsiteY97" fmla="*/ 1323763 h 1560541"/>
              <a:gd name="connsiteX98" fmla="*/ 1607484 w 3846171"/>
              <a:gd name="connsiteY98" fmla="*/ 1331245 h 1560541"/>
              <a:gd name="connsiteX99" fmla="*/ 1614486 w 3846171"/>
              <a:gd name="connsiteY99" fmla="*/ 1335058 h 1560541"/>
              <a:gd name="connsiteX100" fmla="*/ 1846557 w 3846171"/>
              <a:gd name="connsiteY100" fmla="*/ 1222820 h 1560541"/>
              <a:gd name="connsiteX101" fmla="*/ 2025952 w 3846171"/>
              <a:gd name="connsiteY101" fmla="*/ 1036934 h 1560541"/>
              <a:gd name="connsiteX102" fmla="*/ 2149622 w 3846171"/>
              <a:gd name="connsiteY102" fmla="*/ 724195 h 1560541"/>
              <a:gd name="connsiteX103" fmla="*/ 2144736 w 3846171"/>
              <a:gd name="connsiteY103" fmla="*/ 717094 h 1560541"/>
              <a:gd name="connsiteX104" fmla="*/ 2143714 w 3846171"/>
              <a:gd name="connsiteY104" fmla="*/ 716994 h 1560541"/>
              <a:gd name="connsiteX105" fmla="*/ 2237134 w 3846171"/>
              <a:gd name="connsiteY105" fmla="*/ 693955 h 1560541"/>
              <a:gd name="connsiteX106" fmla="*/ 2442449 w 3846171"/>
              <a:gd name="connsiteY106" fmla="*/ 678120 h 1560541"/>
              <a:gd name="connsiteX107" fmla="*/ 2653455 w 3846171"/>
              <a:gd name="connsiteY107" fmla="*/ 679930 h 1560541"/>
              <a:gd name="connsiteX108" fmla="*/ 2664044 w 3846171"/>
              <a:gd name="connsiteY108" fmla="*/ 680808 h 1560541"/>
              <a:gd name="connsiteX109" fmla="*/ 2668787 w 3846171"/>
              <a:gd name="connsiteY109" fmla="*/ 678884 h 1560541"/>
              <a:gd name="connsiteX110" fmla="*/ 2761517 w 3846171"/>
              <a:gd name="connsiteY110" fmla="*/ 669077 h 1560541"/>
              <a:gd name="connsiteX111" fmla="*/ 2709328 w 3846171"/>
              <a:gd name="connsiteY111" fmla="*/ 690954 h 1560541"/>
              <a:gd name="connsiteX112" fmla="*/ 2307253 w 3846171"/>
              <a:gd name="connsiteY112" fmla="*/ 986740 h 1560541"/>
              <a:gd name="connsiteX113" fmla="*/ 2088915 w 3846171"/>
              <a:gd name="connsiteY113" fmla="*/ 1530624 h 1560541"/>
              <a:gd name="connsiteX114" fmla="*/ 2086683 w 3846171"/>
              <a:gd name="connsiteY114" fmla="*/ 1555152 h 1560541"/>
              <a:gd name="connsiteX115" fmla="*/ 2092745 w 3846171"/>
              <a:gd name="connsiteY115" fmla="*/ 1560542 h 1560541"/>
              <a:gd name="connsiteX116" fmla="*/ 2098815 w 3846171"/>
              <a:gd name="connsiteY116" fmla="*/ 1554973 h 1560541"/>
              <a:gd name="connsiteX117" fmla="*/ 2100684 w 3846171"/>
              <a:gd name="connsiteY117" fmla="*/ 1535191 h 1560541"/>
              <a:gd name="connsiteX118" fmla="*/ 2210206 w 3846171"/>
              <a:gd name="connsiteY118" fmla="*/ 1393001 h 1560541"/>
              <a:gd name="connsiteX119" fmla="*/ 2253278 w 3846171"/>
              <a:gd name="connsiteY119" fmla="*/ 1366169 h 1560541"/>
              <a:gd name="connsiteX120" fmla="*/ 2368831 w 3846171"/>
              <a:gd name="connsiteY120" fmla="*/ 958049 h 1560541"/>
              <a:gd name="connsiteX121" fmla="*/ 2361102 w 3846171"/>
              <a:gd name="connsiteY121" fmla="*/ 954226 h 1560541"/>
              <a:gd name="connsiteX122" fmla="*/ 2357282 w 3846171"/>
              <a:gd name="connsiteY122" fmla="*/ 961955 h 1560541"/>
              <a:gd name="connsiteX123" fmla="*/ 2349543 w 3846171"/>
              <a:gd name="connsiteY123" fmla="*/ 1250646 h 1560541"/>
              <a:gd name="connsiteX124" fmla="*/ 2247328 w 3846171"/>
              <a:gd name="connsiteY124" fmla="*/ 1355522 h 1560541"/>
              <a:gd name="connsiteX125" fmla="*/ 2203173 w 3846171"/>
              <a:gd name="connsiteY125" fmla="*/ 1383033 h 1560541"/>
              <a:gd name="connsiteX126" fmla="*/ 2107147 w 3846171"/>
              <a:gd name="connsiteY126" fmla="*/ 1483314 h 1560541"/>
              <a:gd name="connsiteX127" fmla="*/ 2714008 w 3846171"/>
              <a:gd name="connsiteY127" fmla="*/ 702219 h 1560541"/>
              <a:gd name="connsiteX128" fmla="*/ 3129401 w 3846171"/>
              <a:gd name="connsiteY128" fmla="*/ 585708 h 1560541"/>
              <a:gd name="connsiteX129" fmla="*/ 2882743 w 3846171"/>
              <a:gd name="connsiteY129" fmla="*/ 751322 h 1560541"/>
              <a:gd name="connsiteX130" fmla="*/ 2699151 w 3846171"/>
              <a:gd name="connsiteY130" fmla="*/ 980581 h 1560541"/>
              <a:gd name="connsiteX131" fmla="*/ 2586515 w 3846171"/>
              <a:gd name="connsiteY131" fmla="*/ 1220570 h 1560541"/>
              <a:gd name="connsiteX132" fmla="*/ 2558949 w 3846171"/>
              <a:gd name="connsiteY132" fmla="*/ 1283012 h 1560541"/>
              <a:gd name="connsiteX133" fmla="*/ 2581814 w 3846171"/>
              <a:gd name="connsiteY133" fmla="*/ 1305843 h 1560541"/>
              <a:gd name="connsiteX134" fmla="*/ 2605978 w 3846171"/>
              <a:gd name="connsiteY134" fmla="*/ 1285927 h 1560541"/>
              <a:gd name="connsiteX135" fmla="*/ 2605953 w 3846171"/>
              <a:gd name="connsiteY135" fmla="*/ 1275098 h 1560541"/>
              <a:gd name="connsiteX136" fmla="*/ 2603629 w 3846171"/>
              <a:gd name="connsiteY136" fmla="*/ 1263968 h 1560541"/>
              <a:gd name="connsiteX137" fmla="*/ 2598712 w 3846171"/>
              <a:gd name="connsiteY137" fmla="*/ 1242550 h 1560541"/>
              <a:gd name="connsiteX138" fmla="*/ 2597103 w 3846171"/>
              <a:gd name="connsiteY138" fmla="*/ 1227363 h 1560541"/>
              <a:gd name="connsiteX139" fmla="*/ 2709722 w 3846171"/>
              <a:gd name="connsiteY139" fmla="*/ 986664 h 1560541"/>
              <a:gd name="connsiteX140" fmla="*/ 3175092 w 3846171"/>
              <a:gd name="connsiteY140" fmla="*/ 579858 h 1560541"/>
              <a:gd name="connsiteX141" fmla="*/ 3180294 w 3846171"/>
              <a:gd name="connsiteY141" fmla="*/ 579275 h 1560541"/>
              <a:gd name="connsiteX142" fmla="*/ 3197854 w 3846171"/>
              <a:gd name="connsiteY142" fmla="*/ 578264 h 1560541"/>
              <a:gd name="connsiteX143" fmla="*/ 2916806 w 3846171"/>
              <a:gd name="connsiteY143" fmla="*/ 807012 h 1560541"/>
              <a:gd name="connsiteX144" fmla="*/ 2767795 w 3846171"/>
              <a:gd name="connsiteY144" fmla="*/ 1098357 h 1560541"/>
              <a:gd name="connsiteX145" fmla="*/ 2718250 w 3846171"/>
              <a:gd name="connsiteY145" fmla="*/ 1425799 h 1560541"/>
              <a:gd name="connsiteX146" fmla="*/ 2707808 w 3846171"/>
              <a:gd name="connsiteY146" fmla="*/ 1489418 h 1560541"/>
              <a:gd name="connsiteX147" fmla="*/ 2735405 w 3846171"/>
              <a:gd name="connsiteY147" fmla="*/ 1506230 h 1560541"/>
              <a:gd name="connsiteX148" fmla="*/ 2754206 w 3846171"/>
              <a:gd name="connsiteY148" fmla="*/ 1481188 h 1560541"/>
              <a:gd name="connsiteX149" fmla="*/ 2754179 w 3846171"/>
              <a:gd name="connsiteY149" fmla="*/ 1480948 h 1560541"/>
              <a:gd name="connsiteX150" fmla="*/ 2746755 w 3846171"/>
              <a:gd name="connsiteY150" fmla="*/ 1460398 h 1560541"/>
              <a:gd name="connsiteX151" fmla="*/ 2736934 w 3846171"/>
              <a:gd name="connsiteY151" fmla="*/ 1440740 h 1560541"/>
              <a:gd name="connsiteX152" fmla="*/ 2730395 w 3846171"/>
              <a:gd name="connsiteY152" fmla="*/ 1421496 h 1560541"/>
              <a:gd name="connsiteX153" fmla="*/ 2779537 w 3846171"/>
              <a:gd name="connsiteY153" fmla="*/ 1101673 h 1560541"/>
              <a:gd name="connsiteX154" fmla="*/ 3231074 w 3846171"/>
              <a:gd name="connsiteY154" fmla="*/ 575860 h 1560541"/>
              <a:gd name="connsiteX155" fmla="*/ 3265172 w 3846171"/>
              <a:gd name="connsiteY155" fmla="*/ 572705 h 1560541"/>
              <a:gd name="connsiteX156" fmla="*/ 3267545 w 3846171"/>
              <a:gd name="connsiteY156" fmla="*/ 572640 h 1560541"/>
              <a:gd name="connsiteX157" fmla="*/ 3269557 w 3846171"/>
              <a:gd name="connsiteY157" fmla="*/ 572242 h 1560541"/>
              <a:gd name="connsiteX158" fmla="*/ 3331870 w 3846171"/>
              <a:gd name="connsiteY158" fmla="*/ 564284 h 1560541"/>
              <a:gd name="connsiteX159" fmla="*/ 3131743 w 3846171"/>
              <a:gd name="connsiteY159" fmla="*/ 748760 h 1560541"/>
              <a:gd name="connsiteX160" fmla="*/ 3018716 w 3846171"/>
              <a:gd name="connsiteY160" fmla="*/ 1084700 h 1560541"/>
              <a:gd name="connsiteX161" fmla="*/ 3023798 w 3846171"/>
              <a:gd name="connsiteY161" fmla="*/ 1091047 h 1560541"/>
              <a:gd name="connsiteX162" fmla="*/ 3030673 w 3846171"/>
              <a:gd name="connsiteY162" fmla="*/ 1086699 h 1560541"/>
              <a:gd name="connsiteX163" fmla="*/ 3175977 w 3846171"/>
              <a:gd name="connsiteY163" fmla="*/ 918753 h 1560541"/>
              <a:gd name="connsiteX164" fmla="*/ 3246768 w 3846171"/>
              <a:gd name="connsiteY164" fmla="*/ 871622 h 1560541"/>
              <a:gd name="connsiteX165" fmla="*/ 3396002 w 3846171"/>
              <a:gd name="connsiteY165" fmla="*/ 558773 h 1560541"/>
              <a:gd name="connsiteX166" fmla="*/ 3389549 w 3846171"/>
              <a:gd name="connsiteY166" fmla="*/ 553074 h 1560541"/>
              <a:gd name="connsiteX167" fmla="*/ 3385352 w 3846171"/>
              <a:gd name="connsiteY167" fmla="*/ 555118 h 1560541"/>
              <a:gd name="connsiteX168" fmla="*/ 3383829 w 3846171"/>
              <a:gd name="connsiteY168" fmla="*/ 559531 h 1560541"/>
              <a:gd name="connsiteX169" fmla="*/ 3240696 w 3846171"/>
              <a:gd name="connsiteY169" fmla="*/ 861040 h 1560541"/>
              <a:gd name="connsiteX170" fmla="*/ 3168453 w 3846171"/>
              <a:gd name="connsiteY170" fmla="*/ 909145 h 1560541"/>
              <a:gd name="connsiteX171" fmla="*/ 3033464 w 3846171"/>
              <a:gd name="connsiteY171" fmla="*/ 1052368 h 1560541"/>
              <a:gd name="connsiteX172" fmla="*/ 3355945 w 3846171"/>
              <a:gd name="connsiteY172" fmla="*/ 563958 h 1560541"/>
              <a:gd name="connsiteX173" fmla="*/ 3581223 w 3846171"/>
              <a:gd name="connsiteY173" fmla="*/ 469811 h 1560541"/>
              <a:gd name="connsiteX174" fmla="*/ 3659281 w 3846171"/>
              <a:gd name="connsiteY174" fmla="*/ 452196 h 1560541"/>
              <a:gd name="connsiteX175" fmla="*/ 3659377 w 3846171"/>
              <a:gd name="connsiteY175" fmla="*/ 452183 h 1560541"/>
              <a:gd name="connsiteX176" fmla="*/ 3660810 w 3846171"/>
              <a:gd name="connsiteY176" fmla="*/ 451778 h 1560541"/>
              <a:gd name="connsiteX177" fmla="*/ 3843106 w 3846171"/>
              <a:gd name="connsiteY177" fmla="*/ 379941 h 1560541"/>
              <a:gd name="connsiteX178" fmla="*/ 3846131 w 3846171"/>
              <a:gd name="connsiteY178" fmla="*/ 373943 h 1560541"/>
              <a:gd name="connsiteX179" fmla="*/ 3845362 w 3846171"/>
              <a:gd name="connsiteY179" fmla="*/ 371618 h 1560541"/>
              <a:gd name="connsiteX180" fmla="*/ 3841669 w 3846171"/>
              <a:gd name="connsiteY180" fmla="*/ 368766 h 1560541"/>
              <a:gd name="connsiteX181" fmla="*/ 3837036 w 3846171"/>
              <a:gd name="connsiteY181" fmla="*/ 369362 h 1560541"/>
              <a:gd name="connsiteX182" fmla="*/ 3656925 w 3846171"/>
              <a:gd name="connsiteY182" fmla="*/ 440226 h 1560541"/>
              <a:gd name="connsiteX183" fmla="*/ 3578679 w 3846171"/>
              <a:gd name="connsiteY183" fmla="*/ 457885 h 1560541"/>
              <a:gd name="connsiteX184" fmla="*/ 3544293 w 3846171"/>
              <a:gd name="connsiteY184" fmla="*/ 463193 h 1560541"/>
              <a:gd name="connsiteX185" fmla="*/ 3455924 w 3846171"/>
              <a:gd name="connsiteY185" fmla="*/ 469321 h 1560541"/>
              <a:gd name="connsiteX186" fmla="*/ 3459644 w 3846171"/>
              <a:gd name="connsiteY186" fmla="*/ 461911 h 1560541"/>
              <a:gd name="connsiteX187" fmla="*/ 3213051 w 3846171"/>
              <a:gd name="connsiteY187" fmla="*/ 322453 h 1560541"/>
              <a:gd name="connsiteX188" fmla="*/ 3178154 w 3846171"/>
              <a:gd name="connsiteY188" fmla="*/ 323643 h 1560541"/>
              <a:gd name="connsiteX189" fmla="*/ 2999867 w 3846171"/>
              <a:gd name="connsiteY189" fmla="*/ 258581 h 1560541"/>
              <a:gd name="connsiteX190" fmla="*/ 2991325 w 3846171"/>
              <a:gd name="connsiteY190" fmla="*/ 258074 h 1560541"/>
              <a:gd name="connsiteX191" fmla="*/ 2990680 w 3846171"/>
              <a:gd name="connsiteY191" fmla="*/ 266602 h 1560541"/>
              <a:gd name="connsiteX192" fmla="*/ 3268834 w 3846171"/>
              <a:gd name="connsiteY192" fmla="*/ 455389 h 1560541"/>
              <a:gd name="connsiteX193" fmla="*/ 3511306 w 3846171"/>
              <a:gd name="connsiteY193" fmla="*/ 479022 h 1560541"/>
              <a:gd name="connsiteX194" fmla="*/ 3360985 w 3846171"/>
              <a:gd name="connsiteY194" fmla="*/ 546984 h 1560541"/>
              <a:gd name="connsiteX195" fmla="*/ 3264105 w 3846171"/>
              <a:gd name="connsiteY195" fmla="*/ 560536 h 1560541"/>
              <a:gd name="connsiteX196" fmla="*/ 3178665 w 3846171"/>
              <a:gd name="connsiteY196" fmla="*/ 567130 h 1560541"/>
              <a:gd name="connsiteX197" fmla="*/ 2842579 w 3846171"/>
              <a:gd name="connsiteY197" fmla="*/ 551343 h 1560541"/>
              <a:gd name="connsiteX198" fmla="*/ 2025252 w 3846171"/>
              <a:gd name="connsiteY198" fmla="*/ 27151 h 1560541"/>
              <a:gd name="connsiteX199" fmla="*/ 2290462 w 3846171"/>
              <a:gd name="connsiteY199" fmla="*/ 116347 h 1560541"/>
              <a:gd name="connsiteX200" fmla="*/ 2330258 w 3846171"/>
              <a:gd name="connsiteY200" fmla="*/ 119306 h 1560541"/>
              <a:gd name="connsiteX201" fmla="*/ 2525756 w 3846171"/>
              <a:gd name="connsiteY201" fmla="*/ 289659 h 1560541"/>
              <a:gd name="connsiteX202" fmla="*/ 2725413 w 3846171"/>
              <a:gd name="connsiteY202" fmla="*/ 521363 h 1560541"/>
              <a:gd name="connsiteX203" fmla="*/ 2730080 w 3846171"/>
              <a:gd name="connsiteY203" fmla="*/ 521387 h 1560541"/>
              <a:gd name="connsiteX204" fmla="*/ 2733396 w 3846171"/>
              <a:gd name="connsiteY204" fmla="*/ 518105 h 1560541"/>
              <a:gd name="connsiteX205" fmla="*/ 2733423 w 3846171"/>
              <a:gd name="connsiteY205" fmla="*/ 513438 h 1560541"/>
              <a:gd name="connsiteX206" fmla="*/ 2730135 w 3846171"/>
              <a:gd name="connsiteY206" fmla="*/ 510119 h 1560541"/>
              <a:gd name="connsiteX207" fmla="*/ 2537497 w 3846171"/>
              <a:gd name="connsiteY207" fmla="*/ 286377 h 1560541"/>
              <a:gd name="connsiteX208" fmla="*/ 2330687 w 3846171"/>
              <a:gd name="connsiteY208" fmla="*/ 107126 h 1560541"/>
              <a:gd name="connsiteX209" fmla="*/ 2291977 w 3846171"/>
              <a:gd name="connsiteY209" fmla="*/ 104246 h 1560541"/>
              <a:gd name="connsiteX210" fmla="*/ 2011341 w 3846171"/>
              <a:gd name="connsiteY210" fmla="*/ 4362 h 1560541"/>
              <a:gd name="connsiteX211" fmla="*/ 2003773 w 3846171"/>
              <a:gd name="connsiteY211" fmla="*/ 4911 h 1560541"/>
              <a:gd name="connsiteX212" fmla="*/ 2002593 w 3846171"/>
              <a:gd name="connsiteY212" fmla="*/ 12400 h 1560541"/>
              <a:gd name="connsiteX213" fmla="*/ 2392560 w 3846171"/>
              <a:gd name="connsiteY213" fmla="*/ 410438 h 1560541"/>
              <a:gd name="connsiteX214" fmla="*/ 2841022 w 3846171"/>
              <a:gd name="connsiteY214" fmla="*/ 563447 h 1560541"/>
              <a:gd name="connsiteX215" fmla="*/ 3076457 w 3846171"/>
              <a:gd name="connsiteY215" fmla="*/ 581662 h 1560541"/>
              <a:gd name="connsiteX216" fmla="*/ 2823767 w 3846171"/>
              <a:gd name="connsiteY216" fmla="*/ 646103 h 1560541"/>
              <a:gd name="connsiteX217" fmla="*/ 2823733 w 3846171"/>
              <a:gd name="connsiteY217" fmla="*/ 646107 h 1560541"/>
              <a:gd name="connsiteX218" fmla="*/ 2653836 w 3846171"/>
              <a:gd name="connsiteY218" fmla="*/ 667747 h 1560541"/>
              <a:gd name="connsiteX219" fmla="*/ 2335303 w 3846171"/>
              <a:gd name="connsiteY219" fmla="*/ 579728 h 1560541"/>
              <a:gd name="connsiteX220" fmla="*/ 1863880 w 3846171"/>
              <a:gd name="connsiteY220" fmla="*/ 94020 h 1560541"/>
              <a:gd name="connsiteX221" fmla="*/ 1865009 w 3846171"/>
              <a:gd name="connsiteY221" fmla="*/ 73566 h 1560541"/>
              <a:gd name="connsiteX222" fmla="*/ 1869185 w 3846171"/>
              <a:gd name="connsiteY222" fmla="*/ 51995 h 1560541"/>
              <a:gd name="connsiteX223" fmla="*/ 1871019 w 3846171"/>
              <a:gd name="connsiteY223" fmla="*/ 31729 h 1560541"/>
              <a:gd name="connsiteX224" fmla="*/ 1870772 w 3846171"/>
              <a:gd name="connsiteY224" fmla="*/ 29967 h 1560541"/>
              <a:gd name="connsiteX225" fmla="*/ 1845933 w 3846171"/>
              <a:gd name="connsiteY225" fmla="*/ 10894 h 1560541"/>
              <a:gd name="connsiteX226" fmla="*/ 1823867 w 3846171"/>
              <a:gd name="connsiteY226" fmla="*/ 34503 h 1560541"/>
              <a:gd name="connsiteX227" fmla="*/ 1849715 w 3846171"/>
              <a:gd name="connsiteY227" fmla="*/ 91418 h 1560541"/>
              <a:gd name="connsiteX228" fmla="*/ 2056316 w 3846171"/>
              <a:gd name="connsiteY228" fmla="*/ 405298 h 1560541"/>
              <a:gd name="connsiteX229" fmla="*/ 2330258 w 3846171"/>
              <a:gd name="connsiteY229" fmla="*/ 590838 h 1560541"/>
              <a:gd name="connsiteX230" fmla="*/ 2586826 w 3846171"/>
              <a:gd name="connsiteY230" fmla="*/ 670514 h 1560541"/>
              <a:gd name="connsiteX231" fmla="*/ 2481515 w 3846171"/>
              <a:gd name="connsiteY231" fmla="*/ 668628 h 1560541"/>
              <a:gd name="connsiteX232" fmla="*/ 2479008 w 3846171"/>
              <a:gd name="connsiteY232" fmla="*/ 667788 h 1560541"/>
              <a:gd name="connsiteX233" fmla="*/ 2443152 w 3846171"/>
              <a:gd name="connsiteY233" fmla="*/ 665954 h 1560541"/>
              <a:gd name="connsiteX234" fmla="*/ 2417955 w 3846171"/>
              <a:gd name="connsiteY234" fmla="*/ 663605 h 1560541"/>
              <a:gd name="connsiteX235" fmla="*/ 1754344 w 3846171"/>
              <a:gd name="connsiteY235" fmla="*/ 318119 h 1560541"/>
              <a:gd name="connsiteX236" fmla="*/ 1750926 w 3846171"/>
              <a:gd name="connsiteY236" fmla="*/ 306522 h 1560541"/>
              <a:gd name="connsiteX237" fmla="*/ 1747174 w 3846171"/>
              <a:gd name="connsiteY237" fmla="*/ 284868 h 1560541"/>
              <a:gd name="connsiteX238" fmla="*/ 1740841 w 3846171"/>
              <a:gd name="connsiteY238" fmla="*/ 263711 h 1560541"/>
              <a:gd name="connsiteX239" fmla="*/ 1710848 w 3846171"/>
              <a:gd name="connsiteY239" fmla="*/ 254700 h 1560541"/>
              <a:gd name="connsiteX240" fmla="*/ 1698602 w 3846171"/>
              <a:gd name="connsiteY240" fmla="*/ 284604 h 1560541"/>
              <a:gd name="connsiteX241" fmla="*/ 1750127 w 3846171"/>
              <a:gd name="connsiteY241" fmla="*/ 332521 h 1560541"/>
              <a:gd name="connsiteX242" fmla="*/ 2056672 w 3846171"/>
              <a:gd name="connsiteY242" fmla="*/ 578336 h 1560541"/>
              <a:gd name="connsiteX243" fmla="*/ 2353757 w 3846171"/>
              <a:gd name="connsiteY243" fmla="*/ 667600 h 1560541"/>
              <a:gd name="connsiteX244" fmla="*/ 2235117 w 3846171"/>
              <a:gd name="connsiteY244" fmla="*/ 681929 h 1560541"/>
              <a:gd name="connsiteX245" fmla="*/ 2184344 w 3846171"/>
              <a:gd name="connsiteY245" fmla="*/ 692943 h 1560541"/>
              <a:gd name="connsiteX246" fmla="*/ 2184245 w 3846171"/>
              <a:gd name="connsiteY246" fmla="*/ 692947 h 1560541"/>
              <a:gd name="connsiteX247" fmla="*/ 1856333 w 3846171"/>
              <a:gd name="connsiteY247" fmla="*/ 656033 h 1560541"/>
              <a:gd name="connsiteX248" fmla="*/ 1414363 w 3846171"/>
              <a:gd name="connsiteY248" fmla="*/ 229384 h 1560541"/>
              <a:gd name="connsiteX249" fmla="*/ 1563925 w 3846171"/>
              <a:gd name="connsiteY249" fmla="*/ 355146 h 1560541"/>
              <a:gd name="connsiteX250" fmla="*/ 1583693 w 3846171"/>
              <a:gd name="connsiteY250" fmla="*/ 362854 h 1560541"/>
              <a:gd name="connsiteX251" fmla="*/ 1670591 w 3846171"/>
              <a:gd name="connsiteY251" fmla="*/ 483057 h 1560541"/>
              <a:gd name="connsiteX252" fmla="*/ 1741218 w 3846171"/>
              <a:gd name="connsiteY252" fmla="*/ 606402 h 1560541"/>
              <a:gd name="connsiteX253" fmla="*/ 1745418 w 3846171"/>
              <a:gd name="connsiteY253" fmla="*/ 608439 h 1560541"/>
              <a:gd name="connsiteX254" fmla="*/ 1749828 w 3846171"/>
              <a:gd name="connsiteY254" fmla="*/ 606906 h 1560541"/>
              <a:gd name="connsiteX255" fmla="*/ 1750336 w 3846171"/>
              <a:gd name="connsiteY255" fmla="*/ 598299 h 1560541"/>
              <a:gd name="connsiteX256" fmla="*/ 1682441 w 3846171"/>
              <a:gd name="connsiteY256" fmla="*/ 480208 h 1560541"/>
              <a:gd name="connsiteX257" fmla="*/ 1587794 w 3846171"/>
              <a:gd name="connsiteY257" fmla="*/ 351367 h 1560541"/>
              <a:gd name="connsiteX258" fmla="*/ 1568804 w 3846171"/>
              <a:gd name="connsiteY258" fmla="*/ 343970 h 1560541"/>
              <a:gd name="connsiteX259" fmla="*/ 1391937 w 3846171"/>
              <a:gd name="connsiteY259" fmla="*/ 163516 h 1560541"/>
              <a:gd name="connsiteX260" fmla="*/ 1384283 w 3846171"/>
              <a:gd name="connsiteY260" fmla="*/ 159840 h 1560541"/>
              <a:gd name="connsiteX261" fmla="*/ 1380374 w 3846171"/>
              <a:gd name="connsiteY261" fmla="*/ 167377 h 1560541"/>
              <a:gd name="connsiteX262" fmla="*/ 1584300 w 3846171"/>
              <a:gd name="connsiteY262" fmla="*/ 511618 h 1560541"/>
              <a:gd name="connsiteX263" fmla="*/ 1852599 w 3846171"/>
              <a:gd name="connsiteY263" fmla="*/ 667641 h 1560541"/>
              <a:gd name="connsiteX264" fmla="*/ 1876869 w 3846171"/>
              <a:gd name="connsiteY264" fmla="*/ 675013 h 1560541"/>
              <a:gd name="connsiteX265" fmla="*/ 1474027 w 3846171"/>
              <a:gd name="connsiteY265" fmla="*/ 666286 h 1560541"/>
              <a:gd name="connsiteX266" fmla="*/ 1257654 w 3846171"/>
              <a:gd name="connsiteY266" fmla="*/ 616332 h 1560541"/>
              <a:gd name="connsiteX267" fmla="*/ 1257825 w 3846171"/>
              <a:gd name="connsiteY267" fmla="*/ 612972 h 1560541"/>
              <a:gd name="connsiteX268" fmla="*/ 1010581 w 3846171"/>
              <a:gd name="connsiteY268" fmla="*/ 319467 h 1560541"/>
              <a:gd name="connsiteX269" fmla="*/ 845481 w 3846171"/>
              <a:gd name="connsiteY269" fmla="*/ 211676 h 1560541"/>
              <a:gd name="connsiteX270" fmla="*/ 701394 w 3846171"/>
              <a:gd name="connsiteY270" fmla="*/ 3697 h 1560541"/>
              <a:gd name="connsiteX271" fmla="*/ 693689 w 3846171"/>
              <a:gd name="connsiteY271" fmla="*/ 385 h 1560541"/>
              <a:gd name="connsiteX272" fmla="*/ 1591525 w 3846171"/>
              <a:gd name="connsiteY272" fmla="*/ 1050056 h 1560541"/>
              <a:gd name="connsiteX273" fmla="*/ 1527684 w 3846171"/>
              <a:gd name="connsiteY273" fmla="*/ 1154809 h 1560541"/>
              <a:gd name="connsiteX274" fmla="*/ 1245227 w 3846171"/>
              <a:gd name="connsiteY274" fmla="*/ 1299911 h 1560541"/>
              <a:gd name="connsiteX275" fmla="*/ 1126848 w 3846171"/>
              <a:gd name="connsiteY275" fmla="*/ 1311415 h 1560541"/>
              <a:gd name="connsiteX276" fmla="*/ 1414414 w 3846171"/>
              <a:gd name="connsiteY276" fmla="*/ 1074186 h 1560541"/>
              <a:gd name="connsiteX277" fmla="*/ 1420205 w 3846171"/>
              <a:gd name="connsiteY277" fmla="*/ 1063190 h 1560541"/>
              <a:gd name="connsiteX278" fmla="*/ 1775786 w 3846171"/>
              <a:gd name="connsiteY278" fmla="*/ 761612 h 1560541"/>
              <a:gd name="connsiteX279" fmla="*/ 1814324 w 3846171"/>
              <a:gd name="connsiteY279" fmla="*/ 746628 h 1560541"/>
              <a:gd name="connsiteX280" fmla="*/ 1591525 w 3846171"/>
              <a:gd name="connsiteY280" fmla="*/ 1050056 h 1560541"/>
              <a:gd name="connsiteX281" fmla="*/ 2137631 w 3846171"/>
              <a:gd name="connsiteY281" fmla="*/ 721990 h 1560541"/>
              <a:gd name="connsiteX282" fmla="*/ 1839730 w 3846171"/>
              <a:gd name="connsiteY282" fmla="*/ 1212714 h 1560541"/>
              <a:gd name="connsiteX283" fmla="*/ 1649804 w 3846171"/>
              <a:gd name="connsiteY283" fmla="*/ 1311939 h 1560541"/>
              <a:gd name="connsiteX284" fmla="*/ 1830057 w 3846171"/>
              <a:gd name="connsiteY284" fmla="*/ 992912 h 1560541"/>
              <a:gd name="connsiteX285" fmla="*/ 1864881 w 3846171"/>
              <a:gd name="connsiteY285" fmla="*/ 914182 h 1560541"/>
              <a:gd name="connsiteX286" fmla="*/ 2140055 w 3846171"/>
              <a:gd name="connsiteY286" fmla="*/ 718157 h 1560541"/>
              <a:gd name="connsiteX287" fmla="*/ 2137631 w 3846171"/>
              <a:gd name="connsiteY287" fmla="*/ 721990 h 1560541"/>
              <a:gd name="connsiteX288" fmla="*/ 3040946 w 3846171"/>
              <a:gd name="connsiteY288" fmla="*/ 302987 h 1560541"/>
              <a:gd name="connsiteX289" fmla="*/ 3177966 w 3846171"/>
              <a:gd name="connsiteY289" fmla="*/ 335840 h 1560541"/>
              <a:gd name="connsiteX290" fmla="*/ 3214015 w 3846171"/>
              <a:gd name="connsiteY290" fmla="*/ 334613 h 1560541"/>
              <a:gd name="connsiteX291" fmla="*/ 3447941 w 3846171"/>
              <a:gd name="connsiteY291" fmla="*/ 465306 h 1560541"/>
              <a:gd name="connsiteX292" fmla="*/ 3451703 w 3846171"/>
              <a:gd name="connsiteY292" fmla="*/ 469331 h 1560541"/>
              <a:gd name="connsiteX293" fmla="*/ 3040946 w 3846171"/>
              <a:gd name="connsiteY293" fmla="*/ 302987 h 1560541"/>
              <a:gd name="connsiteX294" fmla="*/ 836853 w 3846171"/>
              <a:gd name="connsiteY294" fmla="*/ 220280 h 1560541"/>
              <a:gd name="connsiteX295" fmla="*/ 1006051 w 3846171"/>
              <a:gd name="connsiteY295" fmla="*/ 330786 h 1560541"/>
              <a:gd name="connsiteX296" fmla="*/ 1244942 w 3846171"/>
              <a:gd name="connsiteY296" fmla="*/ 611422 h 1560541"/>
              <a:gd name="connsiteX297" fmla="*/ 928332 w 3846171"/>
              <a:gd name="connsiteY297" fmla="*/ 389223 h 1560541"/>
              <a:gd name="connsiteX298" fmla="*/ 731957 w 3846171"/>
              <a:gd name="connsiteY298" fmla="*/ 85835 h 1560541"/>
              <a:gd name="connsiteX299" fmla="*/ 836853 w 3846171"/>
              <a:gd name="connsiteY299" fmla="*/ 220280 h 1560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</a:cxnLst>
            <a:rect l="l" t="t" r="r" b="b"/>
            <a:pathLst>
              <a:path w="3846171" h="1560541">
                <a:moveTo>
                  <a:pt x="693689" y="385"/>
                </a:moveTo>
                <a:cubicBezTo>
                  <a:pt x="690641" y="1520"/>
                  <a:pt x="689012" y="4842"/>
                  <a:pt x="690003" y="7946"/>
                </a:cubicBezTo>
                <a:cubicBezTo>
                  <a:pt x="732818" y="142839"/>
                  <a:pt x="809933" y="273837"/>
                  <a:pt x="919204" y="397302"/>
                </a:cubicBezTo>
                <a:cubicBezTo>
                  <a:pt x="1039696" y="533443"/>
                  <a:pt x="1199014" y="625851"/>
                  <a:pt x="1375210" y="663420"/>
                </a:cubicBezTo>
                <a:cubicBezTo>
                  <a:pt x="1296127" y="668752"/>
                  <a:pt x="1122767" y="674667"/>
                  <a:pt x="935523" y="643946"/>
                </a:cubicBezTo>
                <a:cubicBezTo>
                  <a:pt x="727660" y="609845"/>
                  <a:pt x="453035" y="520708"/>
                  <a:pt x="314860" y="290200"/>
                </a:cubicBezTo>
                <a:cubicBezTo>
                  <a:pt x="342169" y="318534"/>
                  <a:pt x="386111" y="353181"/>
                  <a:pt x="451115" y="375473"/>
                </a:cubicBezTo>
                <a:cubicBezTo>
                  <a:pt x="477988" y="384690"/>
                  <a:pt x="507285" y="390461"/>
                  <a:pt x="538195" y="392628"/>
                </a:cubicBezTo>
                <a:cubicBezTo>
                  <a:pt x="597214" y="396763"/>
                  <a:pt x="740488" y="425005"/>
                  <a:pt x="796011" y="597490"/>
                </a:cubicBezTo>
                <a:cubicBezTo>
                  <a:pt x="797040" y="600693"/>
                  <a:pt x="800482" y="602459"/>
                  <a:pt x="803682" y="601427"/>
                </a:cubicBezTo>
                <a:cubicBezTo>
                  <a:pt x="805235" y="600926"/>
                  <a:pt x="806500" y="599853"/>
                  <a:pt x="807241" y="598402"/>
                </a:cubicBezTo>
                <a:cubicBezTo>
                  <a:pt x="807985" y="596952"/>
                  <a:pt x="808118" y="595302"/>
                  <a:pt x="807614" y="593753"/>
                </a:cubicBezTo>
                <a:cubicBezTo>
                  <a:pt x="749819" y="414193"/>
                  <a:pt x="600540" y="384772"/>
                  <a:pt x="539041" y="380458"/>
                </a:cubicBezTo>
                <a:cubicBezTo>
                  <a:pt x="509188" y="378367"/>
                  <a:pt x="480934" y="372805"/>
                  <a:pt x="455065" y="363931"/>
                </a:cubicBezTo>
                <a:cubicBezTo>
                  <a:pt x="322716" y="318548"/>
                  <a:pt x="280248" y="222745"/>
                  <a:pt x="278472" y="218613"/>
                </a:cubicBezTo>
                <a:cubicBezTo>
                  <a:pt x="277162" y="215530"/>
                  <a:pt x="273585" y="214076"/>
                  <a:pt x="270499" y="215373"/>
                </a:cubicBezTo>
                <a:cubicBezTo>
                  <a:pt x="267420" y="216662"/>
                  <a:pt x="265956" y="220228"/>
                  <a:pt x="267245" y="223376"/>
                </a:cubicBezTo>
                <a:cubicBezTo>
                  <a:pt x="321094" y="350318"/>
                  <a:pt x="415495" y="452882"/>
                  <a:pt x="547830" y="528228"/>
                </a:cubicBezTo>
                <a:cubicBezTo>
                  <a:pt x="634621" y="577643"/>
                  <a:pt x="737828" y="615458"/>
                  <a:pt x="855374" y="641069"/>
                </a:cubicBezTo>
                <a:cubicBezTo>
                  <a:pt x="828792" y="642012"/>
                  <a:pt x="796120" y="644557"/>
                  <a:pt x="759975" y="650362"/>
                </a:cubicBezTo>
                <a:cubicBezTo>
                  <a:pt x="759314" y="650468"/>
                  <a:pt x="758628" y="650588"/>
                  <a:pt x="757959" y="650698"/>
                </a:cubicBezTo>
                <a:cubicBezTo>
                  <a:pt x="756745" y="650180"/>
                  <a:pt x="755367" y="650026"/>
                  <a:pt x="753995" y="650396"/>
                </a:cubicBezTo>
                <a:cubicBezTo>
                  <a:pt x="752956" y="650674"/>
                  <a:pt x="648636" y="678271"/>
                  <a:pt x="505321" y="673724"/>
                </a:cubicBezTo>
                <a:cubicBezTo>
                  <a:pt x="394571" y="670205"/>
                  <a:pt x="232132" y="645719"/>
                  <a:pt x="79051" y="550434"/>
                </a:cubicBezTo>
                <a:cubicBezTo>
                  <a:pt x="115731" y="564520"/>
                  <a:pt x="166501" y="578127"/>
                  <a:pt x="221952" y="575647"/>
                </a:cubicBezTo>
                <a:cubicBezTo>
                  <a:pt x="230349" y="575274"/>
                  <a:pt x="239354" y="574344"/>
                  <a:pt x="250285" y="572726"/>
                </a:cubicBezTo>
                <a:cubicBezTo>
                  <a:pt x="276538" y="568837"/>
                  <a:pt x="368387" y="560018"/>
                  <a:pt x="448125" y="609824"/>
                </a:cubicBezTo>
                <a:cubicBezTo>
                  <a:pt x="479469" y="629407"/>
                  <a:pt x="509223" y="644104"/>
                  <a:pt x="539096" y="654765"/>
                </a:cubicBezTo>
                <a:cubicBezTo>
                  <a:pt x="550734" y="658921"/>
                  <a:pt x="563065" y="663025"/>
                  <a:pt x="575759" y="666969"/>
                </a:cubicBezTo>
                <a:cubicBezTo>
                  <a:pt x="577312" y="667452"/>
                  <a:pt x="578965" y="667301"/>
                  <a:pt x="580406" y="666543"/>
                </a:cubicBezTo>
                <a:cubicBezTo>
                  <a:pt x="581849" y="665785"/>
                  <a:pt x="582909" y="664510"/>
                  <a:pt x="583392" y="662957"/>
                </a:cubicBezTo>
                <a:cubicBezTo>
                  <a:pt x="583876" y="661403"/>
                  <a:pt x="583725" y="659751"/>
                  <a:pt x="582964" y="658307"/>
                </a:cubicBezTo>
                <a:cubicBezTo>
                  <a:pt x="582206" y="656863"/>
                  <a:pt x="580930" y="655804"/>
                  <a:pt x="579380" y="655327"/>
                </a:cubicBezTo>
                <a:cubicBezTo>
                  <a:pt x="566861" y="651439"/>
                  <a:pt x="554688" y="647385"/>
                  <a:pt x="543197" y="643284"/>
                </a:cubicBezTo>
                <a:cubicBezTo>
                  <a:pt x="514161" y="632919"/>
                  <a:pt x="485175" y="618592"/>
                  <a:pt x="454585" y="599486"/>
                </a:cubicBezTo>
                <a:cubicBezTo>
                  <a:pt x="371309" y="547464"/>
                  <a:pt x="275790" y="556623"/>
                  <a:pt x="248499" y="560666"/>
                </a:cubicBezTo>
                <a:cubicBezTo>
                  <a:pt x="237958" y="562226"/>
                  <a:pt x="229348" y="563118"/>
                  <a:pt x="221406" y="563471"/>
                </a:cubicBezTo>
                <a:cubicBezTo>
                  <a:pt x="105708" y="568645"/>
                  <a:pt x="10585" y="502250"/>
                  <a:pt x="9635" y="501578"/>
                </a:cubicBezTo>
                <a:cubicBezTo>
                  <a:pt x="6919" y="499654"/>
                  <a:pt x="3226" y="500233"/>
                  <a:pt x="1230" y="502894"/>
                </a:cubicBezTo>
                <a:cubicBezTo>
                  <a:pt x="-765" y="505559"/>
                  <a:pt x="-285" y="509265"/>
                  <a:pt x="2324" y="511330"/>
                </a:cubicBezTo>
                <a:cubicBezTo>
                  <a:pt x="174827" y="647917"/>
                  <a:pt x="370859" y="681658"/>
                  <a:pt x="504930" y="685917"/>
                </a:cubicBezTo>
                <a:cubicBezTo>
                  <a:pt x="554451" y="687488"/>
                  <a:pt x="599368" y="685266"/>
                  <a:pt x="637131" y="681641"/>
                </a:cubicBezTo>
                <a:cubicBezTo>
                  <a:pt x="575176" y="703793"/>
                  <a:pt x="509415" y="738161"/>
                  <a:pt x="452109" y="791506"/>
                </a:cubicBezTo>
                <a:cubicBezTo>
                  <a:pt x="406109" y="834331"/>
                  <a:pt x="351801" y="865487"/>
                  <a:pt x="295054" y="881607"/>
                </a:cubicBezTo>
                <a:cubicBezTo>
                  <a:pt x="247981" y="894976"/>
                  <a:pt x="199605" y="900494"/>
                  <a:pt x="151273" y="898004"/>
                </a:cubicBezTo>
                <a:cubicBezTo>
                  <a:pt x="148101" y="897843"/>
                  <a:pt x="145307" y="900185"/>
                  <a:pt x="144912" y="903333"/>
                </a:cubicBezTo>
                <a:cubicBezTo>
                  <a:pt x="144511" y="906477"/>
                  <a:pt x="146640" y="909443"/>
                  <a:pt x="149750" y="910071"/>
                </a:cubicBezTo>
                <a:cubicBezTo>
                  <a:pt x="150649" y="910253"/>
                  <a:pt x="241079" y="928125"/>
                  <a:pt x="359838" y="908771"/>
                </a:cubicBezTo>
                <a:cubicBezTo>
                  <a:pt x="469237" y="890944"/>
                  <a:pt x="625552" y="836971"/>
                  <a:pt x="748982" y="681082"/>
                </a:cubicBezTo>
                <a:cubicBezTo>
                  <a:pt x="751070" y="678449"/>
                  <a:pt x="750625" y="674602"/>
                  <a:pt x="747987" y="672517"/>
                </a:cubicBezTo>
                <a:cubicBezTo>
                  <a:pt x="746712" y="671505"/>
                  <a:pt x="745117" y="671052"/>
                  <a:pt x="743499" y="671241"/>
                </a:cubicBezTo>
                <a:cubicBezTo>
                  <a:pt x="741881" y="671430"/>
                  <a:pt x="740433" y="672235"/>
                  <a:pt x="739422" y="673514"/>
                </a:cubicBezTo>
                <a:cubicBezTo>
                  <a:pt x="618515" y="826218"/>
                  <a:pt x="465386" y="879155"/>
                  <a:pt x="358223" y="896677"/>
                </a:cubicBezTo>
                <a:cubicBezTo>
                  <a:pt x="320110" y="902908"/>
                  <a:pt x="281239" y="905881"/>
                  <a:pt x="242399" y="905541"/>
                </a:cubicBezTo>
                <a:cubicBezTo>
                  <a:pt x="261231" y="902647"/>
                  <a:pt x="279991" y="898560"/>
                  <a:pt x="298387" y="893334"/>
                </a:cubicBezTo>
                <a:cubicBezTo>
                  <a:pt x="356975" y="876693"/>
                  <a:pt x="413005" y="844567"/>
                  <a:pt x="460421" y="800429"/>
                </a:cubicBezTo>
                <a:cubicBezTo>
                  <a:pt x="556485" y="710994"/>
                  <a:pt x="677254" y="676028"/>
                  <a:pt x="761645" y="662446"/>
                </a:cubicBezTo>
                <a:cubicBezTo>
                  <a:pt x="853584" y="647650"/>
                  <a:pt x="923110" y="654264"/>
                  <a:pt x="923803" y="654333"/>
                </a:cubicBezTo>
                <a:cubicBezTo>
                  <a:pt x="923878" y="654340"/>
                  <a:pt x="923950" y="654329"/>
                  <a:pt x="924022" y="654333"/>
                </a:cubicBezTo>
                <a:cubicBezTo>
                  <a:pt x="927204" y="654874"/>
                  <a:pt x="930339" y="655454"/>
                  <a:pt x="933538" y="655982"/>
                </a:cubicBezTo>
                <a:cubicBezTo>
                  <a:pt x="1181989" y="696746"/>
                  <a:pt x="1406366" y="673405"/>
                  <a:pt x="1420853" y="671821"/>
                </a:cubicBezTo>
                <a:cubicBezTo>
                  <a:pt x="1429313" y="673148"/>
                  <a:pt x="1437806" y="674358"/>
                  <a:pt x="1446334" y="675435"/>
                </a:cubicBezTo>
                <a:cubicBezTo>
                  <a:pt x="1382551" y="680424"/>
                  <a:pt x="1291453" y="691650"/>
                  <a:pt x="1193061" y="716836"/>
                </a:cubicBezTo>
                <a:cubicBezTo>
                  <a:pt x="1084623" y="744601"/>
                  <a:pt x="988508" y="783637"/>
                  <a:pt x="907392" y="832860"/>
                </a:cubicBezTo>
                <a:cubicBezTo>
                  <a:pt x="805735" y="894548"/>
                  <a:pt x="727462" y="972496"/>
                  <a:pt x="674744" y="1064534"/>
                </a:cubicBezTo>
                <a:cubicBezTo>
                  <a:pt x="673119" y="1067383"/>
                  <a:pt x="674017" y="1070980"/>
                  <a:pt x="676798" y="1072729"/>
                </a:cubicBezTo>
                <a:cubicBezTo>
                  <a:pt x="679582" y="1074471"/>
                  <a:pt x="683217" y="1073713"/>
                  <a:pt x="685072" y="1071001"/>
                </a:cubicBezTo>
                <a:cubicBezTo>
                  <a:pt x="685744" y="1070020"/>
                  <a:pt x="754348" y="972558"/>
                  <a:pt x="944144" y="935614"/>
                </a:cubicBezTo>
                <a:cubicBezTo>
                  <a:pt x="966192" y="931320"/>
                  <a:pt x="989749" y="928214"/>
                  <a:pt x="1016159" y="926108"/>
                </a:cubicBezTo>
                <a:cubicBezTo>
                  <a:pt x="1077957" y="921191"/>
                  <a:pt x="1282212" y="892175"/>
                  <a:pt x="1316008" y="725234"/>
                </a:cubicBezTo>
                <a:cubicBezTo>
                  <a:pt x="1316338" y="723643"/>
                  <a:pt x="1316022" y="722018"/>
                  <a:pt x="1315127" y="720660"/>
                </a:cubicBezTo>
                <a:cubicBezTo>
                  <a:pt x="1314225" y="719295"/>
                  <a:pt x="1312843" y="718366"/>
                  <a:pt x="1311242" y="718044"/>
                </a:cubicBezTo>
                <a:cubicBezTo>
                  <a:pt x="1307947" y="717378"/>
                  <a:pt x="1304724" y="719515"/>
                  <a:pt x="1304058" y="722806"/>
                </a:cubicBezTo>
                <a:cubicBezTo>
                  <a:pt x="1271953" y="881391"/>
                  <a:pt x="1074840" y="909203"/>
                  <a:pt x="1015192" y="913949"/>
                </a:cubicBezTo>
                <a:cubicBezTo>
                  <a:pt x="988343" y="916085"/>
                  <a:pt x="964340" y="919254"/>
                  <a:pt x="941818" y="923639"/>
                </a:cubicBezTo>
                <a:cubicBezTo>
                  <a:pt x="829334" y="945534"/>
                  <a:pt x="758573" y="987251"/>
                  <a:pt x="717233" y="1021092"/>
                </a:cubicBezTo>
                <a:cubicBezTo>
                  <a:pt x="840985" y="849330"/>
                  <a:pt x="1045073" y="767342"/>
                  <a:pt x="1195873" y="728708"/>
                </a:cubicBezTo>
                <a:cubicBezTo>
                  <a:pt x="1379122" y="681761"/>
                  <a:pt x="1535825" y="683651"/>
                  <a:pt x="1537388" y="683675"/>
                </a:cubicBezTo>
                <a:cubicBezTo>
                  <a:pt x="1537395" y="683675"/>
                  <a:pt x="1537402" y="683675"/>
                  <a:pt x="1537408" y="683675"/>
                </a:cubicBezTo>
                <a:cubicBezTo>
                  <a:pt x="1734645" y="697168"/>
                  <a:pt x="1902230" y="686003"/>
                  <a:pt x="1915583" y="685067"/>
                </a:cubicBezTo>
                <a:cubicBezTo>
                  <a:pt x="1930437" y="688547"/>
                  <a:pt x="1945004" y="691534"/>
                  <a:pt x="1959203" y="694088"/>
                </a:cubicBezTo>
                <a:cubicBezTo>
                  <a:pt x="1918395" y="701780"/>
                  <a:pt x="1848837" y="718119"/>
                  <a:pt x="1771366" y="750232"/>
                </a:cubicBezTo>
                <a:cubicBezTo>
                  <a:pt x="1658010" y="797223"/>
                  <a:pt x="1503218" y="888636"/>
                  <a:pt x="1409538" y="1057261"/>
                </a:cubicBezTo>
                <a:cubicBezTo>
                  <a:pt x="1407494" y="1060944"/>
                  <a:pt x="1405615" y="1064589"/>
                  <a:pt x="1403547" y="1068631"/>
                </a:cubicBezTo>
                <a:cubicBezTo>
                  <a:pt x="1387242" y="1100531"/>
                  <a:pt x="1295188" y="1262113"/>
                  <a:pt x="1083512" y="1310558"/>
                </a:cubicBezTo>
                <a:cubicBezTo>
                  <a:pt x="1080566" y="1311233"/>
                  <a:pt x="1078581" y="1313911"/>
                  <a:pt x="1078790" y="1316939"/>
                </a:cubicBezTo>
                <a:cubicBezTo>
                  <a:pt x="1079020" y="1319905"/>
                  <a:pt x="1081410" y="1322326"/>
                  <a:pt x="1084345" y="1322580"/>
                </a:cubicBezTo>
                <a:cubicBezTo>
                  <a:pt x="1085055" y="1322641"/>
                  <a:pt x="1156282" y="1328574"/>
                  <a:pt x="1247164" y="1311950"/>
                </a:cubicBezTo>
                <a:cubicBezTo>
                  <a:pt x="1331120" y="1296588"/>
                  <a:pt x="1449496" y="1258286"/>
                  <a:pt x="1536678" y="1163039"/>
                </a:cubicBezTo>
                <a:cubicBezTo>
                  <a:pt x="1564717" y="1132400"/>
                  <a:pt x="1587002" y="1095854"/>
                  <a:pt x="1602909" y="1054418"/>
                </a:cubicBezTo>
                <a:cubicBezTo>
                  <a:pt x="1630050" y="983716"/>
                  <a:pt x="1707813" y="811981"/>
                  <a:pt x="1843330" y="744471"/>
                </a:cubicBezTo>
                <a:cubicBezTo>
                  <a:pt x="1846334" y="742976"/>
                  <a:pt x="1847568" y="739310"/>
                  <a:pt x="1846067" y="736293"/>
                </a:cubicBezTo>
                <a:cubicBezTo>
                  <a:pt x="1845981" y="736121"/>
                  <a:pt x="1845885" y="735950"/>
                  <a:pt x="1845785" y="735785"/>
                </a:cubicBezTo>
                <a:cubicBezTo>
                  <a:pt x="1930969" y="708110"/>
                  <a:pt x="1993562" y="700710"/>
                  <a:pt x="1998133" y="700196"/>
                </a:cubicBezTo>
                <a:cubicBezTo>
                  <a:pt x="2051892" y="707417"/>
                  <a:pt x="2098294" y="708696"/>
                  <a:pt x="2131514" y="708130"/>
                </a:cubicBezTo>
                <a:cubicBezTo>
                  <a:pt x="2030986" y="741021"/>
                  <a:pt x="1923524" y="800401"/>
                  <a:pt x="1854622" y="907585"/>
                </a:cubicBezTo>
                <a:cubicBezTo>
                  <a:pt x="1839058" y="931794"/>
                  <a:pt x="1826847" y="959387"/>
                  <a:pt x="1818319" y="989593"/>
                </a:cubicBezTo>
                <a:cubicBezTo>
                  <a:pt x="1796301" y="1067637"/>
                  <a:pt x="1731946" y="1256424"/>
                  <a:pt x="1610240" y="1323763"/>
                </a:cubicBezTo>
                <a:cubicBezTo>
                  <a:pt x="1607562" y="1325244"/>
                  <a:pt x="1606410" y="1328399"/>
                  <a:pt x="1607484" y="1331245"/>
                </a:cubicBezTo>
                <a:cubicBezTo>
                  <a:pt x="1608540" y="1334057"/>
                  <a:pt x="1611551" y="1335696"/>
                  <a:pt x="1614486" y="1335058"/>
                </a:cubicBezTo>
                <a:cubicBezTo>
                  <a:pt x="1615590" y="1334818"/>
                  <a:pt x="1726144" y="1310112"/>
                  <a:pt x="1846557" y="1222820"/>
                </a:cubicBezTo>
                <a:cubicBezTo>
                  <a:pt x="1917280" y="1171549"/>
                  <a:pt x="1977637" y="1109008"/>
                  <a:pt x="2025952" y="1036934"/>
                </a:cubicBezTo>
                <a:cubicBezTo>
                  <a:pt x="2086309" y="946898"/>
                  <a:pt x="2127917" y="841676"/>
                  <a:pt x="2149622" y="724195"/>
                </a:cubicBezTo>
                <a:cubicBezTo>
                  <a:pt x="2150229" y="720890"/>
                  <a:pt x="2148031" y="717701"/>
                  <a:pt x="2144736" y="717094"/>
                </a:cubicBezTo>
                <a:cubicBezTo>
                  <a:pt x="2144393" y="717032"/>
                  <a:pt x="2144050" y="716998"/>
                  <a:pt x="2143714" y="716994"/>
                </a:cubicBezTo>
                <a:cubicBezTo>
                  <a:pt x="2176276" y="706779"/>
                  <a:pt x="2207956" y="699352"/>
                  <a:pt x="2237134" y="693955"/>
                </a:cubicBezTo>
                <a:cubicBezTo>
                  <a:pt x="2322951" y="678075"/>
                  <a:pt x="2399744" y="676988"/>
                  <a:pt x="2442449" y="678120"/>
                </a:cubicBezTo>
                <a:cubicBezTo>
                  <a:pt x="2520760" y="684669"/>
                  <a:pt x="2593143" y="683747"/>
                  <a:pt x="2653455" y="679930"/>
                </a:cubicBezTo>
                <a:cubicBezTo>
                  <a:pt x="2660121" y="680568"/>
                  <a:pt x="2663811" y="680794"/>
                  <a:pt x="2664044" y="680808"/>
                </a:cubicBezTo>
                <a:cubicBezTo>
                  <a:pt x="2665903" y="680907"/>
                  <a:pt x="2667597" y="680143"/>
                  <a:pt x="2668787" y="678884"/>
                </a:cubicBezTo>
                <a:cubicBezTo>
                  <a:pt x="2705100" y="676213"/>
                  <a:pt x="2736499" y="672571"/>
                  <a:pt x="2761517" y="669077"/>
                </a:cubicBezTo>
                <a:cubicBezTo>
                  <a:pt x="2744190" y="675932"/>
                  <a:pt x="2726774" y="683212"/>
                  <a:pt x="2709328" y="690954"/>
                </a:cubicBezTo>
                <a:cubicBezTo>
                  <a:pt x="2544077" y="764301"/>
                  <a:pt x="2408800" y="863817"/>
                  <a:pt x="2307253" y="986740"/>
                </a:cubicBezTo>
                <a:cubicBezTo>
                  <a:pt x="2184756" y="1135027"/>
                  <a:pt x="2111290" y="1318067"/>
                  <a:pt x="2088915" y="1530624"/>
                </a:cubicBezTo>
                <a:cubicBezTo>
                  <a:pt x="2085894" y="1545105"/>
                  <a:pt x="2086580" y="1554020"/>
                  <a:pt x="2086683" y="1555152"/>
                </a:cubicBezTo>
                <a:cubicBezTo>
                  <a:pt x="2087040" y="1558227"/>
                  <a:pt x="2089646" y="1560545"/>
                  <a:pt x="2092745" y="1560542"/>
                </a:cubicBezTo>
                <a:cubicBezTo>
                  <a:pt x="2095927" y="1560539"/>
                  <a:pt x="2098537" y="1558145"/>
                  <a:pt x="2098815" y="1554973"/>
                </a:cubicBezTo>
                <a:cubicBezTo>
                  <a:pt x="2099398" y="1548280"/>
                  <a:pt x="2100029" y="1541645"/>
                  <a:pt x="2100684" y="1535191"/>
                </a:cubicBezTo>
                <a:cubicBezTo>
                  <a:pt x="2106304" y="1506977"/>
                  <a:pt x="2128009" y="1450992"/>
                  <a:pt x="2210206" y="1393001"/>
                </a:cubicBezTo>
                <a:cubicBezTo>
                  <a:pt x="2222859" y="1384072"/>
                  <a:pt x="2236949" y="1375297"/>
                  <a:pt x="2253278" y="1366169"/>
                </a:cubicBezTo>
                <a:cubicBezTo>
                  <a:pt x="2288881" y="1346260"/>
                  <a:pt x="2461781" y="1233045"/>
                  <a:pt x="2368831" y="958049"/>
                </a:cubicBezTo>
                <a:cubicBezTo>
                  <a:pt x="2367755" y="954864"/>
                  <a:pt x="2364288" y="953149"/>
                  <a:pt x="2361102" y="954226"/>
                </a:cubicBezTo>
                <a:cubicBezTo>
                  <a:pt x="2357934" y="955293"/>
                  <a:pt x="2356220" y="958756"/>
                  <a:pt x="2357282" y="961955"/>
                </a:cubicBezTo>
                <a:cubicBezTo>
                  <a:pt x="2395286" y="1074437"/>
                  <a:pt x="2392687" y="1171566"/>
                  <a:pt x="2349543" y="1250646"/>
                </a:cubicBezTo>
                <a:cubicBezTo>
                  <a:pt x="2315720" y="1312632"/>
                  <a:pt x="2266791" y="1344638"/>
                  <a:pt x="2247328" y="1355522"/>
                </a:cubicBezTo>
                <a:cubicBezTo>
                  <a:pt x="2230609" y="1364866"/>
                  <a:pt x="2216165" y="1373867"/>
                  <a:pt x="2203173" y="1383033"/>
                </a:cubicBezTo>
                <a:cubicBezTo>
                  <a:pt x="2159162" y="1414082"/>
                  <a:pt x="2126898" y="1447783"/>
                  <a:pt x="2107147" y="1483314"/>
                </a:cubicBezTo>
                <a:cubicBezTo>
                  <a:pt x="2173375" y="1031348"/>
                  <a:pt x="2473258" y="809131"/>
                  <a:pt x="2714008" y="702219"/>
                </a:cubicBezTo>
                <a:cubicBezTo>
                  <a:pt x="2869637" y="633104"/>
                  <a:pt x="3023530" y="600785"/>
                  <a:pt x="3129401" y="585708"/>
                </a:cubicBezTo>
                <a:cubicBezTo>
                  <a:pt x="3039921" y="625783"/>
                  <a:pt x="2957111" y="681333"/>
                  <a:pt x="2882743" y="751322"/>
                </a:cubicBezTo>
                <a:cubicBezTo>
                  <a:pt x="2813946" y="816065"/>
                  <a:pt x="2752177" y="893197"/>
                  <a:pt x="2699151" y="980581"/>
                </a:cubicBezTo>
                <a:cubicBezTo>
                  <a:pt x="2638560" y="1080424"/>
                  <a:pt x="2603279" y="1171217"/>
                  <a:pt x="2586515" y="1220570"/>
                </a:cubicBezTo>
                <a:cubicBezTo>
                  <a:pt x="2575905" y="1233518"/>
                  <a:pt x="2558171" y="1258886"/>
                  <a:pt x="2558949" y="1283012"/>
                </a:cubicBezTo>
                <a:cubicBezTo>
                  <a:pt x="2559408" y="1297929"/>
                  <a:pt x="2571139" y="1305328"/>
                  <a:pt x="2581814" y="1305843"/>
                </a:cubicBezTo>
                <a:cubicBezTo>
                  <a:pt x="2592148" y="1306340"/>
                  <a:pt x="2604119" y="1300319"/>
                  <a:pt x="2605978" y="1285927"/>
                </a:cubicBezTo>
                <a:cubicBezTo>
                  <a:pt x="2606410" y="1282570"/>
                  <a:pt x="2606403" y="1278953"/>
                  <a:pt x="2605953" y="1275098"/>
                </a:cubicBezTo>
                <a:cubicBezTo>
                  <a:pt x="2605545" y="1271577"/>
                  <a:pt x="2604767" y="1267860"/>
                  <a:pt x="2603629" y="1263968"/>
                </a:cubicBezTo>
                <a:cubicBezTo>
                  <a:pt x="2601143" y="1255481"/>
                  <a:pt x="2599627" y="1248873"/>
                  <a:pt x="2598712" y="1242550"/>
                </a:cubicBezTo>
                <a:cubicBezTo>
                  <a:pt x="2597964" y="1237403"/>
                  <a:pt x="2597426" y="1232328"/>
                  <a:pt x="2597103" y="1227363"/>
                </a:cubicBezTo>
                <a:cubicBezTo>
                  <a:pt x="2613261" y="1179323"/>
                  <a:pt x="2648456" y="1087559"/>
                  <a:pt x="2709722" y="986664"/>
                </a:cubicBezTo>
                <a:cubicBezTo>
                  <a:pt x="2791946" y="851246"/>
                  <a:pt x="2939393" y="670891"/>
                  <a:pt x="3175092" y="579858"/>
                </a:cubicBezTo>
                <a:cubicBezTo>
                  <a:pt x="3176841" y="579659"/>
                  <a:pt x="3178586" y="579460"/>
                  <a:pt x="3180294" y="579275"/>
                </a:cubicBezTo>
                <a:cubicBezTo>
                  <a:pt x="3186267" y="578963"/>
                  <a:pt x="3192114" y="578624"/>
                  <a:pt x="3197854" y="578264"/>
                </a:cubicBezTo>
                <a:cubicBezTo>
                  <a:pt x="3085949" y="634071"/>
                  <a:pt x="2991479" y="710873"/>
                  <a:pt x="2916806" y="807012"/>
                </a:cubicBezTo>
                <a:cubicBezTo>
                  <a:pt x="2852005" y="890436"/>
                  <a:pt x="2801873" y="988458"/>
                  <a:pt x="2767795" y="1098357"/>
                </a:cubicBezTo>
                <a:cubicBezTo>
                  <a:pt x="2721929" y="1246298"/>
                  <a:pt x="2717907" y="1377207"/>
                  <a:pt x="2718250" y="1425799"/>
                </a:cubicBezTo>
                <a:cubicBezTo>
                  <a:pt x="2711087" y="1441549"/>
                  <a:pt x="2701863" y="1467863"/>
                  <a:pt x="2707808" y="1489418"/>
                </a:cubicBezTo>
                <a:cubicBezTo>
                  <a:pt x="2711793" y="1503837"/>
                  <a:pt x="2724906" y="1508243"/>
                  <a:pt x="2735405" y="1506230"/>
                </a:cubicBezTo>
                <a:cubicBezTo>
                  <a:pt x="2745569" y="1504282"/>
                  <a:pt x="2755784" y="1495617"/>
                  <a:pt x="2754206" y="1481188"/>
                </a:cubicBezTo>
                <a:cubicBezTo>
                  <a:pt x="2754196" y="1481106"/>
                  <a:pt x="2754189" y="1481027"/>
                  <a:pt x="2754179" y="1480948"/>
                </a:cubicBezTo>
                <a:cubicBezTo>
                  <a:pt x="2753438" y="1474580"/>
                  <a:pt x="2750942" y="1467667"/>
                  <a:pt x="2746755" y="1460398"/>
                </a:cubicBezTo>
                <a:cubicBezTo>
                  <a:pt x="2742342" y="1452731"/>
                  <a:pt x="2739314" y="1446668"/>
                  <a:pt x="2736934" y="1440740"/>
                </a:cubicBezTo>
                <a:cubicBezTo>
                  <a:pt x="2734332" y="1434255"/>
                  <a:pt x="2732168" y="1427822"/>
                  <a:pt x="2730395" y="1421496"/>
                </a:cubicBezTo>
                <a:cubicBezTo>
                  <a:pt x="2730275" y="1370850"/>
                  <a:pt x="2735145" y="1244707"/>
                  <a:pt x="2779537" y="1101673"/>
                </a:cubicBezTo>
                <a:cubicBezTo>
                  <a:pt x="2832343" y="931550"/>
                  <a:pt x="2953544" y="702315"/>
                  <a:pt x="3231074" y="575860"/>
                </a:cubicBezTo>
                <a:cubicBezTo>
                  <a:pt x="3243134" y="574869"/>
                  <a:pt x="3254532" y="573806"/>
                  <a:pt x="3265172" y="572705"/>
                </a:cubicBezTo>
                <a:cubicBezTo>
                  <a:pt x="3266591" y="572661"/>
                  <a:pt x="3267411" y="572644"/>
                  <a:pt x="3267545" y="572640"/>
                </a:cubicBezTo>
                <a:cubicBezTo>
                  <a:pt x="3268244" y="572630"/>
                  <a:pt x="3268920" y="572479"/>
                  <a:pt x="3269557" y="572242"/>
                </a:cubicBezTo>
                <a:cubicBezTo>
                  <a:pt x="3295083" y="569534"/>
                  <a:pt x="3316144" y="566674"/>
                  <a:pt x="3331870" y="564284"/>
                </a:cubicBezTo>
                <a:cubicBezTo>
                  <a:pt x="3249663" y="615379"/>
                  <a:pt x="3182393" y="677358"/>
                  <a:pt x="3131743" y="748760"/>
                </a:cubicBezTo>
                <a:cubicBezTo>
                  <a:pt x="3063780" y="844574"/>
                  <a:pt x="3025756" y="957597"/>
                  <a:pt x="3018716" y="1084700"/>
                </a:cubicBezTo>
                <a:cubicBezTo>
                  <a:pt x="3018545" y="1087806"/>
                  <a:pt x="3020729" y="1090529"/>
                  <a:pt x="3023798" y="1091047"/>
                </a:cubicBezTo>
                <a:cubicBezTo>
                  <a:pt x="3026867" y="1091561"/>
                  <a:pt x="3029823" y="1089692"/>
                  <a:pt x="3030673" y="1086699"/>
                </a:cubicBezTo>
                <a:cubicBezTo>
                  <a:pt x="3030875" y="1085999"/>
                  <a:pt x="3052324" y="1015499"/>
                  <a:pt x="3175977" y="918753"/>
                </a:cubicBezTo>
                <a:cubicBezTo>
                  <a:pt x="3196990" y="902311"/>
                  <a:pt x="3220146" y="886894"/>
                  <a:pt x="3246768" y="871622"/>
                </a:cubicBezTo>
                <a:cubicBezTo>
                  <a:pt x="3295618" y="843586"/>
                  <a:pt x="3407949" y="756983"/>
                  <a:pt x="3396002" y="558773"/>
                </a:cubicBezTo>
                <a:cubicBezTo>
                  <a:pt x="3395769" y="555423"/>
                  <a:pt x="3392912" y="552875"/>
                  <a:pt x="3389549" y="553074"/>
                </a:cubicBezTo>
                <a:cubicBezTo>
                  <a:pt x="3387923" y="553170"/>
                  <a:pt x="3386432" y="553897"/>
                  <a:pt x="3385352" y="555118"/>
                </a:cubicBezTo>
                <a:cubicBezTo>
                  <a:pt x="3384272" y="556339"/>
                  <a:pt x="3383730" y="557906"/>
                  <a:pt x="3383829" y="559531"/>
                </a:cubicBezTo>
                <a:cubicBezTo>
                  <a:pt x="3395364" y="750914"/>
                  <a:pt x="3287574" y="834143"/>
                  <a:pt x="3240696" y="861040"/>
                </a:cubicBezTo>
                <a:cubicBezTo>
                  <a:pt x="3213562" y="876607"/>
                  <a:pt x="3189933" y="892343"/>
                  <a:pt x="3168453" y="909145"/>
                </a:cubicBezTo>
                <a:cubicBezTo>
                  <a:pt x="3091249" y="969550"/>
                  <a:pt x="3052622" y="1019453"/>
                  <a:pt x="3033464" y="1052368"/>
                </a:cubicBezTo>
                <a:cubicBezTo>
                  <a:pt x="3060028" y="789819"/>
                  <a:pt x="3223129" y="641944"/>
                  <a:pt x="3355945" y="563958"/>
                </a:cubicBezTo>
                <a:cubicBezTo>
                  <a:pt x="3439815" y="514711"/>
                  <a:pt x="3523159" y="485835"/>
                  <a:pt x="3581223" y="469811"/>
                </a:cubicBezTo>
                <a:cubicBezTo>
                  <a:pt x="3608727" y="464939"/>
                  <a:pt x="3634883" y="458873"/>
                  <a:pt x="3659281" y="452196"/>
                </a:cubicBezTo>
                <a:cubicBezTo>
                  <a:pt x="3659315" y="452190"/>
                  <a:pt x="3659366" y="452183"/>
                  <a:pt x="3659377" y="452183"/>
                </a:cubicBezTo>
                <a:cubicBezTo>
                  <a:pt x="3659884" y="452111"/>
                  <a:pt x="3660358" y="451960"/>
                  <a:pt x="3660810" y="451778"/>
                </a:cubicBezTo>
                <a:cubicBezTo>
                  <a:pt x="3769005" y="421973"/>
                  <a:pt x="3842146" y="380489"/>
                  <a:pt x="3843106" y="379941"/>
                </a:cubicBezTo>
                <a:cubicBezTo>
                  <a:pt x="3845225" y="378723"/>
                  <a:pt x="3846411" y="376371"/>
                  <a:pt x="3846131" y="373943"/>
                </a:cubicBezTo>
                <a:cubicBezTo>
                  <a:pt x="3846034" y="373124"/>
                  <a:pt x="3845777" y="372342"/>
                  <a:pt x="3845362" y="371618"/>
                </a:cubicBezTo>
                <a:cubicBezTo>
                  <a:pt x="3844553" y="370206"/>
                  <a:pt x="3843240" y="369191"/>
                  <a:pt x="3841669" y="368766"/>
                </a:cubicBezTo>
                <a:cubicBezTo>
                  <a:pt x="3840099" y="368337"/>
                  <a:pt x="3838453" y="368550"/>
                  <a:pt x="3837036" y="369362"/>
                </a:cubicBezTo>
                <a:cubicBezTo>
                  <a:pt x="3836090" y="369904"/>
                  <a:pt x="3763907" y="410874"/>
                  <a:pt x="3656925" y="440226"/>
                </a:cubicBezTo>
                <a:cubicBezTo>
                  <a:pt x="3652066" y="440980"/>
                  <a:pt x="3622515" y="445819"/>
                  <a:pt x="3578679" y="457885"/>
                </a:cubicBezTo>
                <a:cubicBezTo>
                  <a:pt x="3567431" y="459871"/>
                  <a:pt x="3555965" y="461657"/>
                  <a:pt x="3544293" y="463193"/>
                </a:cubicBezTo>
                <a:cubicBezTo>
                  <a:pt x="3516970" y="466787"/>
                  <a:pt x="3487278" y="469143"/>
                  <a:pt x="3455924" y="469321"/>
                </a:cubicBezTo>
                <a:cubicBezTo>
                  <a:pt x="3458849" y="468224"/>
                  <a:pt x="3460502" y="465031"/>
                  <a:pt x="3459644" y="461911"/>
                </a:cubicBezTo>
                <a:cubicBezTo>
                  <a:pt x="3416843" y="314251"/>
                  <a:pt x="3246721" y="319834"/>
                  <a:pt x="3213051" y="322453"/>
                </a:cubicBezTo>
                <a:cubicBezTo>
                  <a:pt x="3200398" y="323441"/>
                  <a:pt x="3188983" y="323828"/>
                  <a:pt x="3178154" y="323643"/>
                </a:cubicBezTo>
                <a:cubicBezTo>
                  <a:pt x="3058198" y="321610"/>
                  <a:pt x="3000440" y="259212"/>
                  <a:pt x="2999867" y="258581"/>
                </a:cubicBezTo>
                <a:cubicBezTo>
                  <a:pt x="2997652" y="256126"/>
                  <a:pt x="2993818" y="255897"/>
                  <a:pt x="2991325" y="258074"/>
                </a:cubicBezTo>
                <a:cubicBezTo>
                  <a:pt x="2988836" y="260251"/>
                  <a:pt x="2988548" y="264075"/>
                  <a:pt x="2990680" y="266602"/>
                </a:cubicBezTo>
                <a:cubicBezTo>
                  <a:pt x="3068927" y="359096"/>
                  <a:pt x="3162511" y="422611"/>
                  <a:pt x="3268834" y="455389"/>
                </a:cubicBezTo>
                <a:cubicBezTo>
                  <a:pt x="3343847" y="478514"/>
                  <a:pt x="3425268" y="486418"/>
                  <a:pt x="3511306" y="479022"/>
                </a:cubicBezTo>
                <a:cubicBezTo>
                  <a:pt x="3465813" y="495062"/>
                  <a:pt x="3413706" y="517111"/>
                  <a:pt x="3360985" y="546984"/>
                </a:cubicBezTo>
                <a:cubicBezTo>
                  <a:pt x="3354933" y="548167"/>
                  <a:pt x="3319803" y="554782"/>
                  <a:pt x="3264105" y="560536"/>
                </a:cubicBezTo>
                <a:cubicBezTo>
                  <a:pt x="3254511" y="560844"/>
                  <a:pt x="3223986" y="562154"/>
                  <a:pt x="3178665" y="567130"/>
                </a:cubicBezTo>
                <a:cubicBezTo>
                  <a:pt x="3087622" y="571858"/>
                  <a:pt x="2969921" y="570795"/>
                  <a:pt x="2842579" y="551343"/>
                </a:cubicBezTo>
                <a:cubicBezTo>
                  <a:pt x="2588397" y="512513"/>
                  <a:pt x="2240844" y="390001"/>
                  <a:pt x="2025252" y="27151"/>
                </a:cubicBezTo>
                <a:cubicBezTo>
                  <a:pt x="2066435" y="50856"/>
                  <a:pt x="2165104" y="100631"/>
                  <a:pt x="2290462" y="116347"/>
                </a:cubicBezTo>
                <a:cubicBezTo>
                  <a:pt x="2302230" y="117821"/>
                  <a:pt x="2314876" y="118764"/>
                  <a:pt x="2330258" y="119306"/>
                </a:cubicBezTo>
                <a:cubicBezTo>
                  <a:pt x="2365865" y="120571"/>
                  <a:pt x="2485195" y="136595"/>
                  <a:pt x="2525756" y="289659"/>
                </a:cubicBezTo>
                <a:cubicBezTo>
                  <a:pt x="2526253" y="291346"/>
                  <a:pt x="2577174" y="459147"/>
                  <a:pt x="2725413" y="521363"/>
                </a:cubicBezTo>
                <a:cubicBezTo>
                  <a:pt x="2726915" y="521994"/>
                  <a:pt x="2728571" y="522004"/>
                  <a:pt x="2730080" y="521387"/>
                </a:cubicBezTo>
                <a:cubicBezTo>
                  <a:pt x="2731589" y="520770"/>
                  <a:pt x="2732768" y="519604"/>
                  <a:pt x="2733396" y="518105"/>
                </a:cubicBezTo>
                <a:cubicBezTo>
                  <a:pt x="2734030" y="516607"/>
                  <a:pt x="2734040" y="514947"/>
                  <a:pt x="2733423" y="513438"/>
                </a:cubicBezTo>
                <a:cubicBezTo>
                  <a:pt x="2732806" y="511926"/>
                  <a:pt x="2731637" y="510750"/>
                  <a:pt x="2730135" y="510119"/>
                </a:cubicBezTo>
                <a:cubicBezTo>
                  <a:pt x="2587482" y="450245"/>
                  <a:pt x="2537970" y="287965"/>
                  <a:pt x="2537497" y="286377"/>
                </a:cubicBezTo>
                <a:cubicBezTo>
                  <a:pt x="2494830" y="125348"/>
                  <a:pt x="2368417" y="108463"/>
                  <a:pt x="2330687" y="107126"/>
                </a:cubicBezTo>
                <a:cubicBezTo>
                  <a:pt x="2315665" y="106591"/>
                  <a:pt x="2303365" y="105676"/>
                  <a:pt x="2291977" y="104246"/>
                </a:cubicBezTo>
                <a:cubicBezTo>
                  <a:pt x="2129213" y="83843"/>
                  <a:pt x="2012500" y="5154"/>
                  <a:pt x="2011341" y="4362"/>
                </a:cubicBezTo>
                <a:cubicBezTo>
                  <a:pt x="2008985" y="2751"/>
                  <a:pt x="2005872" y="2977"/>
                  <a:pt x="2003773" y="4911"/>
                </a:cubicBezTo>
                <a:cubicBezTo>
                  <a:pt x="2001661" y="6852"/>
                  <a:pt x="2001181" y="9934"/>
                  <a:pt x="2002593" y="12400"/>
                </a:cubicBezTo>
                <a:cubicBezTo>
                  <a:pt x="2098280" y="181432"/>
                  <a:pt x="2229484" y="315349"/>
                  <a:pt x="2392560" y="410438"/>
                </a:cubicBezTo>
                <a:cubicBezTo>
                  <a:pt x="2522931" y="486456"/>
                  <a:pt x="2673814" y="537935"/>
                  <a:pt x="2841022" y="563447"/>
                </a:cubicBezTo>
                <a:cubicBezTo>
                  <a:pt x="2925355" y="576313"/>
                  <a:pt x="3005439" y="581185"/>
                  <a:pt x="3076457" y="581662"/>
                </a:cubicBezTo>
                <a:cubicBezTo>
                  <a:pt x="3003927" y="594250"/>
                  <a:pt x="2916329" y="614278"/>
                  <a:pt x="2823767" y="646103"/>
                </a:cubicBezTo>
                <a:cubicBezTo>
                  <a:pt x="2823757" y="646107"/>
                  <a:pt x="2823743" y="646107"/>
                  <a:pt x="2823733" y="646107"/>
                </a:cubicBezTo>
                <a:cubicBezTo>
                  <a:pt x="2822646" y="646353"/>
                  <a:pt x="2755959" y="661218"/>
                  <a:pt x="2653836" y="667747"/>
                </a:cubicBezTo>
                <a:cubicBezTo>
                  <a:pt x="2616052" y="664136"/>
                  <a:pt x="2484416" y="647348"/>
                  <a:pt x="2335303" y="579728"/>
                </a:cubicBezTo>
                <a:cubicBezTo>
                  <a:pt x="2180000" y="509303"/>
                  <a:pt x="1975426" y="368361"/>
                  <a:pt x="1863880" y="94020"/>
                </a:cubicBezTo>
                <a:cubicBezTo>
                  <a:pt x="1863884" y="87406"/>
                  <a:pt x="1864240" y="80572"/>
                  <a:pt x="1865009" y="73566"/>
                </a:cubicBezTo>
                <a:cubicBezTo>
                  <a:pt x="1865708" y="67212"/>
                  <a:pt x="1866997" y="60557"/>
                  <a:pt x="1869185" y="51995"/>
                </a:cubicBezTo>
                <a:cubicBezTo>
                  <a:pt x="1871098" y="44509"/>
                  <a:pt x="1871715" y="37702"/>
                  <a:pt x="1871019" y="31729"/>
                </a:cubicBezTo>
                <a:cubicBezTo>
                  <a:pt x="1870951" y="31132"/>
                  <a:pt x="1870869" y="30546"/>
                  <a:pt x="1870772" y="29967"/>
                </a:cubicBezTo>
                <a:cubicBezTo>
                  <a:pt x="1868417" y="15644"/>
                  <a:pt x="1856244" y="10041"/>
                  <a:pt x="1845933" y="10894"/>
                </a:cubicBezTo>
                <a:cubicBezTo>
                  <a:pt x="1835279" y="11776"/>
                  <a:pt x="1823833" y="19542"/>
                  <a:pt x="1823867" y="34503"/>
                </a:cubicBezTo>
                <a:cubicBezTo>
                  <a:pt x="1823915" y="56024"/>
                  <a:pt x="1838680" y="77990"/>
                  <a:pt x="1849715" y="91418"/>
                </a:cubicBezTo>
                <a:cubicBezTo>
                  <a:pt x="1897735" y="212365"/>
                  <a:pt x="1967103" y="317862"/>
                  <a:pt x="2056316" y="405298"/>
                </a:cubicBezTo>
                <a:cubicBezTo>
                  <a:pt x="2133574" y="481021"/>
                  <a:pt x="2225743" y="543446"/>
                  <a:pt x="2330258" y="590838"/>
                </a:cubicBezTo>
                <a:cubicBezTo>
                  <a:pt x="2431105" y="636570"/>
                  <a:pt x="2524597" y="659349"/>
                  <a:pt x="2586826" y="670514"/>
                </a:cubicBezTo>
                <a:cubicBezTo>
                  <a:pt x="2553874" y="671128"/>
                  <a:pt x="2518542" y="670675"/>
                  <a:pt x="2481515" y="668628"/>
                </a:cubicBezTo>
                <a:cubicBezTo>
                  <a:pt x="2480761" y="668182"/>
                  <a:pt x="2479917" y="667874"/>
                  <a:pt x="2479008" y="667788"/>
                </a:cubicBezTo>
                <a:cubicBezTo>
                  <a:pt x="2478631" y="667754"/>
                  <a:pt x="2465495" y="666557"/>
                  <a:pt x="2443152" y="665954"/>
                </a:cubicBezTo>
                <a:cubicBezTo>
                  <a:pt x="2434816" y="665254"/>
                  <a:pt x="2426422" y="664479"/>
                  <a:pt x="2417955" y="663605"/>
                </a:cubicBezTo>
                <a:cubicBezTo>
                  <a:pt x="2217931" y="642911"/>
                  <a:pt x="1943097" y="565779"/>
                  <a:pt x="1754344" y="318119"/>
                </a:cubicBezTo>
                <a:cubicBezTo>
                  <a:pt x="1753113" y="314347"/>
                  <a:pt x="1751954" y="310497"/>
                  <a:pt x="1750926" y="306522"/>
                </a:cubicBezTo>
                <a:cubicBezTo>
                  <a:pt x="1749324" y="300330"/>
                  <a:pt x="1748127" y="293640"/>
                  <a:pt x="1747174" y="284868"/>
                </a:cubicBezTo>
                <a:cubicBezTo>
                  <a:pt x="1746266" y="276364"/>
                  <a:pt x="1744088" y="269307"/>
                  <a:pt x="1740841" y="263711"/>
                </a:cubicBezTo>
                <a:cubicBezTo>
                  <a:pt x="1733554" y="251158"/>
                  <a:pt x="1720188" y="250239"/>
                  <a:pt x="1710848" y="254700"/>
                </a:cubicBezTo>
                <a:cubicBezTo>
                  <a:pt x="1701205" y="259308"/>
                  <a:pt x="1693257" y="270638"/>
                  <a:pt x="1698602" y="284604"/>
                </a:cubicBezTo>
                <a:cubicBezTo>
                  <a:pt x="1707614" y="308172"/>
                  <a:pt x="1735804" y="325166"/>
                  <a:pt x="1750127" y="332521"/>
                </a:cubicBezTo>
                <a:cubicBezTo>
                  <a:pt x="1831627" y="437270"/>
                  <a:pt x="1934552" y="519912"/>
                  <a:pt x="2056672" y="578336"/>
                </a:cubicBezTo>
                <a:cubicBezTo>
                  <a:pt x="2146022" y="621082"/>
                  <a:pt x="2245734" y="650979"/>
                  <a:pt x="2353757" y="667600"/>
                </a:cubicBezTo>
                <a:cubicBezTo>
                  <a:pt x="2318429" y="669767"/>
                  <a:pt x="2277894" y="674025"/>
                  <a:pt x="2235117" y="681929"/>
                </a:cubicBezTo>
                <a:cubicBezTo>
                  <a:pt x="2218875" y="684930"/>
                  <a:pt x="2201849" y="688575"/>
                  <a:pt x="2184344" y="692943"/>
                </a:cubicBezTo>
                <a:cubicBezTo>
                  <a:pt x="2184310" y="692947"/>
                  <a:pt x="2184279" y="692943"/>
                  <a:pt x="2184245" y="692947"/>
                </a:cubicBezTo>
                <a:cubicBezTo>
                  <a:pt x="2182722" y="693142"/>
                  <a:pt x="2029803" y="711810"/>
                  <a:pt x="1856333" y="656033"/>
                </a:cubicBezTo>
                <a:cubicBezTo>
                  <a:pt x="1710789" y="609235"/>
                  <a:pt x="1517092" y="497236"/>
                  <a:pt x="1414363" y="229384"/>
                </a:cubicBezTo>
                <a:cubicBezTo>
                  <a:pt x="1442970" y="271121"/>
                  <a:pt x="1490668" y="323153"/>
                  <a:pt x="1563925" y="355146"/>
                </a:cubicBezTo>
                <a:cubicBezTo>
                  <a:pt x="1570502" y="358019"/>
                  <a:pt x="1577189" y="360471"/>
                  <a:pt x="1583693" y="362854"/>
                </a:cubicBezTo>
                <a:cubicBezTo>
                  <a:pt x="1599268" y="368563"/>
                  <a:pt x="1651560" y="394096"/>
                  <a:pt x="1670591" y="483057"/>
                </a:cubicBezTo>
                <a:cubicBezTo>
                  <a:pt x="1671273" y="485616"/>
                  <a:pt x="1687890" y="546381"/>
                  <a:pt x="1741218" y="606402"/>
                </a:cubicBezTo>
                <a:cubicBezTo>
                  <a:pt x="1742302" y="607619"/>
                  <a:pt x="1743793" y="608343"/>
                  <a:pt x="1745418" y="608439"/>
                </a:cubicBezTo>
                <a:cubicBezTo>
                  <a:pt x="1747044" y="608535"/>
                  <a:pt x="1748611" y="607993"/>
                  <a:pt x="1749828" y="606906"/>
                </a:cubicBezTo>
                <a:cubicBezTo>
                  <a:pt x="1752335" y="604674"/>
                  <a:pt x="1752564" y="600813"/>
                  <a:pt x="1750336" y="598299"/>
                </a:cubicBezTo>
                <a:cubicBezTo>
                  <a:pt x="1700008" y="541659"/>
                  <a:pt x="1683120" y="482622"/>
                  <a:pt x="1682441" y="480208"/>
                </a:cubicBezTo>
                <a:cubicBezTo>
                  <a:pt x="1662176" y="385430"/>
                  <a:pt x="1604946" y="357656"/>
                  <a:pt x="1587794" y="351367"/>
                </a:cubicBezTo>
                <a:cubicBezTo>
                  <a:pt x="1581516" y="349066"/>
                  <a:pt x="1575028" y="346690"/>
                  <a:pt x="1568804" y="343970"/>
                </a:cubicBezTo>
                <a:cubicBezTo>
                  <a:pt x="1438756" y="287176"/>
                  <a:pt x="1392389" y="164747"/>
                  <a:pt x="1391937" y="163516"/>
                </a:cubicBezTo>
                <a:cubicBezTo>
                  <a:pt x="1390791" y="160406"/>
                  <a:pt x="1387431" y="158791"/>
                  <a:pt x="1384283" y="159840"/>
                </a:cubicBezTo>
                <a:cubicBezTo>
                  <a:pt x="1381142" y="160886"/>
                  <a:pt x="1379438" y="164205"/>
                  <a:pt x="1380374" y="167377"/>
                </a:cubicBezTo>
                <a:cubicBezTo>
                  <a:pt x="1422565" y="308028"/>
                  <a:pt x="1491176" y="423846"/>
                  <a:pt x="1584300" y="511618"/>
                </a:cubicBezTo>
                <a:cubicBezTo>
                  <a:pt x="1658840" y="581871"/>
                  <a:pt x="1749108" y="634366"/>
                  <a:pt x="1852599" y="667641"/>
                </a:cubicBezTo>
                <a:cubicBezTo>
                  <a:pt x="1860736" y="670257"/>
                  <a:pt x="1868832" y="672709"/>
                  <a:pt x="1876869" y="675013"/>
                </a:cubicBezTo>
                <a:cubicBezTo>
                  <a:pt x="1805783" y="678305"/>
                  <a:pt x="1645734" y="682591"/>
                  <a:pt x="1474027" y="666286"/>
                </a:cubicBezTo>
                <a:cubicBezTo>
                  <a:pt x="1399738" y="659233"/>
                  <a:pt x="1326947" y="642427"/>
                  <a:pt x="1257654" y="616332"/>
                </a:cubicBezTo>
                <a:cubicBezTo>
                  <a:pt x="1258020" y="615256"/>
                  <a:pt x="1258086" y="614083"/>
                  <a:pt x="1257825" y="612972"/>
                </a:cubicBezTo>
                <a:cubicBezTo>
                  <a:pt x="1214438" y="426678"/>
                  <a:pt x="1084294" y="349121"/>
                  <a:pt x="1010581" y="319467"/>
                </a:cubicBezTo>
                <a:cubicBezTo>
                  <a:pt x="946509" y="293691"/>
                  <a:pt x="890963" y="257426"/>
                  <a:pt x="845481" y="211676"/>
                </a:cubicBezTo>
                <a:cubicBezTo>
                  <a:pt x="750131" y="115767"/>
                  <a:pt x="701871" y="4805"/>
                  <a:pt x="701394" y="3697"/>
                </a:cubicBezTo>
                <a:cubicBezTo>
                  <a:pt x="700136" y="707"/>
                  <a:pt x="696741" y="-750"/>
                  <a:pt x="693689" y="385"/>
                </a:cubicBezTo>
                <a:close/>
                <a:moveTo>
                  <a:pt x="1591525" y="1050056"/>
                </a:moveTo>
                <a:cubicBezTo>
                  <a:pt x="1576166" y="1090066"/>
                  <a:pt x="1554687" y="1125309"/>
                  <a:pt x="1527684" y="1154809"/>
                </a:cubicBezTo>
                <a:cubicBezTo>
                  <a:pt x="1442854" y="1247485"/>
                  <a:pt x="1327262" y="1284867"/>
                  <a:pt x="1245227" y="1299911"/>
                </a:cubicBezTo>
                <a:cubicBezTo>
                  <a:pt x="1198054" y="1308559"/>
                  <a:pt x="1156248" y="1311038"/>
                  <a:pt x="1126848" y="1311415"/>
                </a:cubicBezTo>
                <a:cubicBezTo>
                  <a:pt x="1315549" y="1251737"/>
                  <a:pt x="1399330" y="1103703"/>
                  <a:pt x="1414414" y="1074186"/>
                </a:cubicBezTo>
                <a:cubicBezTo>
                  <a:pt x="1416437" y="1070226"/>
                  <a:pt x="1418271" y="1066663"/>
                  <a:pt x="1420205" y="1063190"/>
                </a:cubicBezTo>
                <a:cubicBezTo>
                  <a:pt x="1512127" y="897730"/>
                  <a:pt x="1664306" y="807863"/>
                  <a:pt x="1775786" y="761612"/>
                </a:cubicBezTo>
                <a:cubicBezTo>
                  <a:pt x="1788367" y="756393"/>
                  <a:pt x="1801274" y="751373"/>
                  <a:pt x="1814324" y="746628"/>
                </a:cubicBezTo>
                <a:cubicBezTo>
                  <a:pt x="1689317" y="823026"/>
                  <a:pt x="1617267" y="982999"/>
                  <a:pt x="1591525" y="1050056"/>
                </a:cubicBezTo>
                <a:close/>
                <a:moveTo>
                  <a:pt x="2137631" y="721990"/>
                </a:moveTo>
                <a:cubicBezTo>
                  <a:pt x="2089224" y="984007"/>
                  <a:pt x="1948913" y="1133470"/>
                  <a:pt x="1839730" y="1212714"/>
                </a:cubicBezTo>
                <a:cubicBezTo>
                  <a:pt x="1763318" y="1268175"/>
                  <a:pt x="1690860" y="1297959"/>
                  <a:pt x="1649804" y="1311939"/>
                </a:cubicBezTo>
                <a:cubicBezTo>
                  <a:pt x="1754396" y="1229407"/>
                  <a:pt x="1810525" y="1062144"/>
                  <a:pt x="1830057" y="992912"/>
                </a:cubicBezTo>
                <a:cubicBezTo>
                  <a:pt x="1838252" y="963869"/>
                  <a:pt x="1849969" y="937383"/>
                  <a:pt x="1864881" y="914182"/>
                </a:cubicBezTo>
                <a:cubicBezTo>
                  <a:pt x="1933026" y="808175"/>
                  <a:pt x="2040333" y="750019"/>
                  <a:pt x="2140055" y="718157"/>
                </a:cubicBezTo>
                <a:cubicBezTo>
                  <a:pt x="2138828" y="719048"/>
                  <a:pt x="2137926" y="720389"/>
                  <a:pt x="2137631" y="721990"/>
                </a:cubicBezTo>
                <a:close/>
                <a:moveTo>
                  <a:pt x="3040946" y="302987"/>
                </a:moveTo>
                <a:cubicBezTo>
                  <a:pt x="3070381" y="318421"/>
                  <a:pt x="3115966" y="334788"/>
                  <a:pt x="3177966" y="335840"/>
                </a:cubicBezTo>
                <a:cubicBezTo>
                  <a:pt x="3189189" y="336029"/>
                  <a:pt x="3200981" y="335628"/>
                  <a:pt x="3214015" y="334613"/>
                </a:cubicBezTo>
                <a:cubicBezTo>
                  <a:pt x="3246028" y="332120"/>
                  <a:pt x="3407770" y="326702"/>
                  <a:pt x="3447941" y="465306"/>
                </a:cubicBezTo>
                <a:cubicBezTo>
                  <a:pt x="3448503" y="467240"/>
                  <a:pt x="3449944" y="468687"/>
                  <a:pt x="3451703" y="469331"/>
                </a:cubicBezTo>
                <a:cubicBezTo>
                  <a:pt x="3325632" y="469266"/>
                  <a:pt x="3173477" y="433714"/>
                  <a:pt x="3040946" y="302987"/>
                </a:cubicBezTo>
                <a:close/>
                <a:moveTo>
                  <a:pt x="836853" y="220280"/>
                </a:moveTo>
                <a:cubicBezTo>
                  <a:pt x="883508" y="267209"/>
                  <a:pt x="940437" y="304390"/>
                  <a:pt x="1006051" y="330786"/>
                </a:cubicBezTo>
                <a:cubicBezTo>
                  <a:pt x="1076911" y="359291"/>
                  <a:pt x="1201806" y="433570"/>
                  <a:pt x="1244942" y="611422"/>
                </a:cubicBezTo>
                <a:cubicBezTo>
                  <a:pt x="1124180" y="563653"/>
                  <a:pt x="1014753" y="486867"/>
                  <a:pt x="928332" y="389223"/>
                </a:cubicBezTo>
                <a:cubicBezTo>
                  <a:pt x="842570" y="292319"/>
                  <a:pt x="776575" y="190344"/>
                  <a:pt x="731957" y="85835"/>
                </a:cubicBezTo>
                <a:cubicBezTo>
                  <a:pt x="755600" y="124086"/>
                  <a:pt x="790761" y="173916"/>
                  <a:pt x="836853" y="22028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22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6591AAE4-60F4-3D1D-3D34-12E763949BAA}"/>
              </a:ext>
            </a:extLst>
          </p:cNvPr>
          <p:cNvSpPr/>
          <p:nvPr userDrawn="1"/>
        </p:nvSpPr>
        <p:spPr>
          <a:xfrm rot="18444169">
            <a:off x="9974879" y="1849779"/>
            <a:ext cx="2089175" cy="2164085"/>
          </a:xfrm>
          <a:custGeom>
            <a:avLst/>
            <a:gdLst>
              <a:gd name="connsiteX0" fmla="*/ 863512 w 863512"/>
              <a:gd name="connsiteY0" fmla="*/ 813132 h 894474"/>
              <a:gd name="connsiteX1" fmla="*/ 780736 w 863512"/>
              <a:gd name="connsiteY1" fmla="*/ 727585 h 894474"/>
              <a:gd name="connsiteX2" fmla="*/ 780668 w 863512"/>
              <a:gd name="connsiteY2" fmla="*/ 724842 h 894474"/>
              <a:gd name="connsiteX3" fmla="*/ 777959 w 863512"/>
              <a:gd name="connsiteY3" fmla="*/ 598597 h 894474"/>
              <a:gd name="connsiteX4" fmla="*/ 782280 w 863512"/>
              <a:gd name="connsiteY4" fmla="*/ 588899 h 894474"/>
              <a:gd name="connsiteX5" fmla="*/ 797435 w 863512"/>
              <a:gd name="connsiteY5" fmla="*/ 544504 h 894474"/>
              <a:gd name="connsiteX6" fmla="*/ 786257 w 863512"/>
              <a:gd name="connsiteY6" fmla="*/ 489558 h 894474"/>
              <a:gd name="connsiteX7" fmla="*/ 775558 w 863512"/>
              <a:gd name="connsiteY7" fmla="*/ 453474 h 894474"/>
              <a:gd name="connsiteX8" fmla="*/ 782554 w 863512"/>
              <a:gd name="connsiteY8" fmla="*/ 404961 h 894474"/>
              <a:gd name="connsiteX9" fmla="*/ 790338 w 863512"/>
              <a:gd name="connsiteY9" fmla="*/ 364969 h 894474"/>
              <a:gd name="connsiteX10" fmla="*/ 743360 w 863512"/>
              <a:gd name="connsiteY10" fmla="*/ 289849 h 894474"/>
              <a:gd name="connsiteX11" fmla="*/ 739931 w 863512"/>
              <a:gd name="connsiteY11" fmla="*/ 286389 h 894474"/>
              <a:gd name="connsiteX12" fmla="*/ 737119 w 863512"/>
              <a:gd name="connsiteY12" fmla="*/ 283177 h 894474"/>
              <a:gd name="connsiteX13" fmla="*/ 716820 w 863512"/>
              <a:gd name="connsiteY13" fmla="*/ 267129 h 894474"/>
              <a:gd name="connsiteX14" fmla="*/ 713974 w 863512"/>
              <a:gd name="connsiteY14" fmla="*/ 269368 h 894474"/>
              <a:gd name="connsiteX15" fmla="*/ 715277 w 863512"/>
              <a:gd name="connsiteY15" fmla="*/ 274803 h 894474"/>
              <a:gd name="connsiteX16" fmla="*/ 715928 w 863512"/>
              <a:gd name="connsiteY16" fmla="*/ 275897 h 894474"/>
              <a:gd name="connsiteX17" fmla="*/ 716511 w 863512"/>
              <a:gd name="connsiteY17" fmla="*/ 277769 h 894474"/>
              <a:gd name="connsiteX18" fmla="*/ 720283 w 863512"/>
              <a:gd name="connsiteY18" fmla="*/ 299512 h 894474"/>
              <a:gd name="connsiteX19" fmla="*/ 707733 w 863512"/>
              <a:gd name="connsiteY19" fmla="*/ 341154 h 894474"/>
              <a:gd name="connsiteX20" fmla="*/ 699606 w 863512"/>
              <a:gd name="connsiteY20" fmla="*/ 362390 h 894474"/>
              <a:gd name="connsiteX21" fmla="*/ 692542 w 863512"/>
              <a:gd name="connsiteY21" fmla="*/ 380550 h 894474"/>
              <a:gd name="connsiteX22" fmla="*/ 681398 w 863512"/>
              <a:gd name="connsiteY22" fmla="*/ 432852 h 894474"/>
              <a:gd name="connsiteX23" fmla="*/ 706361 w 863512"/>
              <a:gd name="connsiteY23" fmla="*/ 496910 h 894474"/>
              <a:gd name="connsiteX24" fmla="*/ 731119 w 863512"/>
              <a:gd name="connsiteY24" fmla="*/ 561827 h 894474"/>
              <a:gd name="connsiteX25" fmla="*/ 731599 w 863512"/>
              <a:gd name="connsiteY25" fmla="*/ 612727 h 894474"/>
              <a:gd name="connsiteX26" fmla="*/ 740960 w 863512"/>
              <a:gd name="connsiteY26" fmla="*/ 688625 h 894474"/>
              <a:gd name="connsiteX27" fmla="*/ 561075 w 863512"/>
              <a:gd name="connsiteY27" fmla="*/ 524787 h 894474"/>
              <a:gd name="connsiteX28" fmla="*/ 562824 w 863512"/>
              <a:gd name="connsiteY28" fmla="*/ 523944 h 894474"/>
              <a:gd name="connsiteX29" fmla="*/ 611755 w 863512"/>
              <a:gd name="connsiteY29" fmla="*/ 469138 h 894474"/>
              <a:gd name="connsiteX30" fmla="*/ 608326 w 863512"/>
              <a:gd name="connsiteY30" fmla="*/ 413016 h 894474"/>
              <a:gd name="connsiteX31" fmla="*/ 602565 w 863512"/>
              <a:gd name="connsiteY31" fmla="*/ 372372 h 894474"/>
              <a:gd name="connsiteX32" fmla="*/ 618991 w 863512"/>
              <a:gd name="connsiteY32" fmla="*/ 328018 h 894474"/>
              <a:gd name="connsiteX33" fmla="*/ 633461 w 863512"/>
              <a:gd name="connsiteY33" fmla="*/ 256979 h 894474"/>
              <a:gd name="connsiteX34" fmla="*/ 601468 w 863512"/>
              <a:gd name="connsiteY34" fmla="*/ 209882 h 894474"/>
              <a:gd name="connsiteX35" fmla="*/ 571739 w 863512"/>
              <a:gd name="connsiteY35" fmla="*/ 167009 h 894474"/>
              <a:gd name="connsiteX36" fmla="*/ 563989 w 863512"/>
              <a:gd name="connsiteY36" fmla="*/ 111106 h 894474"/>
              <a:gd name="connsiteX37" fmla="*/ 566184 w 863512"/>
              <a:gd name="connsiteY37" fmla="*/ 105668 h 894474"/>
              <a:gd name="connsiteX38" fmla="*/ 567898 w 863512"/>
              <a:gd name="connsiteY38" fmla="*/ 93272 h 894474"/>
              <a:gd name="connsiteX39" fmla="*/ 565738 w 863512"/>
              <a:gd name="connsiteY39" fmla="*/ 91670 h 894474"/>
              <a:gd name="connsiteX40" fmla="*/ 538306 w 863512"/>
              <a:gd name="connsiteY40" fmla="*/ 108493 h 894474"/>
              <a:gd name="connsiteX41" fmla="*/ 489786 w 863512"/>
              <a:gd name="connsiteY41" fmla="*/ 182621 h 894474"/>
              <a:gd name="connsiteX42" fmla="*/ 508062 w 863512"/>
              <a:gd name="connsiteY42" fmla="*/ 223663 h 894474"/>
              <a:gd name="connsiteX43" fmla="*/ 524384 w 863512"/>
              <a:gd name="connsiteY43" fmla="*/ 254551 h 894474"/>
              <a:gd name="connsiteX44" fmla="*/ 516223 w 863512"/>
              <a:gd name="connsiteY44" fmla="*/ 323337 h 894474"/>
              <a:gd name="connsiteX45" fmla="*/ 506348 w 863512"/>
              <a:gd name="connsiteY45" fmla="*/ 372571 h 894474"/>
              <a:gd name="connsiteX46" fmla="*/ 531139 w 863512"/>
              <a:gd name="connsiteY46" fmla="*/ 422055 h 894474"/>
              <a:gd name="connsiteX47" fmla="*/ 549793 w 863512"/>
              <a:gd name="connsiteY47" fmla="*/ 449579 h 894474"/>
              <a:gd name="connsiteX48" fmla="*/ 550033 w 863512"/>
              <a:gd name="connsiteY48" fmla="*/ 491437 h 894474"/>
              <a:gd name="connsiteX49" fmla="*/ 548387 w 863512"/>
              <a:gd name="connsiteY49" fmla="*/ 513897 h 894474"/>
              <a:gd name="connsiteX50" fmla="*/ 483888 w 863512"/>
              <a:gd name="connsiteY50" fmla="*/ 459808 h 894474"/>
              <a:gd name="connsiteX51" fmla="*/ 481590 w 863512"/>
              <a:gd name="connsiteY51" fmla="*/ 457942 h 894474"/>
              <a:gd name="connsiteX52" fmla="*/ 433036 w 863512"/>
              <a:gd name="connsiteY52" fmla="*/ 418797 h 894474"/>
              <a:gd name="connsiteX53" fmla="*/ 432624 w 863512"/>
              <a:gd name="connsiteY53" fmla="*/ 417456 h 894474"/>
              <a:gd name="connsiteX54" fmla="*/ 430293 w 863512"/>
              <a:gd name="connsiteY54" fmla="*/ 413280 h 894474"/>
              <a:gd name="connsiteX55" fmla="*/ 429984 w 863512"/>
              <a:gd name="connsiteY55" fmla="*/ 412467 h 894474"/>
              <a:gd name="connsiteX56" fmla="*/ 429161 w 863512"/>
              <a:gd name="connsiteY56" fmla="*/ 411178 h 894474"/>
              <a:gd name="connsiteX57" fmla="*/ 399877 w 863512"/>
              <a:gd name="connsiteY57" fmla="*/ 324386 h 894474"/>
              <a:gd name="connsiteX58" fmla="*/ 399980 w 863512"/>
              <a:gd name="connsiteY58" fmla="*/ 312093 h 894474"/>
              <a:gd name="connsiteX59" fmla="*/ 375154 w 863512"/>
              <a:gd name="connsiteY59" fmla="*/ 179542 h 894474"/>
              <a:gd name="connsiteX60" fmla="*/ 288023 w 863512"/>
              <a:gd name="connsiteY60" fmla="*/ 107914 h 894474"/>
              <a:gd name="connsiteX61" fmla="*/ 252190 w 863512"/>
              <a:gd name="connsiteY61" fmla="*/ 89455 h 894474"/>
              <a:gd name="connsiteX62" fmla="*/ 207544 w 863512"/>
              <a:gd name="connsiteY62" fmla="*/ 31920 h 894474"/>
              <a:gd name="connsiteX63" fmla="*/ 204870 w 863512"/>
              <a:gd name="connsiteY63" fmla="*/ 16325 h 894474"/>
              <a:gd name="connsiteX64" fmla="*/ 205521 w 863512"/>
              <a:gd name="connsiteY64" fmla="*/ 12039 h 894474"/>
              <a:gd name="connsiteX65" fmla="*/ 208128 w 863512"/>
              <a:gd name="connsiteY65" fmla="*/ 4536 h 894474"/>
              <a:gd name="connsiteX66" fmla="*/ 206550 w 863512"/>
              <a:gd name="connsiteY66" fmla="*/ 353 h 894474"/>
              <a:gd name="connsiteX67" fmla="*/ 202264 w 863512"/>
              <a:gd name="connsiteY67" fmla="*/ 1590 h 894474"/>
              <a:gd name="connsiteX68" fmla="*/ 200412 w 863512"/>
              <a:gd name="connsiteY68" fmla="*/ 5345 h 894474"/>
              <a:gd name="connsiteX69" fmla="*/ 199109 w 863512"/>
              <a:gd name="connsiteY69" fmla="*/ 10640 h 894474"/>
              <a:gd name="connsiteX70" fmla="*/ 198526 w 863512"/>
              <a:gd name="connsiteY70" fmla="*/ 13537 h 894474"/>
              <a:gd name="connsiteX71" fmla="*/ 198355 w 863512"/>
              <a:gd name="connsiteY71" fmla="*/ 15687 h 894474"/>
              <a:gd name="connsiteX72" fmla="*/ 198218 w 863512"/>
              <a:gd name="connsiteY72" fmla="*/ 16733 h 894474"/>
              <a:gd name="connsiteX73" fmla="*/ 197189 w 863512"/>
              <a:gd name="connsiteY73" fmla="*/ 23372 h 894474"/>
              <a:gd name="connsiteX74" fmla="*/ 194034 w 863512"/>
              <a:gd name="connsiteY74" fmla="*/ 37955 h 894474"/>
              <a:gd name="connsiteX75" fmla="*/ 189988 w 863512"/>
              <a:gd name="connsiteY75" fmla="*/ 57096 h 894474"/>
              <a:gd name="connsiteX76" fmla="*/ 206585 w 863512"/>
              <a:gd name="connsiteY76" fmla="*/ 167242 h 894474"/>
              <a:gd name="connsiteX77" fmla="*/ 267518 w 863512"/>
              <a:gd name="connsiteY77" fmla="*/ 232715 h 894474"/>
              <a:gd name="connsiteX78" fmla="*/ 356123 w 863512"/>
              <a:gd name="connsiteY78" fmla="*/ 342869 h 894474"/>
              <a:gd name="connsiteX79" fmla="*/ 381841 w 863512"/>
              <a:gd name="connsiteY79" fmla="*/ 379086 h 894474"/>
              <a:gd name="connsiteX80" fmla="*/ 318541 w 863512"/>
              <a:gd name="connsiteY80" fmla="*/ 332777 h 894474"/>
              <a:gd name="connsiteX81" fmla="*/ 313981 w 863512"/>
              <a:gd name="connsiteY81" fmla="*/ 333579 h 894474"/>
              <a:gd name="connsiteX82" fmla="*/ 314769 w 863512"/>
              <a:gd name="connsiteY82" fmla="*/ 338154 h 894474"/>
              <a:gd name="connsiteX83" fmla="*/ 466503 w 863512"/>
              <a:gd name="connsiteY83" fmla="*/ 454099 h 894474"/>
              <a:gd name="connsiteX84" fmla="*/ 442465 w 863512"/>
              <a:gd name="connsiteY84" fmla="*/ 454342 h 894474"/>
              <a:gd name="connsiteX85" fmla="*/ 413182 w 863512"/>
              <a:gd name="connsiteY85" fmla="*/ 460723 h 894474"/>
              <a:gd name="connsiteX86" fmla="*/ 329446 w 863512"/>
              <a:gd name="connsiteY86" fmla="*/ 463374 h 894474"/>
              <a:gd name="connsiteX87" fmla="*/ 320565 w 863512"/>
              <a:gd name="connsiteY87" fmla="*/ 460874 h 894474"/>
              <a:gd name="connsiteX88" fmla="*/ 274136 w 863512"/>
              <a:gd name="connsiteY88" fmla="*/ 452216 h 894474"/>
              <a:gd name="connsiteX89" fmla="*/ 274101 w 863512"/>
              <a:gd name="connsiteY89" fmla="*/ 452216 h 894474"/>
              <a:gd name="connsiteX90" fmla="*/ 243378 w 863512"/>
              <a:gd name="connsiteY90" fmla="*/ 456070 h 894474"/>
              <a:gd name="connsiteX91" fmla="*/ 215946 w 863512"/>
              <a:gd name="connsiteY91" fmla="*/ 459815 h 894474"/>
              <a:gd name="connsiteX92" fmla="*/ 160841 w 863512"/>
              <a:gd name="connsiteY92" fmla="*/ 454692 h 894474"/>
              <a:gd name="connsiteX93" fmla="*/ 75014 w 863512"/>
              <a:gd name="connsiteY93" fmla="*/ 454222 h 894474"/>
              <a:gd name="connsiteX94" fmla="*/ 159 w 863512"/>
              <a:gd name="connsiteY94" fmla="*/ 492726 h 894474"/>
              <a:gd name="connsiteX95" fmla="*/ 947 w 863512"/>
              <a:gd name="connsiteY95" fmla="*/ 496289 h 894474"/>
              <a:gd name="connsiteX96" fmla="*/ 6297 w 863512"/>
              <a:gd name="connsiteY96" fmla="*/ 497324 h 894474"/>
              <a:gd name="connsiteX97" fmla="*/ 7462 w 863512"/>
              <a:gd name="connsiteY97" fmla="*/ 497139 h 894474"/>
              <a:gd name="connsiteX98" fmla="*/ 12194 w 863512"/>
              <a:gd name="connsiteY98" fmla="*/ 498192 h 894474"/>
              <a:gd name="connsiteX99" fmla="*/ 16892 w 863512"/>
              <a:gd name="connsiteY99" fmla="*/ 499248 h 894474"/>
              <a:gd name="connsiteX100" fmla="*/ 24059 w 863512"/>
              <a:gd name="connsiteY100" fmla="*/ 500407 h 894474"/>
              <a:gd name="connsiteX101" fmla="*/ 37603 w 863512"/>
              <a:gd name="connsiteY101" fmla="*/ 502996 h 894474"/>
              <a:gd name="connsiteX102" fmla="*/ 76214 w 863512"/>
              <a:gd name="connsiteY102" fmla="*/ 525250 h 894474"/>
              <a:gd name="connsiteX103" fmla="*/ 90890 w 863512"/>
              <a:gd name="connsiteY103" fmla="*/ 535572 h 894474"/>
              <a:gd name="connsiteX104" fmla="*/ 94182 w 863512"/>
              <a:gd name="connsiteY104" fmla="*/ 537722 h 894474"/>
              <a:gd name="connsiteX105" fmla="*/ 141536 w 863512"/>
              <a:gd name="connsiteY105" fmla="*/ 564385 h 894474"/>
              <a:gd name="connsiteX106" fmla="*/ 184639 w 863512"/>
              <a:gd name="connsiteY106" fmla="*/ 573318 h 894474"/>
              <a:gd name="connsiteX107" fmla="*/ 264706 w 863512"/>
              <a:gd name="connsiteY107" fmla="*/ 549675 h 894474"/>
              <a:gd name="connsiteX108" fmla="*/ 312952 w 863512"/>
              <a:gd name="connsiteY108" fmla="*/ 530277 h 894474"/>
              <a:gd name="connsiteX109" fmla="*/ 348271 w 863512"/>
              <a:gd name="connsiteY109" fmla="*/ 525223 h 894474"/>
              <a:gd name="connsiteX110" fmla="*/ 391785 w 863512"/>
              <a:gd name="connsiteY110" fmla="*/ 517652 h 894474"/>
              <a:gd name="connsiteX111" fmla="*/ 462148 w 863512"/>
              <a:gd name="connsiteY111" fmla="*/ 480481 h 894474"/>
              <a:gd name="connsiteX112" fmla="*/ 480047 w 863512"/>
              <a:gd name="connsiteY112" fmla="*/ 469567 h 894474"/>
              <a:gd name="connsiteX113" fmla="*/ 480047 w 863512"/>
              <a:gd name="connsiteY113" fmla="*/ 469567 h 894474"/>
              <a:gd name="connsiteX114" fmla="*/ 482825 w 863512"/>
              <a:gd name="connsiteY114" fmla="*/ 467461 h 894474"/>
              <a:gd name="connsiteX115" fmla="*/ 632089 w 863512"/>
              <a:gd name="connsiteY115" fmla="*/ 596128 h 894474"/>
              <a:gd name="connsiteX116" fmla="*/ 585901 w 863512"/>
              <a:gd name="connsiteY116" fmla="*/ 611555 h 894474"/>
              <a:gd name="connsiteX117" fmla="*/ 550547 w 863512"/>
              <a:gd name="connsiteY117" fmla="*/ 624571 h 894474"/>
              <a:gd name="connsiteX118" fmla="*/ 472366 w 863512"/>
              <a:gd name="connsiteY118" fmla="*/ 620961 h 894474"/>
              <a:gd name="connsiteX119" fmla="*/ 377760 w 863512"/>
              <a:gd name="connsiteY119" fmla="*/ 622353 h 894474"/>
              <a:gd name="connsiteX120" fmla="*/ 314427 w 863512"/>
              <a:gd name="connsiteY120" fmla="*/ 678307 h 894474"/>
              <a:gd name="connsiteX121" fmla="*/ 277256 w 863512"/>
              <a:gd name="connsiteY121" fmla="*/ 718330 h 894474"/>
              <a:gd name="connsiteX122" fmla="*/ 235800 w 863512"/>
              <a:gd name="connsiteY122" fmla="*/ 742165 h 894474"/>
              <a:gd name="connsiteX123" fmla="*/ 229421 w 863512"/>
              <a:gd name="connsiteY123" fmla="*/ 742724 h 894474"/>
              <a:gd name="connsiteX124" fmla="*/ 200653 w 863512"/>
              <a:gd name="connsiteY124" fmla="*/ 749404 h 894474"/>
              <a:gd name="connsiteX125" fmla="*/ 207339 w 863512"/>
              <a:gd name="connsiteY125" fmla="*/ 768291 h 894474"/>
              <a:gd name="connsiteX126" fmla="*/ 288503 w 863512"/>
              <a:gd name="connsiteY126" fmla="*/ 789139 h 894474"/>
              <a:gd name="connsiteX127" fmla="*/ 302528 w 863512"/>
              <a:gd name="connsiteY127" fmla="*/ 788303 h 894474"/>
              <a:gd name="connsiteX128" fmla="*/ 383212 w 863512"/>
              <a:gd name="connsiteY128" fmla="*/ 759077 h 894474"/>
              <a:gd name="connsiteX129" fmla="*/ 409890 w 863512"/>
              <a:gd name="connsiteY129" fmla="*/ 733075 h 894474"/>
              <a:gd name="connsiteX130" fmla="*/ 458513 w 863512"/>
              <a:gd name="connsiteY130" fmla="*/ 695020 h 894474"/>
              <a:gd name="connsiteX131" fmla="*/ 491089 w 863512"/>
              <a:gd name="connsiteY131" fmla="*/ 689636 h 894474"/>
              <a:gd name="connsiteX132" fmla="*/ 535220 w 863512"/>
              <a:gd name="connsiteY132" fmla="*/ 679329 h 894474"/>
              <a:gd name="connsiteX133" fmla="*/ 579694 w 863512"/>
              <a:gd name="connsiteY133" fmla="*/ 639604 h 894474"/>
              <a:gd name="connsiteX134" fmla="*/ 606337 w 863512"/>
              <a:gd name="connsiteY134" fmla="*/ 612340 h 894474"/>
              <a:gd name="connsiteX135" fmla="*/ 631540 w 863512"/>
              <a:gd name="connsiteY135" fmla="*/ 603747 h 894474"/>
              <a:gd name="connsiteX136" fmla="*/ 638124 w 863512"/>
              <a:gd name="connsiteY136" fmla="*/ 601614 h 894474"/>
              <a:gd name="connsiteX137" fmla="*/ 753441 w 863512"/>
              <a:gd name="connsiteY137" fmla="*/ 709902 h 894474"/>
              <a:gd name="connsiteX138" fmla="*/ 753853 w 863512"/>
              <a:gd name="connsiteY138" fmla="*/ 710499 h 894474"/>
              <a:gd name="connsiteX139" fmla="*/ 755019 w 863512"/>
              <a:gd name="connsiteY139" fmla="*/ 711445 h 894474"/>
              <a:gd name="connsiteX140" fmla="*/ 823805 w 863512"/>
              <a:gd name="connsiteY140" fmla="*/ 780663 h 894474"/>
              <a:gd name="connsiteX141" fmla="*/ 789995 w 863512"/>
              <a:gd name="connsiteY141" fmla="*/ 780790 h 894474"/>
              <a:gd name="connsiteX142" fmla="*/ 724055 w 863512"/>
              <a:gd name="connsiteY142" fmla="*/ 779747 h 894474"/>
              <a:gd name="connsiteX143" fmla="*/ 685067 w 863512"/>
              <a:gd name="connsiteY143" fmla="*/ 769724 h 894474"/>
              <a:gd name="connsiteX144" fmla="*/ 630237 w 863512"/>
              <a:gd name="connsiteY144" fmla="*/ 759451 h 894474"/>
              <a:gd name="connsiteX145" fmla="*/ 570710 w 863512"/>
              <a:gd name="connsiteY145" fmla="*/ 781397 h 894474"/>
              <a:gd name="connsiteX146" fmla="*/ 520269 w 863512"/>
              <a:gd name="connsiteY146" fmla="*/ 801576 h 894474"/>
              <a:gd name="connsiteX147" fmla="*/ 482345 w 863512"/>
              <a:gd name="connsiteY147" fmla="*/ 802859 h 894474"/>
              <a:gd name="connsiteX148" fmla="*/ 401626 w 863512"/>
              <a:gd name="connsiteY148" fmla="*/ 825884 h 894474"/>
              <a:gd name="connsiteX149" fmla="*/ 395145 w 863512"/>
              <a:gd name="connsiteY149" fmla="*/ 838688 h 894474"/>
              <a:gd name="connsiteX150" fmla="*/ 398265 w 863512"/>
              <a:gd name="connsiteY150" fmla="*/ 842985 h 894474"/>
              <a:gd name="connsiteX151" fmla="*/ 418360 w 863512"/>
              <a:gd name="connsiteY151" fmla="*/ 845200 h 894474"/>
              <a:gd name="connsiteX152" fmla="*/ 448123 w 863512"/>
              <a:gd name="connsiteY152" fmla="*/ 849116 h 894474"/>
              <a:gd name="connsiteX153" fmla="*/ 471303 w 863512"/>
              <a:gd name="connsiteY153" fmla="*/ 862122 h 894474"/>
              <a:gd name="connsiteX154" fmla="*/ 556171 w 863512"/>
              <a:gd name="connsiteY154" fmla="*/ 894475 h 894474"/>
              <a:gd name="connsiteX155" fmla="*/ 556205 w 863512"/>
              <a:gd name="connsiteY155" fmla="*/ 894475 h 894474"/>
              <a:gd name="connsiteX156" fmla="*/ 634695 w 863512"/>
              <a:gd name="connsiteY156" fmla="*/ 863566 h 894474"/>
              <a:gd name="connsiteX157" fmla="*/ 663122 w 863512"/>
              <a:gd name="connsiteY157" fmla="*/ 847137 h 894474"/>
              <a:gd name="connsiteX158" fmla="*/ 706978 w 863512"/>
              <a:gd name="connsiteY158" fmla="*/ 839693 h 894474"/>
              <a:gd name="connsiteX159" fmla="*/ 747235 w 863512"/>
              <a:gd name="connsiteY159" fmla="*/ 834327 h 894474"/>
              <a:gd name="connsiteX160" fmla="*/ 775730 w 863512"/>
              <a:gd name="connsiteY160" fmla="*/ 815477 h 894474"/>
              <a:gd name="connsiteX161" fmla="*/ 790852 w 863512"/>
              <a:gd name="connsiteY161" fmla="*/ 803603 h 894474"/>
              <a:gd name="connsiteX162" fmla="*/ 820032 w 863512"/>
              <a:gd name="connsiteY162" fmla="*/ 791975 h 894474"/>
              <a:gd name="connsiteX163" fmla="*/ 830937 w 863512"/>
              <a:gd name="connsiteY163" fmla="*/ 788121 h 894474"/>
              <a:gd name="connsiteX164" fmla="*/ 863512 w 863512"/>
              <a:gd name="connsiteY164" fmla="*/ 822833 h 894474"/>
              <a:gd name="connsiteX165" fmla="*/ 863512 w 863512"/>
              <a:gd name="connsiteY165" fmla="*/ 813132 h 894474"/>
              <a:gd name="connsiteX166" fmla="*/ 236177 w 863512"/>
              <a:gd name="connsiteY166" fmla="*/ 135321 h 894474"/>
              <a:gd name="connsiteX167" fmla="*/ 279794 w 863512"/>
              <a:gd name="connsiteY167" fmla="*/ 171600 h 894474"/>
              <a:gd name="connsiteX168" fmla="*/ 330817 w 863512"/>
              <a:gd name="connsiteY168" fmla="*/ 209539 h 894474"/>
              <a:gd name="connsiteX169" fmla="*/ 361438 w 863512"/>
              <a:gd name="connsiteY169" fmla="*/ 283317 h 894474"/>
              <a:gd name="connsiteX170" fmla="*/ 403683 w 863512"/>
              <a:gd name="connsiteY170" fmla="*/ 389575 h 894474"/>
              <a:gd name="connsiteX171" fmla="*/ 362227 w 863512"/>
              <a:gd name="connsiteY171" fmla="*/ 340434 h 894474"/>
              <a:gd name="connsiteX172" fmla="*/ 271598 w 863512"/>
              <a:gd name="connsiteY172" fmla="*/ 227568 h 894474"/>
              <a:gd name="connsiteX173" fmla="*/ 212482 w 863512"/>
              <a:gd name="connsiteY173" fmla="*/ 164331 h 894474"/>
              <a:gd name="connsiteX174" fmla="*/ 196400 w 863512"/>
              <a:gd name="connsiteY174" fmla="*/ 58358 h 894474"/>
              <a:gd name="connsiteX175" fmla="*/ 200447 w 863512"/>
              <a:gd name="connsiteY175" fmla="*/ 39375 h 894474"/>
              <a:gd name="connsiteX176" fmla="*/ 201510 w 863512"/>
              <a:gd name="connsiteY176" fmla="*/ 34547 h 894474"/>
              <a:gd name="connsiteX177" fmla="*/ 248041 w 863512"/>
              <a:gd name="connsiteY177" fmla="*/ 94540 h 894474"/>
              <a:gd name="connsiteX178" fmla="*/ 285520 w 863512"/>
              <a:gd name="connsiteY178" fmla="*/ 113990 h 894474"/>
              <a:gd name="connsiteX179" fmla="*/ 369256 w 863512"/>
              <a:gd name="connsiteY179" fmla="*/ 182415 h 894474"/>
              <a:gd name="connsiteX180" fmla="*/ 393431 w 863512"/>
              <a:gd name="connsiteY180" fmla="*/ 311929 h 894474"/>
              <a:gd name="connsiteX181" fmla="*/ 393294 w 863512"/>
              <a:gd name="connsiteY181" fmla="*/ 324606 h 894474"/>
              <a:gd name="connsiteX182" fmla="*/ 409924 w 863512"/>
              <a:gd name="connsiteY182" fmla="*/ 387027 h 894474"/>
              <a:gd name="connsiteX183" fmla="*/ 367885 w 863512"/>
              <a:gd name="connsiteY183" fmla="*/ 282069 h 894474"/>
              <a:gd name="connsiteX184" fmla="*/ 335618 w 863512"/>
              <a:gd name="connsiteY184" fmla="*/ 205050 h 894474"/>
              <a:gd name="connsiteX185" fmla="*/ 283154 w 863512"/>
              <a:gd name="connsiteY185" fmla="*/ 165956 h 894474"/>
              <a:gd name="connsiteX186" fmla="*/ 241869 w 863512"/>
              <a:gd name="connsiteY186" fmla="*/ 132081 h 894474"/>
              <a:gd name="connsiteX187" fmla="*/ 237411 w 863512"/>
              <a:gd name="connsiteY187" fmla="*/ 130843 h 894474"/>
              <a:gd name="connsiteX188" fmla="*/ 236177 w 863512"/>
              <a:gd name="connsiteY188" fmla="*/ 135321 h 894474"/>
              <a:gd name="connsiteX189" fmla="*/ 458685 w 863512"/>
              <a:gd name="connsiteY189" fmla="*/ 474882 h 894474"/>
              <a:gd name="connsiteX190" fmla="*/ 389453 w 863512"/>
              <a:gd name="connsiteY190" fmla="*/ 511517 h 894474"/>
              <a:gd name="connsiteX191" fmla="*/ 347791 w 863512"/>
              <a:gd name="connsiteY191" fmla="*/ 518667 h 894474"/>
              <a:gd name="connsiteX192" fmla="*/ 311100 w 863512"/>
              <a:gd name="connsiteY192" fmla="*/ 523975 h 894474"/>
              <a:gd name="connsiteX193" fmla="*/ 261963 w 863512"/>
              <a:gd name="connsiteY193" fmla="*/ 543702 h 894474"/>
              <a:gd name="connsiteX194" fmla="*/ 144040 w 863512"/>
              <a:gd name="connsiteY194" fmla="*/ 558309 h 894474"/>
              <a:gd name="connsiteX195" fmla="*/ 97783 w 863512"/>
              <a:gd name="connsiteY195" fmla="*/ 532208 h 894474"/>
              <a:gd name="connsiteX196" fmla="*/ 94456 w 863512"/>
              <a:gd name="connsiteY196" fmla="*/ 530054 h 894474"/>
              <a:gd name="connsiteX197" fmla="*/ 80123 w 863512"/>
              <a:gd name="connsiteY197" fmla="*/ 519946 h 894474"/>
              <a:gd name="connsiteX198" fmla="*/ 39352 w 863512"/>
              <a:gd name="connsiteY198" fmla="*/ 496656 h 894474"/>
              <a:gd name="connsiteX199" fmla="*/ 25053 w 863512"/>
              <a:gd name="connsiteY199" fmla="*/ 493909 h 894474"/>
              <a:gd name="connsiteX200" fmla="*/ 18092 w 863512"/>
              <a:gd name="connsiteY200" fmla="*/ 492781 h 894474"/>
              <a:gd name="connsiteX201" fmla="*/ 13772 w 863512"/>
              <a:gd name="connsiteY201" fmla="*/ 491807 h 894474"/>
              <a:gd name="connsiteX202" fmla="*/ 11714 w 863512"/>
              <a:gd name="connsiteY202" fmla="*/ 491310 h 894474"/>
              <a:gd name="connsiteX203" fmla="*/ 76797 w 863512"/>
              <a:gd name="connsiteY203" fmla="*/ 460542 h 894474"/>
              <a:gd name="connsiteX204" fmla="*/ 159847 w 863512"/>
              <a:gd name="connsiteY204" fmla="*/ 461173 h 894474"/>
              <a:gd name="connsiteX205" fmla="*/ 216151 w 863512"/>
              <a:gd name="connsiteY205" fmla="*/ 466374 h 894474"/>
              <a:gd name="connsiteX206" fmla="*/ 244578 w 863512"/>
              <a:gd name="connsiteY206" fmla="*/ 462517 h 894474"/>
              <a:gd name="connsiteX207" fmla="*/ 274101 w 863512"/>
              <a:gd name="connsiteY207" fmla="*/ 458776 h 894474"/>
              <a:gd name="connsiteX208" fmla="*/ 274136 w 863512"/>
              <a:gd name="connsiteY208" fmla="*/ 458776 h 894474"/>
              <a:gd name="connsiteX209" fmla="*/ 318781 w 863512"/>
              <a:gd name="connsiteY209" fmla="*/ 467184 h 894474"/>
              <a:gd name="connsiteX210" fmla="*/ 327731 w 863512"/>
              <a:gd name="connsiteY210" fmla="*/ 469704 h 894474"/>
              <a:gd name="connsiteX211" fmla="*/ 414690 w 863512"/>
              <a:gd name="connsiteY211" fmla="*/ 467105 h 894474"/>
              <a:gd name="connsiteX212" fmla="*/ 443631 w 863512"/>
              <a:gd name="connsiteY212" fmla="*/ 460795 h 894474"/>
              <a:gd name="connsiteX213" fmla="*/ 469143 w 863512"/>
              <a:gd name="connsiteY213" fmla="*/ 460984 h 894474"/>
              <a:gd name="connsiteX214" fmla="*/ 361232 w 863512"/>
              <a:gd name="connsiteY214" fmla="*/ 489345 h 894474"/>
              <a:gd name="connsiteX215" fmla="*/ 337195 w 863512"/>
              <a:gd name="connsiteY215" fmla="*/ 488303 h 894474"/>
              <a:gd name="connsiteX216" fmla="*/ 307397 w 863512"/>
              <a:gd name="connsiteY216" fmla="*/ 487638 h 894474"/>
              <a:gd name="connsiteX217" fmla="*/ 273862 w 863512"/>
              <a:gd name="connsiteY217" fmla="*/ 495593 h 894474"/>
              <a:gd name="connsiteX218" fmla="*/ 229216 w 863512"/>
              <a:gd name="connsiteY218" fmla="*/ 503963 h 894474"/>
              <a:gd name="connsiteX219" fmla="*/ 193623 w 863512"/>
              <a:gd name="connsiteY219" fmla="*/ 497170 h 894474"/>
              <a:gd name="connsiteX220" fmla="*/ 134473 w 863512"/>
              <a:gd name="connsiteY220" fmla="*/ 492904 h 894474"/>
              <a:gd name="connsiteX221" fmla="*/ 132312 w 863512"/>
              <a:gd name="connsiteY221" fmla="*/ 497012 h 894474"/>
              <a:gd name="connsiteX222" fmla="*/ 136427 w 863512"/>
              <a:gd name="connsiteY222" fmla="*/ 499176 h 894474"/>
              <a:gd name="connsiteX223" fmla="*/ 191908 w 863512"/>
              <a:gd name="connsiteY223" fmla="*/ 503510 h 894474"/>
              <a:gd name="connsiteX224" fmla="*/ 229010 w 863512"/>
              <a:gd name="connsiteY224" fmla="*/ 510523 h 894474"/>
              <a:gd name="connsiteX225" fmla="*/ 231547 w 863512"/>
              <a:gd name="connsiteY225" fmla="*/ 510564 h 894474"/>
              <a:gd name="connsiteX226" fmla="*/ 275747 w 863512"/>
              <a:gd name="connsiteY226" fmla="*/ 501878 h 894474"/>
              <a:gd name="connsiteX227" fmla="*/ 308152 w 863512"/>
              <a:gd name="connsiteY227" fmla="*/ 494160 h 894474"/>
              <a:gd name="connsiteX228" fmla="*/ 336612 w 863512"/>
              <a:gd name="connsiteY228" fmla="*/ 494835 h 894474"/>
              <a:gd name="connsiteX229" fmla="*/ 361575 w 863512"/>
              <a:gd name="connsiteY229" fmla="*/ 495898 h 894474"/>
              <a:gd name="connsiteX230" fmla="*/ 470412 w 863512"/>
              <a:gd name="connsiteY230" fmla="*/ 467705 h 894474"/>
              <a:gd name="connsiteX231" fmla="*/ 458685 w 863512"/>
              <a:gd name="connsiteY231" fmla="*/ 474882 h 894474"/>
              <a:gd name="connsiteX232" fmla="*/ 568070 w 863512"/>
              <a:gd name="connsiteY232" fmla="*/ 442392 h 894474"/>
              <a:gd name="connsiteX233" fmla="*/ 558469 w 863512"/>
              <a:gd name="connsiteY233" fmla="*/ 412378 h 894474"/>
              <a:gd name="connsiteX234" fmla="*/ 548662 w 863512"/>
              <a:gd name="connsiteY234" fmla="*/ 365051 h 894474"/>
              <a:gd name="connsiteX235" fmla="*/ 559531 w 863512"/>
              <a:gd name="connsiteY235" fmla="*/ 334217 h 894474"/>
              <a:gd name="connsiteX236" fmla="*/ 567350 w 863512"/>
              <a:gd name="connsiteY236" fmla="*/ 276003 h 894474"/>
              <a:gd name="connsiteX237" fmla="*/ 562926 w 863512"/>
              <a:gd name="connsiteY237" fmla="*/ 274594 h 894474"/>
              <a:gd name="connsiteX238" fmla="*/ 561520 w 863512"/>
              <a:gd name="connsiteY238" fmla="*/ 279021 h 894474"/>
              <a:gd name="connsiteX239" fmla="*/ 553599 w 863512"/>
              <a:gd name="connsiteY239" fmla="*/ 331443 h 894474"/>
              <a:gd name="connsiteX240" fmla="*/ 542112 w 863512"/>
              <a:gd name="connsiteY240" fmla="*/ 364324 h 894474"/>
              <a:gd name="connsiteX241" fmla="*/ 552365 w 863512"/>
              <a:gd name="connsiteY241" fmla="*/ 414764 h 894474"/>
              <a:gd name="connsiteX242" fmla="*/ 561623 w 863512"/>
              <a:gd name="connsiteY242" fmla="*/ 443637 h 894474"/>
              <a:gd name="connsiteX243" fmla="*/ 554902 w 863512"/>
              <a:gd name="connsiteY243" fmla="*/ 512453 h 894474"/>
              <a:gd name="connsiteX244" fmla="*/ 556548 w 863512"/>
              <a:gd name="connsiteY244" fmla="*/ 492198 h 894474"/>
              <a:gd name="connsiteX245" fmla="*/ 555863 w 863512"/>
              <a:gd name="connsiteY245" fmla="*/ 447055 h 894474"/>
              <a:gd name="connsiteX246" fmla="*/ 536249 w 863512"/>
              <a:gd name="connsiteY246" fmla="*/ 417947 h 894474"/>
              <a:gd name="connsiteX247" fmla="*/ 512897 w 863512"/>
              <a:gd name="connsiteY247" fmla="*/ 372787 h 894474"/>
              <a:gd name="connsiteX248" fmla="*/ 522533 w 863512"/>
              <a:gd name="connsiteY248" fmla="*/ 325127 h 894474"/>
              <a:gd name="connsiteX249" fmla="*/ 530796 w 863512"/>
              <a:gd name="connsiteY249" fmla="*/ 253115 h 894474"/>
              <a:gd name="connsiteX250" fmla="*/ 513446 w 863512"/>
              <a:gd name="connsiteY250" fmla="*/ 219929 h 894474"/>
              <a:gd name="connsiteX251" fmla="*/ 496369 w 863512"/>
              <a:gd name="connsiteY251" fmla="*/ 182457 h 894474"/>
              <a:gd name="connsiteX252" fmla="*/ 542147 w 863512"/>
              <a:gd name="connsiteY252" fmla="*/ 113825 h 894474"/>
              <a:gd name="connsiteX253" fmla="*/ 561280 w 863512"/>
              <a:gd name="connsiteY253" fmla="*/ 100870 h 894474"/>
              <a:gd name="connsiteX254" fmla="*/ 560389 w 863512"/>
              <a:gd name="connsiteY254" fmla="*/ 102581 h 894474"/>
              <a:gd name="connsiteX255" fmla="*/ 557440 w 863512"/>
              <a:gd name="connsiteY255" fmla="*/ 110557 h 894474"/>
              <a:gd name="connsiteX256" fmla="*/ 565704 w 863512"/>
              <a:gd name="connsiteY256" fmla="*/ 169611 h 894474"/>
              <a:gd name="connsiteX257" fmla="*/ 596462 w 863512"/>
              <a:gd name="connsiteY257" fmla="*/ 214134 h 894474"/>
              <a:gd name="connsiteX258" fmla="*/ 627357 w 863512"/>
              <a:gd name="connsiteY258" fmla="*/ 259448 h 894474"/>
              <a:gd name="connsiteX259" fmla="*/ 613161 w 863512"/>
              <a:gd name="connsiteY259" fmla="*/ 325021 h 894474"/>
              <a:gd name="connsiteX260" fmla="*/ 596016 w 863512"/>
              <a:gd name="connsiteY260" fmla="*/ 371909 h 894474"/>
              <a:gd name="connsiteX261" fmla="*/ 601948 w 863512"/>
              <a:gd name="connsiteY261" fmla="*/ 414552 h 894474"/>
              <a:gd name="connsiteX262" fmla="*/ 605480 w 863512"/>
              <a:gd name="connsiteY262" fmla="*/ 467184 h 894474"/>
              <a:gd name="connsiteX263" fmla="*/ 560046 w 863512"/>
              <a:gd name="connsiteY263" fmla="*/ 517967 h 894474"/>
              <a:gd name="connsiteX264" fmla="*/ 568070 w 863512"/>
              <a:gd name="connsiteY264" fmla="*/ 442392 h 894474"/>
              <a:gd name="connsiteX265" fmla="*/ 574825 w 863512"/>
              <a:gd name="connsiteY265" fmla="*/ 635235 h 894474"/>
              <a:gd name="connsiteX266" fmla="*/ 531963 w 863512"/>
              <a:gd name="connsiteY266" fmla="*/ 673623 h 894474"/>
              <a:gd name="connsiteX267" fmla="*/ 490609 w 863512"/>
              <a:gd name="connsiteY267" fmla="*/ 683084 h 894474"/>
              <a:gd name="connsiteX268" fmla="*/ 456284 w 863512"/>
              <a:gd name="connsiteY268" fmla="*/ 688834 h 894474"/>
              <a:gd name="connsiteX269" fmla="*/ 405055 w 863512"/>
              <a:gd name="connsiteY269" fmla="*/ 728631 h 894474"/>
              <a:gd name="connsiteX270" fmla="*/ 379200 w 863512"/>
              <a:gd name="connsiteY270" fmla="*/ 753889 h 894474"/>
              <a:gd name="connsiteX271" fmla="*/ 301465 w 863512"/>
              <a:gd name="connsiteY271" fmla="*/ 781818 h 894474"/>
              <a:gd name="connsiteX272" fmla="*/ 211968 w 863512"/>
              <a:gd name="connsiteY272" fmla="*/ 763624 h 894474"/>
              <a:gd name="connsiteX273" fmla="*/ 206996 w 863512"/>
              <a:gd name="connsiteY273" fmla="*/ 751873 h 894474"/>
              <a:gd name="connsiteX274" fmla="*/ 229936 w 863512"/>
              <a:gd name="connsiteY274" fmla="*/ 749267 h 894474"/>
              <a:gd name="connsiteX275" fmla="*/ 237000 w 863512"/>
              <a:gd name="connsiteY275" fmla="*/ 748619 h 894474"/>
              <a:gd name="connsiteX276" fmla="*/ 281440 w 863512"/>
              <a:gd name="connsiteY276" fmla="*/ 723388 h 894474"/>
              <a:gd name="connsiteX277" fmla="*/ 319536 w 863512"/>
              <a:gd name="connsiteY277" fmla="*/ 682442 h 894474"/>
              <a:gd name="connsiteX278" fmla="*/ 380400 w 863512"/>
              <a:gd name="connsiteY278" fmla="*/ 628364 h 894474"/>
              <a:gd name="connsiteX279" fmla="*/ 471200 w 863512"/>
              <a:gd name="connsiteY279" fmla="*/ 627421 h 894474"/>
              <a:gd name="connsiteX280" fmla="*/ 534123 w 863512"/>
              <a:gd name="connsiteY280" fmla="*/ 633665 h 894474"/>
              <a:gd name="connsiteX281" fmla="*/ 482619 w 863512"/>
              <a:gd name="connsiteY281" fmla="*/ 638178 h 894474"/>
              <a:gd name="connsiteX282" fmla="*/ 471921 w 863512"/>
              <a:gd name="connsiteY282" fmla="*/ 637595 h 894474"/>
              <a:gd name="connsiteX283" fmla="*/ 436670 w 863512"/>
              <a:gd name="connsiteY283" fmla="*/ 640660 h 894474"/>
              <a:gd name="connsiteX284" fmla="*/ 402964 w 863512"/>
              <a:gd name="connsiteY284" fmla="*/ 669429 h 894474"/>
              <a:gd name="connsiteX285" fmla="*/ 389076 w 863512"/>
              <a:gd name="connsiteY285" fmla="*/ 685388 h 894474"/>
              <a:gd name="connsiteX286" fmla="*/ 359964 w 863512"/>
              <a:gd name="connsiteY286" fmla="*/ 703675 h 894474"/>
              <a:gd name="connsiteX287" fmla="*/ 346179 w 863512"/>
              <a:gd name="connsiteY287" fmla="*/ 711030 h 894474"/>
              <a:gd name="connsiteX288" fmla="*/ 345013 w 863512"/>
              <a:gd name="connsiteY288" fmla="*/ 715525 h 894474"/>
              <a:gd name="connsiteX289" fmla="*/ 347825 w 863512"/>
              <a:gd name="connsiteY289" fmla="*/ 717144 h 894474"/>
              <a:gd name="connsiteX290" fmla="*/ 349505 w 863512"/>
              <a:gd name="connsiteY290" fmla="*/ 716691 h 894474"/>
              <a:gd name="connsiteX291" fmla="*/ 362947 w 863512"/>
              <a:gd name="connsiteY291" fmla="*/ 709525 h 894474"/>
              <a:gd name="connsiteX292" fmla="*/ 393671 w 863512"/>
              <a:gd name="connsiteY292" fmla="*/ 690069 h 894474"/>
              <a:gd name="connsiteX293" fmla="*/ 408107 w 863512"/>
              <a:gd name="connsiteY293" fmla="*/ 673513 h 894474"/>
              <a:gd name="connsiteX294" fmla="*/ 439277 w 863512"/>
              <a:gd name="connsiteY294" fmla="*/ 646688 h 894474"/>
              <a:gd name="connsiteX295" fmla="*/ 471441 w 863512"/>
              <a:gd name="connsiteY295" fmla="*/ 644141 h 894474"/>
              <a:gd name="connsiteX296" fmla="*/ 482482 w 863512"/>
              <a:gd name="connsiteY296" fmla="*/ 644741 h 894474"/>
              <a:gd name="connsiteX297" fmla="*/ 583089 w 863512"/>
              <a:gd name="connsiteY297" fmla="*/ 626029 h 894474"/>
              <a:gd name="connsiteX298" fmla="*/ 574825 w 863512"/>
              <a:gd name="connsiteY298" fmla="*/ 635235 h 894474"/>
              <a:gd name="connsiteX299" fmla="*/ 766883 w 863512"/>
              <a:gd name="connsiteY299" fmla="*/ 713859 h 894474"/>
              <a:gd name="connsiteX300" fmla="*/ 767123 w 863512"/>
              <a:gd name="connsiteY300" fmla="*/ 710934 h 894474"/>
              <a:gd name="connsiteX301" fmla="*/ 752858 w 863512"/>
              <a:gd name="connsiteY301" fmla="*/ 613561 h 894474"/>
              <a:gd name="connsiteX302" fmla="*/ 755979 w 863512"/>
              <a:gd name="connsiteY302" fmla="*/ 593844 h 894474"/>
              <a:gd name="connsiteX303" fmla="*/ 754539 w 863512"/>
              <a:gd name="connsiteY303" fmla="*/ 512669 h 894474"/>
              <a:gd name="connsiteX304" fmla="*/ 748984 w 863512"/>
              <a:gd name="connsiteY304" fmla="*/ 500284 h 894474"/>
              <a:gd name="connsiteX305" fmla="*/ 730878 w 863512"/>
              <a:gd name="connsiteY305" fmla="*/ 411730 h 894474"/>
              <a:gd name="connsiteX306" fmla="*/ 730021 w 863512"/>
              <a:gd name="connsiteY306" fmla="*/ 407162 h 894474"/>
              <a:gd name="connsiteX307" fmla="*/ 725461 w 863512"/>
              <a:gd name="connsiteY307" fmla="*/ 407996 h 894474"/>
              <a:gd name="connsiteX308" fmla="*/ 742983 w 863512"/>
              <a:gd name="connsiteY308" fmla="*/ 503023 h 894474"/>
              <a:gd name="connsiteX309" fmla="*/ 748504 w 863512"/>
              <a:gd name="connsiteY309" fmla="*/ 515244 h 894474"/>
              <a:gd name="connsiteX310" fmla="*/ 749498 w 863512"/>
              <a:gd name="connsiteY310" fmla="*/ 592747 h 894474"/>
              <a:gd name="connsiteX311" fmla="*/ 746343 w 863512"/>
              <a:gd name="connsiteY311" fmla="*/ 612710 h 894474"/>
              <a:gd name="connsiteX312" fmla="*/ 757282 w 863512"/>
              <a:gd name="connsiteY312" fmla="*/ 703860 h 894474"/>
              <a:gd name="connsiteX313" fmla="*/ 738182 w 863512"/>
              <a:gd name="connsiteY313" fmla="*/ 613077 h 894474"/>
              <a:gd name="connsiteX314" fmla="*/ 737634 w 863512"/>
              <a:gd name="connsiteY314" fmla="*/ 561049 h 894474"/>
              <a:gd name="connsiteX315" fmla="*/ 712191 w 863512"/>
              <a:gd name="connsiteY315" fmla="*/ 493865 h 894474"/>
              <a:gd name="connsiteX316" fmla="*/ 687879 w 863512"/>
              <a:gd name="connsiteY316" fmla="*/ 431896 h 894474"/>
              <a:gd name="connsiteX317" fmla="*/ 698612 w 863512"/>
              <a:gd name="connsiteY317" fmla="*/ 383094 h 894474"/>
              <a:gd name="connsiteX318" fmla="*/ 705847 w 863512"/>
              <a:gd name="connsiteY318" fmla="*/ 364440 h 894474"/>
              <a:gd name="connsiteX319" fmla="*/ 713802 w 863512"/>
              <a:gd name="connsiteY319" fmla="*/ 343654 h 894474"/>
              <a:gd name="connsiteX320" fmla="*/ 726832 w 863512"/>
              <a:gd name="connsiteY320" fmla="*/ 300226 h 894474"/>
              <a:gd name="connsiteX321" fmla="*/ 723403 w 863512"/>
              <a:gd name="connsiteY321" fmla="*/ 277886 h 894474"/>
              <a:gd name="connsiteX322" fmla="*/ 732148 w 863512"/>
              <a:gd name="connsiteY322" fmla="*/ 287459 h 894474"/>
              <a:gd name="connsiteX323" fmla="*/ 735233 w 863512"/>
              <a:gd name="connsiteY323" fmla="*/ 290988 h 894474"/>
              <a:gd name="connsiteX324" fmla="*/ 738662 w 863512"/>
              <a:gd name="connsiteY324" fmla="*/ 294465 h 894474"/>
              <a:gd name="connsiteX325" fmla="*/ 783754 w 863512"/>
              <a:gd name="connsiteY325" fmla="*/ 364807 h 894474"/>
              <a:gd name="connsiteX326" fmla="*/ 776244 w 863512"/>
              <a:gd name="connsiteY326" fmla="*/ 403168 h 894474"/>
              <a:gd name="connsiteX327" fmla="*/ 769043 w 863512"/>
              <a:gd name="connsiteY327" fmla="*/ 454301 h 894474"/>
              <a:gd name="connsiteX328" fmla="*/ 780119 w 863512"/>
              <a:gd name="connsiteY328" fmla="*/ 491893 h 894474"/>
              <a:gd name="connsiteX329" fmla="*/ 790920 w 863512"/>
              <a:gd name="connsiteY329" fmla="*/ 543633 h 894474"/>
              <a:gd name="connsiteX330" fmla="*/ 776279 w 863512"/>
              <a:gd name="connsiteY330" fmla="*/ 586204 h 894474"/>
              <a:gd name="connsiteX331" fmla="*/ 771924 w 863512"/>
              <a:gd name="connsiteY331" fmla="*/ 596001 h 894474"/>
              <a:gd name="connsiteX332" fmla="*/ 769935 w 863512"/>
              <a:gd name="connsiteY332" fmla="*/ 716876 h 894474"/>
              <a:gd name="connsiteX333" fmla="*/ 766883 w 863512"/>
              <a:gd name="connsiteY333" fmla="*/ 713859 h 894474"/>
              <a:gd name="connsiteX334" fmla="*/ 687913 w 863512"/>
              <a:gd name="connsiteY334" fmla="*/ 800311 h 894474"/>
              <a:gd name="connsiteX335" fmla="*/ 669945 w 863512"/>
              <a:gd name="connsiteY335" fmla="*/ 797599 h 894474"/>
              <a:gd name="connsiteX336" fmla="*/ 637953 w 863512"/>
              <a:gd name="connsiteY336" fmla="*/ 795356 h 894474"/>
              <a:gd name="connsiteX337" fmla="*/ 601125 w 863512"/>
              <a:gd name="connsiteY337" fmla="*/ 813869 h 894474"/>
              <a:gd name="connsiteX338" fmla="*/ 575476 w 863512"/>
              <a:gd name="connsiteY338" fmla="*/ 828679 h 894474"/>
              <a:gd name="connsiteX339" fmla="*/ 556720 w 863512"/>
              <a:gd name="connsiteY339" fmla="*/ 828274 h 894474"/>
              <a:gd name="connsiteX340" fmla="*/ 535425 w 863512"/>
              <a:gd name="connsiteY340" fmla="*/ 828017 h 894474"/>
              <a:gd name="connsiteX341" fmla="*/ 533471 w 863512"/>
              <a:gd name="connsiteY341" fmla="*/ 832235 h 894474"/>
              <a:gd name="connsiteX342" fmla="*/ 537689 w 863512"/>
              <a:gd name="connsiteY342" fmla="*/ 834179 h 894474"/>
              <a:gd name="connsiteX343" fmla="*/ 555382 w 863512"/>
              <a:gd name="connsiteY343" fmla="*/ 834707 h 894474"/>
              <a:gd name="connsiteX344" fmla="*/ 568344 w 863512"/>
              <a:gd name="connsiteY344" fmla="*/ 836473 h 894474"/>
              <a:gd name="connsiteX345" fmla="*/ 577808 w 863512"/>
              <a:gd name="connsiteY345" fmla="*/ 834824 h 894474"/>
              <a:gd name="connsiteX346" fmla="*/ 604794 w 863512"/>
              <a:gd name="connsiteY346" fmla="*/ 819318 h 894474"/>
              <a:gd name="connsiteX347" fmla="*/ 639153 w 863512"/>
              <a:gd name="connsiteY347" fmla="*/ 801820 h 894474"/>
              <a:gd name="connsiteX348" fmla="*/ 668677 w 863512"/>
              <a:gd name="connsiteY348" fmla="*/ 804045 h 894474"/>
              <a:gd name="connsiteX349" fmla="*/ 687536 w 863512"/>
              <a:gd name="connsiteY349" fmla="*/ 806871 h 894474"/>
              <a:gd name="connsiteX350" fmla="*/ 787183 w 863512"/>
              <a:gd name="connsiteY350" fmla="*/ 798161 h 894474"/>
              <a:gd name="connsiteX351" fmla="*/ 771478 w 863512"/>
              <a:gd name="connsiteY351" fmla="*/ 810488 h 894474"/>
              <a:gd name="connsiteX352" fmla="*/ 745040 w 863512"/>
              <a:gd name="connsiteY352" fmla="*/ 828141 h 894474"/>
              <a:gd name="connsiteX353" fmla="*/ 706807 w 863512"/>
              <a:gd name="connsiteY353" fmla="*/ 833126 h 894474"/>
              <a:gd name="connsiteX354" fmla="*/ 660172 w 863512"/>
              <a:gd name="connsiteY354" fmla="*/ 841260 h 894474"/>
              <a:gd name="connsiteX355" fmla="*/ 631266 w 863512"/>
              <a:gd name="connsiteY355" fmla="*/ 857970 h 894474"/>
              <a:gd name="connsiteX356" fmla="*/ 556205 w 863512"/>
              <a:gd name="connsiteY356" fmla="*/ 887905 h 894474"/>
              <a:gd name="connsiteX357" fmla="*/ 556171 w 863512"/>
              <a:gd name="connsiteY357" fmla="*/ 887905 h 894474"/>
              <a:gd name="connsiteX358" fmla="*/ 474595 w 863512"/>
              <a:gd name="connsiteY358" fmla="*/ 856440 h 894474"/>
              <a:gd name="connsiteX359" fmla="*/ 451141 w 863512"/>
              <a:gd name="connsiteY359" fmla="*/ 843276 h 894474"/>
              <a:gd name="connsiteX360" fmla="*/ 423503 w 863512"/>
              <a:gd name="connsiteY360" fmla="*/ 838589 h 894474"/>
              <a:gd name="connsiteX361" fmla="*/ 418325 w 863512"/>
              <a:gd name="connsiteY361" fmla="*/ 838627 h 894474"/>
              <a:gd name="connsiteX362" fmla="*/ 401660 w 863512"/>
              <a:gd name="connsiteY362" fmla="*/ 837330 h 894474"/>
              <a:gd name="connsiteX363" fmla="*/ 406426 w 863512"/>
              <a:gd name="connsiteY363" fmla="*/ 830373 h 894474"/>
              <a:gd name="connsiteX364" fmla="*/ 482173 w 863512"/>
              <a:gd name="connsiteY364" fmla="*/ 809422 h 894474"/>
              <a:gd name="connsiteX365" fmla="*/ 521367 w 863512"/>
              <a:gd name="connsiteY365" fmla="*/ 808050 h 894474"/>
              <a:gd name="connsiteX366" fmla="*/ 573796 w 863512"/>
              <a:gd name="connsiteY366" fmla="*/ 787202 h 894474"/>
              <a:gd name="connsiteX367" fmla="*/ 630889 w 863512"/>
              <a:gd name="connsiteY367" fmla="*/ 765983 h 894474"/>
              <a:gd name="connsiteX368" fmla="*/ 682975 w 863512"/>
              <a:gd name="connsiteY368" fmla="*/ 775938 h 894474"/>
              <a:gd name="connsiteX369" fmla="*/ 723438 w 863512"/>
              <a:gd name="connsiteY369" fmla="*/ 786283 h 894474"/>
              <a:gd name="connsiteX370" fmla="*/ 790063 w 863512"/>
              <a:gd name="connsiteY370" fmla="*/ 787353 h 894474"/>
              <a:gd name="connsiteX371" fmla="*/ 797435 w 863512"/>
              <a:gd name="connsiteY371" fmla="*/ 787267 h 894474"/>
              <a:gd name="connsiteX372" fmla="*/ 687913 w 863512"/>
              <a:gd name="connsiteY372" fmla="*/ 800311 h 894474"/>
              <a:gd name="connsiteX373" fmla="*/ 809368 w 863512"/>
              <a:gd name="connsiteY373" fmla="*/ 788597 h 894474"/>
              <a:gd name="connsiteX374" fmla="*/ 810603 w 863512"/>
              <a:gd name="connsiteY374" fmla="*/ 787168 h 894474"/>
              <a:gd name="connsiteX375" fmla="*/ 813655 w 863512"/>
              <a:gd name="connsiteY375" fmla="*/ 787157 h 894474"/>
              <a:gd name="connsiteX376" fmla="*/ 809368 w 863512"/>
              <a:gd name="connsiteY376" fmla="*/ 788597 h 894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</a:cxnLst>
            <a:rect l="l" t="t" r="r" b="b"/>
            <a:pathLst>
              <a:path w="863512" h="894474">
                <a:moveTo>
                  <a:pt x="863512" y="813132"/>
                </a:moveTo>
                <a:cubicBezTo>
                  <a:pt x="837521" y="785096"/>
                  <a:pt x="809745" y="756420"/>
                  <a:pt x="780736" y="727585"/>
                </a:cubicBezTo>
                <a:cubicBezTo>
                  <a:pt x="781113" y="726728"/>
                  <a:pt x="781148" y="725740"/>
                  <a:pt x="780668" y="724842"/>
                </a:cubicBezTo>
                <a:cubicBezTo>
                  <a:pt x="761637" y="687216"/>
                  <a:pt x="760574" y="638839"/>
                  <a:pt x="777959" y="598597"/>
                </a:cubicBezTo>
                <a:cubicBezTo>
                  <a:pt x="779330" y="595411"/>
                  <a:pt x="780771" y="592174"/>
                  <a:pt x="782280" y="588899"/>
                </a:cubicBezTo>
                <a:cubicBezTo>
                  <a:pt x="788726" y="574583"/>
                  <a:pt x="795378" y="559777"/>
                  <a:pt x="797435" y="544504"/>
                </a:cubicBezTo>
                <a:cubicBezTo>
                  <a:pt x="799973" y="525699"/>
                  <a:pt x="793012" y="507327"/>
                  <a:pt x="786257" y="489558"/>
                </a:cubicBezTo>
                <a:cubicBezTo>
                  <a:pt x="781731" y="477673"/>
                  <a:pt x="777067" y="465383"/>
                  <a:pt x="775558" y="453474"/>
                </a:cubicBezTo>
                <a:cubicBezTo>
                  <a:pt x="773467" y="436830"/>
                  <a:pt x="777890" y="421352"/>
                  <a:pt x="782554" y="404961"/>
                </a:cubicBezTo>
                <a:cubicBezTo>
                  <a:pt x="786188" y="392119"/>
                  <a:pt x="789995" y="378839"/>
                  <a:pt x="790338" y="364969"/>
                </a:cubicBezTo>
                <a:cubicBezTo>
                  <a:pt x="791023" y="338215"/>
                  <a:pt x="761191" y="307941"/>
                  <a:pt x="743360" y="289849"/>
                </a:cubicBezTo>
                <a:lnTo>
                  <a:pt x="739931" y="286389"/>
                </a:lnTo>
                <a:cubicBezTo>
                  <a:pt x="739348" y="285769"/>
                  <a:pt x="738354" y="284610"/>
                  <a:pt x="737119" y="283177"/>
                </a:cubicBezTo>
                <a:cubicBezTo>
                  <a:pt x="727381" y="271816"/>
                  <a:pt x="721552" y="266213"/>
                  <a:pt x="716820" y="267129"/>
                </a:cubicBezTo>
                <a:cubicBezTo>
                  <a:pt x="715517" y="267376"/>
                  <a:pt x="714488" y="268192"/>
                  <a:pt x="713974" y="269368"/>
                </a:cubicBezTo>
                <a:cubicBezTo>
                  <a:pt x="713082" y="271456"/>
                  <a:pt x="714282" y="273311"/>
                  <a:pt x="715277" y="274803"/>
                </a:cubicBezTo>
                <a:cubicBezTo>
                  <a:pt x="715517" y="275208"/>
                  <a:pt x="715825" y="275605"/>
                  <a:pt x="715928" y="275897"/>
                </a:cubicBezTo>
                <a:lnTo>
                  <a:pt x="716511" y="277769"/>
                </a:lnTo>
                <a:cubicBezTo>
                  <a:pt x="718740" y="285039"/>
                  <a:pt x="721037" y="292555"/>
                  <a:pt x="720283" y="299512"/>
                </a:cubicBezTo>
                <a:cubicBezTo>
                  <a:pt x="718671" y="314456"/>
                  <a:pt x="713356" y="327424"/>
                  <a:pt x="707733" y="341154"/>
                </a:cubicBezTo>
                <a:cubicBezTo>
                  <a:pt x="704921" y="347985"/>
                  <a:pt x="702006" y="355052"/>
                  <a:pt x="699606" y="362390"/>
                </a:cubicBezTo>
                <a:cubicBezTo>
                  <a:pt x="697617" y="368428"/>
                  <a:pt x="695046" y="374590"/>
                  <a:pt x="692542" y="380550"/>
                </a:cubicBezTo>
                <a:cubicBezTo>
                  <a:pt x="685684" y="396920"/>
                  <a:pt x="678586" y="413849"/>
                  <a:pt x="681398" y="432852"/>
                </a:cubicBezTo>
                <a:cubicBezTo>
                  <a:pt x="684793" y="455813"/>
                  <a:pt x="695765" y="476706"/>
                  <a:pt x="706361" y="496910"/>
                </a:cubicBezTo>
                <a:cubicBezTo>
                  <a:pt x="717162" y="517484"/>
                  <a:pt x="728307" y="538757"/>
                  <a:pt x="731119" y="561827"/>
                </a:cubicBezTo>
                <a:cubicBezTo>
                  <a:pt x="733313" y="580104"/>
                  <a:pt x="732456" y="596690"/>
                  <a:pt x="731599" y="612727"/>
                </a:cubicBezTo>
                <a:cubicBezTo>
                  <a:pt x="730296" y="638174"/>
                  <a:pt x="729096" y="662523"/>
                  <a:pt x="740960" y="688625"/>
                </a:cubicBezTo>
                <a:cubicBezTo>
                  <a:pt x="682804" y="632516"/>
                  <a:pt x="621322" y="576702"/>
                  <a:pt x="561075" y="524787"/>
                </a:cubicBezTo>
                <a:cubicBezTo>
                  <a:pt x="561657" y="524547"/>
                  <a:pt x="562240" y="524270"/>
                  <a:pt x="562824" y="523944"/>
                </a:cubicBezTo>
                <a:cubicBezTo>
                  <a:pt x="590770" y="508822"/>
                  <a:pt x="604040" y="493967"/>
                  <a:pt x="611755" y="469138"/>
                </a:cubicBezTo>
                <a:cubicBezTo>
                  <a:pt x="617447" y="450786"/>
                  <a:pt x="612818" y="431584"/>
                  <a:pt x="608326" y="413016"/>
                </a:cubicBezTo>
                <a:cubicBezTo>
                  <a:pt x="605034" y="399478"/>
                  <a:pt x="601674" y="385474"/>
                  <a:pt x="602565" y="372372"/>
                </a:cubicBezTo>
                <a:cubicBezTo>
                  <a:pt x="603560" y="358255"/>
                  <a:pt x="611035" y="343568"/>
                  <a:pt x="618991" y="328018"/>
                </a:cubicBezTo>
                <a:cubicBezTo>
                  <a:pt x="630855" y="304803"/>
                  <a:pt x="643130" y="280797"/>
                  <a:pt x="633461" y="256979"/>
                </a:cubicBezTo>
                <a:cubicBezTo>
                  <a:pt x="625985" y="238672"/>
                  <a:pt x="613538" y="224037"/>
                  <a:pt x="601468" y="209882"/>
                </a:cubicBezTo>
                <a:cubicBezTo>
                  <a:pt x="589775" y="196142"/>
                  <a:pt x="578734" y="183163"/>
                  <a:pt x="571739" y="167009"/>
                </a:cubicBezTo>
                <a:cubicBezTo>
                  <a:pt x="565395" y="152374"/>
                  <a:pt x="562378" y="130432"/>
                  <a:pt x="563989" y="111106"/>
                </a:cubicBezTo>
                <a:cubicBezTo>
                  <a:pt x="564127" y="109546"/>
                  <a:pt x="565155" y="107574"/>
                  <a:pt x="566184" y="105668"/>
                </a:cubicBezTo>
                <a:cubicBezTo>
                  <a:pt x="568070" y="102108"/>
                  <a:pt x="570436" y="97678"/>
                  <a:pt x="567898" y="93272"/>
                </a:cubicBezTo>
                <a:cubicBezTo>
                  <a:pt x="567453" y="92462"/>
                  <a:pt x="566630" y="91869"/>
                  <a:pt x="565738" y="91670"/>
                </a:cubicBezTo>
                <a:cubicBezTo>
                  <a:pt x="563303" y="91118"/>
                  <a:pt x="549450" y="100510"/>
                  <a:pt x="538306" y="108493"/>
                </a:cubicBezTo>
                <a:cubicBezTo>
                  <a:pt x="512623" y="126989"/>
                  <a:pt x="488963" y="148770"/>
                  <a:pt x="489786" y="182621"/>
                </a:cubicBezTo>
                <a:cubicBezTo>
                  <a:pt x="490163" y="197795"/>
                  <a:pt x="499250" y="210945"/>
                  <a:pt x="508062" y="223663"/>
                </a:cubicBezTo>
                <a:cubicBezTo>
                  <a:pt x="514886" y="233583"/>
                  <a:pt x="521984" y="243839"/>
                  <a:pt x="524384" y="254551"/>
                </a:cubicBezTo>
                <a:cubicBezTo>
                  <a:pt x="529391" y="276895"/>
                  <a:pt x="522704" y="300503"/>
                  <a:pt x="516223" y="323337"/>
                </a:cubicBezTo>
                <a:cubicBezTo>
                  <a:pt x="511628" y="339556"/>
                  <a:pt x="506862" y="356327"/>
                  <a:pt x="506348" y="372571"/>
                </a:cubicBezTo>
                <a:cubicBezTo>
                  <a:pt x="505765" y="390412"/>
                  <a:pt x="518658" y="406501"/>
                  <a:pt x="531139" y="422055"/>
                </a:cubicBezTo>
                <a:cubicBezTo>
                  <a:pt x="538821" y="431642"/>
                  <a:pt x="546090" y="440698"/>
                  <a:pt x="549793" y="449579"/>
                </a:cubicBezTo>
                <a:cubicBezTo>
                  <a:pt x="553805" y="459197"/>
                  <a:pt x="551782" y="476325"/>
                  <a:pt x="550033" y="491437"/>
                </a:cubicBezTo>
                <a:cubicBezTo>
                  <a:pt x="549005" y="500431"/>
                  <a:pt x="548113" y="508078"/>
                  <a:pt x="548387" y="513897"/>
                </a:cubicBezTo>
                <a:cubicBezTo>
                  <a:pt x="526613" y="495264"/>
                  <a:pt x="505010" y="477165"/>
                  <a:pt x="483888" y="459808"/>
                </a:cubicBezTo>
                <a:cubicBezTo>
                  <a:pt x="483339" y="459115"/>
                  <a:pt x="482550" y="458501"/>
                  <a:pt x="481590" y="457942"/>
                </a:cubicBezTo>
                <a:cubicBezTo>
                  <a:pt x="465097" y="444405"/>
                  <a:pt x="448877" y="431354"/>
                  <a:pt x="433036" y="418797"/>
                </a:cubicBezTo>
                <a:cubicBezTo>
                  <a:pt x="433001" y="418337"/>
                  <a:pt x="432864" y="417881"/>
                  <a:pt x="432624" y="417456"/>
                </a:cubicBezTo>
                <a:cubicBezTo>
                  <a:pt x="431870" y="416095"/>
                  <a:pt x="431081" y="414703"/>
                  <a:pt x="430293" y="413280"/>
                </a:cubicBezTo>
                <a:cubicBezTo>
                  <a:pt x="430224" y="413002"/>
                  <a:pt x="430121" y="412728"/>
                  <a:pt x="429984" y="412467"/>
                </a:cubicBezTo>
                <a:cubicBezTo>
                  <a:pt x="429744" y="412042"/>
                  <a:pt x="429470" y="411613"/>
                  <a:pt x="429161" y="411178"/>
                </a:cubicBezTo>
                <a:cubicBezTo>
                  <a:pt x="415582" y="386283"/>
                  <a:pt x="400837" y="352909"/>
                  <a:pt x="399877" y="324386"/>
                </a:cubicBezTo>
                <a:cubicBezTo>
                  <a:pt x="399774" y="321252"/>
                  <a:pt x="399877" y="317007"/>
                  <a:pt x="399980" y="312093"/>
                </a:cubicBezTo>
                <a:cubicBezTo>
                  <a:pt x="400666" y="285021"/>
                  <a:pt x="401935" y="234632"/>
                  <a:pt x="375154" y="179542"/>
                </a:cubicBezTo>
                <a:cubicBezTo>
                  <a:pt x="353346" y="134742"/>
                  <a:pt x="317136" y="119867"/>
                  <a:pt x="288023" y="107914"/>
                </a:cubicBezTo>
                <a:cubicBezTo>
                  <a:pt x="274342" y="102290"/>
                  <a:pt x="261414" y="96978"/>
                  <a:pt x="252190" y="89455"/>
                </a:cubicBezTo>
                <a:cubicBezTo>
                  <a:pt x="223489" y="66015"/>
                  <a:pt x="216186" y="52083"/>
                  <a:pt x="207544" y="31920"/>
                </a:cubicBezTo>
                <a:cubicBezTo>
                  <a:pt x="205556" y="27308"/>
                  <a:pt x="204596" y="21616"/>
                  <a:pt x="204870" y="16325"/>
                </a:cubicBezTo>
                <a:cubicBezTo>
                  <a:pt x="205076" y="14861"/>
                  <a:pt x="205282" y="13431"/>
                  <a:pt x="205521" y="12039"/>
                </a:cubicBezTo>
                <a:cubicBezTo>
                  <a:pt x="206241" y="9323"/>
                  <a:pt x="207544" y="5921"/>
                  <a:pt x="208128" y="4536"/>
                </a:cubicBezTo>
                <a:cubicBezTo>
                  <a:pt x="208779" y="2948"/>
                  <a:pt x="208093" y="1124"/>
                  <a:pt x="206550" y="353"/>
                </a:cubicBezTo>
                <a:cubicBezTo>
                  <a:pt x="205007" y="-422"/>
                  <a:pt x="203156" y="119"/>
                  <a:pt x="202264" y="1590"/>
                </a:cubicBezTo>
                <a:cubicBezTo>
                  <a:pt x="201955" y="2132"/>
                  <a:pt x="200858" y="4001"/>
                  <a:pt x="200412" y="5345"/>
                </a:cubicBezTo>
                <a:cubicBezTo>
                  <a:pt x="199863" y="7087"/>
                  <a:pt x="199452" y="8860"/>
                  <a:pt x="199109" y="10640"/>
                </a:cubicBezTo>
                <a:cubicBezTo>
                  <a:pt x="198835" y="11675"/>
                  <a:pt x="198629" y="12670"/>
                  <a:pt x="198526" y="13537"/>
                </a:cubicBezTo>
                <a:cubicBezTo>
                  <a:pt x="198458" y="14243"/>
                  <a:pt x="198389" y="14960"/>
                  <a:pt x="198355" y="15687"/>
                </a:cubicBezTo>
                <a:cubicBezTo>
                  <a:pt x="198286" y="16037"/>
                  <a:pt x="198252" y="16383"/>
                  <a:pt x="198218" y="16733"/>
                </a:cubicBezTo>
                <a:cubicBezTo>
                  <a:pt x="197909" y="19054"/>
                  <a:pt x="197635" y="21249"/>
                  <a:pt x="197189" y="23372"/>
                </a:cubicBezTo>
                <a:cubicBezTo>
                  <a:pt x="196195" y="28251"/>
                  <a:pt x="195097" y="33103"/>
                  <a:pt x="194034" y="37955"/>
                </a:cubicBezTo>
                <a:cubicBezTo>
                  <a:pt x="192663" y="44199"/>
                  <a:pt x="191223" y="50656"/>
                  <a:pt x="189988" y="57096"/>
                </a:cubicBezTo>
                <a:cubicBezTo>
                  <a:pt x="183164" y="92010"/>
                  <a:pt x="189234" y="132153"/>
                  <a:pt x="206585" y="167242"/>
                </a:cubicBezTo>
                <a:cubicBezTo>
                  <a:pt x="220609" y="195579"/>
                  <a:pt x="243412" y="213619"/>
                  <a:pt x="267518" y="232715"/>
                </a:cubicBezTo>
                <a:cubicBezTo>
                  <a:pt x="298893" y="257531"/>
                  <a:pt x="334417" y="285656"/>
                  <a:pt x="356123" y="342869"/>
                </a:cubicBezTo>
                <a:cubicBezTo>
                  <a:pt x="362124" y="357137"/>
                  <a:pt x="371725" y="369104"/>
                  <a:pt x="381841" y="379086"/>
                </a:cubicBezTo>
                <a:cubicBezTo>
                  <a:pt x="359518" y="362174"/>
                  <a:pt x="338258" y="346599"/>
                  <a:pt x="318541" y="332777"/>
                </a:cubicBezTo>
                <a:cubicBezTo>
                  <a:pt x="317067" y="331738"/>
                  <a:pt x="315010" y="332095"/>
                  <a:pt x="313981" y="333579"/>
                </a:cubicBezTo>
                <a:cubicBezTo>
                  <a:pt x="312918" y="335064"/>
                  <a:pt x="313295" y="337115"/>
                  <a:pt x="314769" y="338154"/>
                </a:cubicBezTo>
                <a:cubicBezTo>
                  <a:pt x="359175" y="369289"/>
                  <a:pt x="411158" y="409048"/>
                  <a:pt x="466503" y="454099"/>
                </a:cubicBezTo>
                <a:cubicBezTo>
                  <a:pt x="457039" y="453142"/>
                  <a:pt x="446615" y="453588"/>
                  <a:pt x="442465" y="454342"/>
                </a:cubicBezTo>
                <a:cubicBezTo>
                  <a:pt x="431767" y="456283"/>
                  <a:pt x="422337" y="458543"/>
                  <a:pt x="413182" y="460723"/>
                </a:cubicBezTo>
                <a:cubicBezTo>
                  <a:pt x="385338" y="467369"/>
                  <a:pt x="363324" y="472625"/>
                  <a:pt x="329446" y="463374"/>
                </a:cubicBezTo>
                <a:cubicBezTo>
                  <a:pt x="326497" y="462568"/>
                  <a:pt x="323548" y="461721"/>
                  <a:pt x="320565" y="460874"/>
                </a:cubicBezTo>
                <a:cubicBezTo>
                  <a:pt x="305682" y="456622"/>
                  <a:pt x="290252" y="452230"/>
                  <a:pt x="274136" y="452216"/>
                </a:cubicBezTo>
                <a:lnTo>
                  <a:pt x="274101" y="452216"/>
                </a:lnTo>
                <a:cubicBezTo>
                  <a:pt x="263814" y="452216"/>
                  <a:pt x="253424" y="454174"/>
                  <a:pt x="243378" y="456070"/>
                </a:cubicBezTo>
                <a:cubicBezTo>
                  <a:pt x="234359" y="457771"/>
                  <a:pt x="225033" y="459530"/>
                  <a:pt x="215946" y="459815"/>
                </a:cubicBezTo>
                <a:cubicBezTo>
                  <a:pt x="197224" y="460411"/>
                  <a:pt x="178741" y="457507"/>
                  <a:pt x="160841" y="454692"/>
                </a:cubicBezTo>
                <a:cubicBezTo>
                  <a:pt x="133307" y="450351"/>
                  <a:pt x="104777" y="445869"/>
                  <a:pt x="75014" y="454222"/>
                </a:cubicBezTo>
                <a:cubicBezTo>
                  <a:pt x="74328" y="454421"/>
                  <a:pt x="2387" y="484473"/>
                  <a:pt x="159" y="492726"/>
                </a:cubicBezTo>
                <a:cubicBezTo>
                  <a:pt x="-219" y="494036"/>
                  <a:pt x="90" y="495332"/>
                  <a:pt x="947" y="496289"/>
                </a:cubicBezTo>
                <a:cubicBezTo>
                  <a:pt x="2456" y="497959"/>
                  <a:pt x="4582" y="497609"/>
                  <a:pt x="6297" y="497324"/>
                </a:cubicBezTo>
                <a:cubicBezTo>
                  <a:pt x="6742" y="497249"/>
                  <a:pt x="7223" y="497143"/>
                  <a:pt x="7462" y="497139"/>
                </a:cubicBezTo>
                <a:cubicBezTo>
                  <a:pt x="9074" y="497414"/>
                  <a:pt x="10652" y="497804"/>
                  <a:pt x="12194" y="498192"/>
                </a:cubicBezTo>
                <a:cubicBezTo>
                  <a:pt x="13772" y="498573"/>
                  <a:pt x="15315" y="498957"/>
                  <a:pt x="16892" y="499248"/>
                </a:cubicBezTo>
                <a:cubicBezTo>
                  <a:pt x="19258" y="499673"/>
                  <a:pt x="21624" y="500040"/>
                  <a:pt x="24059" y="500407"/>
                </a:cubicBezTo>
                <a:cubicBezTo>
                  <a:pt x="28619" y="501103"/>
                  <a:pt x="33317" y="501820"/>
                  <a:pt x="37603" y="502996"/>
                </a:cubicBezTo>
                <a:cubicBezTo>
                  <a:pt x="50736" y="506579"/>
                  <a:pt x="63698" y="516071"/>
                  <a:pt x="76214" y="525250"/>
                </a:cubicBezTo>
                <a:cubicBezTo>
                  <a:pt x="81323" y="528981"/>
                  <a:pt x="86124" y="532503"/>
                  <a:pt x="90890" y="535572"/>
                </a:cubicBezTo>
                <a:lnTo>
                  <a:pt x="94182" y="537722"/>
                </a:lnTo>
                <a:cubicBezTo>
                  <a:pt x="109715" y="547789"/>
                  <a:pt x="124357" y="557298"/>
                  <a:pt x="141536" y="564385"/>
                </a:cubicBezTo>
                <a:cubicBezTo>
                  <a:pt x="156933" y="570729"/>
                  <a:pt x="171163" y="573318"/>
                  <a:pt x="184639" y="573318"/>
                </a:cubicBezTo>
                <a:cubicBezTo>
                  <a:pt x="213202" y="573318"/>
                  <a:pt x="238440" y="561725"/>
                  <a:pt x="264706" y="549675"/>
                </a:cubicBezTo>
                <a:cubicBezTo>
                  <a:pt x="280068" y="542608"/>
                  <a:pt x="296013" y="535304"/>
                  <a:pt x="312952" y="530277"/>
                </a:cubicBezTo>
                <a:cubicBezTo>
                  <a:pt x="324439" y="526886"/>
                  <a:pt x="335995" y="526077"/>
                  <a:pt x="348271" y="525223"/>
                </a:cubicBezTo>
                <a:cubicBezTo>
                  <a:pt x="362570" y="524222"/>
                  <a:pt x="377383" y="523189"/>
                  <a:pt x="391785" y="517652"/>
                </a:cubicBezTo>
                <a:cubicBezTo>
                  <a:pt x="417948" y="507629"/>
                  <a:pt x="439413" y="494441"/>
                  <a:pt x="462148" y="480481"/>
                </a:cubicBezTo>
                <a:cubicBezTo>
                  <a:pt x="467943" y="476915"/>
                  <a:pt x="473875" y="473267"/>
                  <a:pt x="480047" y="469567"/>
                </a:cubicBezTo>
                <a:lnTo>
                  <a:pt x="480047" y="469567"/>
                </a:lnTo>
                <a:cubicBezTo>
                  <a:pt x="481247" y="468860"/>
                  <a:pt x="482139" y="468154"/>
                  <a:pt x="482825" y="467461"/>
                </a:cubicBezTo>
                <a:cubicBezTo>
                  <a:pt x="531242" y="507296"/>
                  <a:pt x="581889" y="550882"/>
                  <a:pt x="632089" y="596128"/>
                </a:cubicBezTo>
                <a:cubicBezTo>
                  <a:pt x="612612" y="599639"/>
                  <a:pt x="598999" y="605681"/>
                  <a:pt x="585901" y="611555"/>
                </a:cubicBezTo>
                <a:cubicBezTo>
                  <a:pt x="574859" y="616496"/>
                  <a:pt x="564469" y="621163"/>
                  <a:pt x="550547" y="624571"/>
                </a:cubicBezTo>
                <a:cubicBezTo>
                  <a:pt x="525687" y="630675"/>
                  <a:pt x="498564" y="625734"/>
                  <a:pt x="472366" y="620961"/>
                </a:cubicBezTo>
                <a:cubicBezTo>
                  <a:pt x="440580" y="615169"/>
                  <a:pt x="407729" y="609178"/>
                  <a:pt x="377760" y="622353"/>
                </a:cubicBezTo>
                <a:cubicBezTo>
                  <a:pt x="349848" y="634598"/>
                  <a:pt x="331846" y="656818"/>
                  <a:pt x="314427" y="678307"/>
                </a:cubicBezTo>
                <a:cubicBezTo>
                  <a:pt x="303179" y="692171"/>
                  <a:pt x="291555" y="706500"/>
                  <a:pt x="277256" y="718330"/>
                </a:cubicBezTo>
                <a:cubicBezTo>
                  <a:pt x="269678" y="724595"/>
                  <a:pt x="250476" y="739463"/>
                  <a:pt x="235800" y="742165"/>
                </a:cubicBezTo>
                <a:cubicBezTo>
                  <a:pt x="235182" y="742279"/>
                  <a:pt x="232268" y="742505"/>
                  <a:pt x="229421" y="742724"/>
                </a:cubicBezTo>
                <a:cubicBezTo>
                  <a:pt x="204115" y="744682"/>
                  <a:pt x="201235" y="745810"/>
                  <a:pt x="200653" y="749404"/>
                </a:cubicBezTo>
                <a:cubicBezTo>
                  <a:pt x="199555" y="756457"/>
                  <a:pt x="201784" y="762811"/>
                  <a:pt x="207339" y="768291"/>
                </a:cubicBezTo>
                <a:cubicBezTo>
                  <a:pt x="223318" y="784140"/>
                  <a:pt x="264500" y="789139"/>
                  <a:pt x="288503" y="789139"/>
                </a:cubicBezTo>
                <a:cubicBezTo>
                  <a:pt x="294436" y="789139"/>
                  <a:pt x="299339" y="788831"/>
                  <a:pt x="302528" y="788303"/>
                </a:cubicBezTo>
                <a:cubicBezTo>
                  <a:pt x="330955" y="783588"/>
                  <a:pt x="360444" y="776785"/>
                  <a:pt x="383212" y="759077"/>
                </a:cubicBezTo>
                <a:cubicBezTo>
                  <a:pt x="393054" y="751413"/>
                  <a:pt x="401626" y="742090"/>
                  <a:pt x="409890" y="733075"/>
                </a:cubicBezTo>
                <a:cubicBezTo>
                  <a:pt x="424395" y="717271"/>
                  <a:pt x="438076" y="702344"/>
                  <a:pt x="458513" y="695020"/>
                </a:cubicBezTo>
                <a:cubicBezTo>
                  <a:pt x="468903" y="691293"/>
                  <a:pt x="479670" y="690487"/>
                  <a:pt x="491089" y="689636"/>
                </a:cubicBezTo>
                <a:cubicBezTo>
                  <a:pt x="505834" y="688536"/>
                  <a:pt x="521092" y="687397"/>
                  <a:pt x="535220" y="679329"/>
                </a:cubicBezTo>
                <a:cubicBezTo>
                  <a:pt x="553805" y="668709"/>
                  <a:pt x="566972" y="653913"/>
                  <a:pt x="579694" y="639604"/>
                </a:cubicBezTo>
                <a:cubicBezTo>
                  <a:pt x="587889" y="630390"/>
                  <a:pt x="596359" y="620861"/>
                  <a:pt x="606337" y="612340"/>
                </a:cubicBezTo>
                <a:cubicBezTo>
                  <a:pt x="609012" y="610073"/>
                  <a:pt x="625368" y="605475"/>
                  <a:pt x="631540" y="603747"/>
                </a:cubicBezTo>
                <a:cubicBezTo>
                  <a:pt x="634730" y="602845"/>
                  <a:pt x="636821" y="602248"/>
                  <a:pt x="638124" y="601614"/>
                </a:cubicBezTo>
                <a:cubicBezTo>
                  <a:pt x="677352" y="637091"/>
                  <a:pt x="716203" y="673503"/>
                  <a:pt x="753441" y="709902"/>
                </a:cubicBezTo>
                <a:cubicBezTo>
                  <a:pt x="753579" y="710104"/>
                  <a:pt x="753716" y="710300"/>
                  <a:pt x="753853" y="710499"/>
                </a:cubicBezTo>
                <a:cubicBezTo>
                  <a:pt x="754161" y="710924"/>
                  <a:pt x="754573" y="711222"/>
                  <a:pt x="755019" y="711445"/>
                </a:cubicBezTo>
                <a:cubicBezTo>
                  <a:pt x="778713" y="734625"/>
                  <a:pt x="801790" y="757785"/>
                  <a:pt x="823805" y="780663"/>
                </a:cubicBezTo>
                <a:cubicBezTo>
                  <a:pt x="814169" y="780508"/>
                  <a:pt x="802373" y="780642"/>
                  <a:pt x="789995" y="780790"/>
                </a:cubicBezTo>
                <a:cubicBezTo>
                  <a:pt x="766986" y="781061"/>
                  <a:pt x="740960" y="781376"/>
                  <a:pt x="724055" y="779747"/>
                </a:cubicBezTo>
                <a:cubicBezTo>
                  <a:pt x="710819" y="778479"/>
                  <a:pt x="697720" y="774028"/>
                  <a:pt x="685067" y="769724"/>
                </a:cubicBezTo>
                <a:cubicBezTo>
                  <a:pt x="667545" y="763768"/>
                  <a:pt x="649406" y="757603"/>
                  <a:pt x="630237" y="759451"/>
                </a:cubicBezTo>
                <a:cubicBezTo>
                  <a:pt x="608326" y="761567"/>
                  <a:pt x="589192" y="771648"/>
                  <a:pt x="570710" y="781397"/>
                </a:cubicBezTo>
                <a:cubicBezTo>
                  <a:pt x="553942" y="790240"/>
                  <a:pt x="538066" y="798590"/>
                  <a:pt x="520269" y="801576"/>
                </a:cubicBezTo>
                <a:cubicBezTo>
                  <a:pt x="508131" y="803606"/>
                  <a:pt x="495032" y="803232"/>
                  <a:pt x="482345" y="802859"/>
                </a:cubicBezTo>
                <a:cubicBezTo>
                  <a:pt x="454055" y="802036"/>
                  <a:pt x="424772" y="801196"/>
                  <a:pt x="401626" y="825884"/>
                </a:cubicBezTo>
                <a:cubicBezTo>
                  <a:pt x="396791" y="831059"/>
                  <a:pt x="394597" y="835366"/>
                  <a:pt x="395145" y="838688"/>
                </a:cubicBezTo>
                <a:cubicBezTo>
                  <a:pt x="395419" y="840533"/>
                  <a:pt x="396551" y="842059"/>
                  <a:pt x="398265" y="842985"/>
                </a:cubicBezTo>
                <a:cubicBezTo>
                  <a:pt x="402689" y="845365"/>
                  <a:pt x="409958" y="845293"/>
                  <a:pt x="418360" y="845200"/>
                </a:cubicBezTo>
                <a:cubicBezTo>
                  <a:pt x="428544" y="845094"/>
                  <a:pt x="440099" y="844967"/>
                  <a:pt x="448123" y="849116"/>
                </a:cubicBezTo>
                <a:cubicBezTo>
                  <a:pt x="455530" y="852953"/>
                  <a:pt x="463177" y="857407"/>
                  <a:pt x="471303" y="862122"/>
                </a:cubicBezTo>
                <a:cubicBezTo>
                  <a:pt x="497398" y="877289"/>
                  <a:pt x="526956" y="894475"/>
                  <a:pt x="556171" y="894475"/>
                </a:cubicBezTo>
                <a:lnTo>
                  <a:pt x="556205" y="894475"/>
                </a:lnTo>
                <a:cubicBezTo>
                  <a:pt x="584529" y="894475"/>
                  <a:pt x="610006" y="878760"/>
                  <a:pt x="634695" y="863566"/>
                </a:cubicBezTo>
                <a:cubicBezTo>
                  <a:pt x="644536" y="857507"/>
                  <a:pt x="653795" y="851784"/>
                  <a:pt x="663122" y="847137"/>
                </a:cubicBezTo>
                <a:cubicBezTo>
                  <a:pt x="676289" y="840557"/>
                  <a:pt x="691205" y="840135"/>
                  <a:pt x="706978" y="839693"/>
                </a:cubicBezTo>
                <a:cubicBezTo>
                  <a:pt x="720455" y="839312"/>
                  <a:pt x="734410" y="838921"/>
                  <a:pt x="747235" y="834327"/>
                </a:cubicBezTo>
                <a:cubicBezTo>
                  <a:pt x="758379" y="830325"/>
                  <a:pt x="767192" y="822778"/>
                  <a:pt x="775730" y="815477"/>
                </a:cubicBezTo>
                <a:cubicBezTo>
                  <a:pt x="780771" y="811133"/>
                  <a:pt x="785571" y="807032"/>
                  <a:pt x="790852" y="803603"/>
                </a:cubicBezTo>
                <a:cubicBezTo>
                  <a:pt x="797299" y="799395"/>
                  <a:pt x="810431" y="795106"/>
                  <a:pt x="820032" y="791975"/>
                </a:cubicBezTo>
                <a:cubicBezTo>
                  <a:pt x="825485" y="790206"/>
                  <a:pt x="828879" y="789098"/>
                  <a:pt x="830937" y="788121"/>
                </a:cubicBezTo>
                <a:cubicBezTo>
                  <a:pt x="842081" y="799786"/>
                  <a:pt x="852951" y="811363"/>
                  <a:pt x="863512" y="822833"/>
                </a:cubicBezTo>
                <a:lnTo>
                  <a:pt x="863512" y="813132"/>
                </a:lnTo>
                <a:close/>
                <a:moveTo>
                  <a:pt x="236177" y="135321"/>
                </a:moveTo>
                <a:cubicBezTo>
                  <a:pt x="245024" y="150920"/>
                  <a:pt x="261140" y="160504"/>
                  <a:pt x="279794" y="171600"/>
                </a:cubicBezTo>
                <a:cubicBezTo>
                  <a:pt x="296219" y="181349"/>
                  <a:pt x="314769" y="192397"/>
                  <a:pt x="330817" y="209539"/>
                </a:cubicBezTo>
                <a:cubicBezTo>
                  <a:pt x="351426" y="231543"/>
                  <a:pt x="356055" y="255535"/>
                  <a:pt x="361438" y="283317"/>
                </a:cubicBezTo>
                <a:cubicBezTo>
                  <a:pt x="367404" y="314175"/>
                  <a:pt x="374160" y="348818"/>
                  <a:pt x="403683" y="389575"/>
                </a:cubicBezTo>
                <a:cubicBezTo>
                  <a:pt x="388527" y="377495"/>
                  <a:pt x="371177" y="361745"/>
                  <a:pt x="362227" y="340434"/>
                </a:cubicBezTo>
                <a:cubicBezTo>
                  <a:pt x="339904" y="281633"/>
                  <a:pt x="303625" y="252909"/>
                  <a:pt x="271598" y="227568"/>
                </a:cubicBezTo>
                <a:cubicBezTo>
                  <a:pt x="248075" y="208942"/>
                  <a:pt x="225856" y="191345"/>
                  <a:pt x="212482" y="164331"/>
                </a:cubicBezTo>
                <a:cubicBezTo>
                  <a:pt x="195715" y="130511"/>
                  <a:pt x="189885" y="91886"/>
                  <a:pt x="196400" y="58358"/>
                </a:cubicBezTo>
                <a:cubicBezTo>
                  <a:pt x="197669" y="51997"/>
                  <a:pt x="199075" y="45581"/>
                  <a:pt x="200447" y="39375"/>
                </a:cubicBezTo>
                <a:cubicBezTo>
                  <a:pt x="200789" y="37766"/>
                  <a:pt x="201167" y="36158"/>
                  <a:pt x="201510" y="34547"/>
                </a:cubicBezTo>
                <a:cubicBezTo>
                  <a:pt x="210288" y="54994"/>
                  <a:pt x="218277" y="70225"/>
                  <a:pt x="248041" y="94540"/>
                </a:cubicBezTo>
                <a:cubicBezTo>
                  <a:pt x="258020" y="102684"/>
                  <a:pt x="271392" y="108174"/>
                  <a:pt x="285520" y="113990"/>
                </a:cubicBezTo>
                <a:cubicBezTo>
                  <a:pt x="315078" y="126118"/>
                  <a:pt x="348545" y="139865"/>
                  <a:pt x="369256" y="182415"/>
                </a:cubicBezTo>
                <a:cubicBezTo>
                  <a:pt x="395351" y="236069"/>
                  <a:pt x="394082" y="285416"/>
                  <a:pt x="393431" y="311929"/>
                </a:cubicBezTo>
                <a:cubicBezTo>
                  <a:pt x="393294" y="316949"/>
                  <a:pt x="393191" y="321283"/>
                  <a:pt x="393294" y="324606"/>
                </a:cubicBezTo>
                <a:cubicBezTo>
                  <a:pt x="393979" y="344693"/>
                  <a:pt x="401112" y="366872"/>
                  <a:pt x="409924" y="387027"/>
                </a:cubicBezTo>
                <a:cubicBezTo>
                  <a:pt x="380435" y="346822"/>
                  <a:pt x="373783" y="312560"/>
                  <a:pt x="367885" y="282069"/>
                </a:cubicBezTo>
                <a:cubicBezTo>
                  <a:pt x="362295" y="253289"/>
                  <a:pt x="357495" y="228433"/>
                  <a:pt x="335618" y="205050"/>
                </a:cubicBezTo>
                <a:cubicBezTo>
                  <a:pt x="318953" y="187226"/>
                  <a:pt x="299922" y="175928"/>
                  <a:pt x="283154" y="165956"/>
                </a:cubicBezTo>
                <a:cubicBezTo>
                  <a:pt x="265289" y="155337"/>
                  <a:pt x="249859" y="146164"/>
                  <a:pt x="241869" y="132081"/>
                </a:cubicBezTo>
                <a:cubicBezTo>
                  <a:pt x="240977" y="130500"/>
                  <a:pt x="238989" y="129945"/>
                  <a:pt x="237411" y="130843"/>
                </a:cubicBezTo>
                <a:cubicBezTo>
                  <a:pt x="235834" y="131742"/>
                  <a:pt x="235285" y="133744"/>
                  <a:pt x="236177" y="135321"/>
                </a:cubicBezTo>
                <a:close/>
                <a:moveTo>
                  <a:pt x="458685" y="474882"/>
                </a:moveTo>
                <a:cubicBezTo>
                  <a:pt x="436259" y="488680"/>
                  <a:pt x="415033" y="501714"/>
                  <a:pt x="389453" y="511517"/>
                </a:cubicBezTo>
                <a:cubicBezTo>
                  <a:pt x="375943" y="516702"/>
                  <a:pt x="361644" y="517700"/>
                  <a:pt x="347791" y="518667"/>
                </a:cubicBezTo>
                <a:cubicBezTo>
                  <a:pt x="335720" y="519510"/>
                  <a:pt x="323239" y="520381"/>
                  <a:pt x="311100" y="523975"/>
                </a:cubicBezTo>
                <a:cubicBezTo>
                  <a:pt x="293681" y="529132"/>
                  <a:pt x="277565" y="536539"/>
                  <a:pt x="261963" y="543702"/>
                </a:cubicBezTo>
                <a:cubicBezTo>
                  <a:pt x="224656" y="560830"/>
                  <a:pt x="189440" y="577011"/>
                  <a:pt x="144040" y="558309"/>
                </a:cubicBezTo>
                <a:cubicBezTo>
                  <a:pt x="127409" y="551455"/>
                  <a:pt x="113007" y="542107"/>
                  <a:pt x="97783" y="532208"/>
                </a:cubicBezTo>
                <a:lnTo>
                  <a:pt x="94456" y="530054"/>
                </a:lnTo>
                <a:cubicBezTo>
                  <a:pt x="89861" y="527085"/>
                  <a:pt x="85129" y="523618"/>
                  <a:pt x="80123" y="519946"/>
                </a:cubicBezTo>
                <a:cubicBezTo>
                  <a:pt x="67093" y="510416"/>
                  <a:pt x="53617" y="500561"/>
                  <a:pt x="39352" y="496656"/>
                </a:cubicBezTo>
                <a:cubicBezTo>
                  <a:pt x="34689" y="495380"/>
                  <a:pt x="29785" y="494633"/>
                  <a:pt x="25053" y="493909"/>
                </a:cubicBezTo>
                <a:cubicBezTo>
                  <a:pt x="22687" y="493553"/>
                  <a:pt x="20355" y="493196"/>
                  <a:pt x="18092" y="492781"/>
                </a:cubicBezTo>
                <a:cubicBezTo>
                  <a:pt x="16652" y="492510"/>
                  <a:pt x="15212" y="492160"/>
                  <a:pt x="13772" y="491807"/>
                </a:cubicBezTo>
                <a:cubicBezTo>
                  <a:pt x="13086" y="491639"/>
                  <a:pt x="12400" y="491471"/>
                  <a:pt x="11714" y="491310"/>
                </a:cubicBezTo>
                <a:cubicBezTo>
                  <a:pt x="27385" y="482182"/>
                  <a:pt x="70110" y="462417"/>
                  <a:pt x="76797" y="460542"/>
                </a:cubicBezTo>
                <a:cubicBezTo>
                  <a:pt x="105189" y="452569"/>
                  <a:pt x="131729" y="456749"/>
                  <a:pt x="159847" y="461173"/>
                </a:cubicBezTo>
                <a:cubicBezTo>
                  <a:pt x="178021" y="464032"/>
                  <a:pt x="196812" y="466995"/>
                  <a:pt x="216151" y="466374"/>
                </a:cubicBezTo>
                <a:cubicBezTo>
                  <a:pt x="225753" y="466073"/>
                  <a:pt x="235320" y="464266"/>
                  <a:pt x="244578" y="462517"/>
                </a:cubicBezTo>
                <a:cubicBezTo>
                  <a:pt x="254796" y="460593"/>
                  <a:pt x="264432" y="458776"/>
                  <a:pt x="274101" y="458776"/>
                </a:cubicBezTo>
                <a:lnTo>
                  <a:pt x="274136" y="458776"/>
                </a:lnTo>
                <a:cubicBezTo>
                  <a:pt x="289361" y="458786"/>
                  <a:pt x="304311" y="463055"/>
                  <a:pt x="318781" y="467184"/>
                </a:cubicBezTo>
                <a:cubicBezTo>
                  <a:pt x="321765" y="468037"/>
                  <a:pt x="324748" y="468888"/>
                  <a:pt x="327731" y="469704"/>
                </a:cubicBezTo>
                <a:cubicBezTo>
                  <a:pt x="363221" y="479391"/>
                  <a:pt x="387087" y="473699"/>
                  <a:pt x="414690" y="467105"/>
                </a:cubicBezTo>
                <a:cubicBezTo>
                  <a:pt x="423743" y="464941"/>
                  <a:pt x="433138" y="462705"/>
                  <a:pt x="443631" y="460795"/>
                </a:cubicBezTo>
                <a:cubicBezTo>
                  <a:pt x="450181" y="459605"/>
                  <a:pt x="461154" y="459880"/>
                  <a:pt x="469143" y="460984"/>
                </a:cubicBezTo>
                <a:cubicBezTo>
                  <a:pt x="437356" y="477786"/>
                  <a:pt x="401969" y="487082"/>
                  <a:pt x="361232" y="489345"/>
                </a:cubicBezTo>
                <a:cubicBezTo>
                  <a:pt x="353277" y="489784"/>
                  <a:pt x="345116" y="489030"/>
                  <a:pt x="337195" y="488303"/>
                </a:cubicBezTo>
                <a:cubicBezTo>
                  <a:pt x="327491" y="487411"/>
                  <a:pt x="317444" y="486489"/>
                  <a:pt x="307397" y="487638"/>
                </a:cubicBezTo>
                <a:cubicBezTo>
                  <a:pt x="296047" y="488937"/>
                  <a:pt x="284766" y="492322"/>
                  <a:pt x="273862" y="495593"/>
                </a:cubicBezTo>
                <a:cubicBezTo>
                  <a:pt x="259357" y="499948"/>
                  <a:pt x="244338" y="504447"/>
                  <a:pt x="229216" y="503963"/>
                </a:cubicBezTo>
                <a:cubicBezTo>
                  <a:pt x="217489" y="503576"/>
                  <a:pt x="205350" y="500321"/>
                  <a:pt x="193623" y="497170"/>
                </a:cubicBezTo>
                <a:cubicBezTo>
                  <a:pt x="174421" y="492016"/>
                  <a:pt x="154567" y="486684"/>
                  <a:pt x="134473" y="492904"/>
                </a:cubicBezTo>
                <a:cubicBezTo>
                  <a:pt x="132758" y="493443"/>
                  <a:pt x="131798" y="495281"/>
                  <a:pt x="132312" y="497012"/>
                </a:cubicBezTo>
                <a:cubicBezTo>
                  <a:pt x="132861" y="498748"/>
                  <a:pt x="134712" y="499718"/>
                  <a:pt x="136427" y="499176"/>
                </a:cubicBezTo>
                <a:cubicBezTo>
                  <a:pt x="154670" y="493518"/>
                  <a:pt x="172775" y="498370"/>
                  <a:pt x="191908" y="503510"/>
                </a:cubicBezTo>
                <a:cubicBezTo>
                  <a:pt x="204013" y="506758"/>
                  <a:pt x="216494" y="510111"/>
                  <a:pt x="229010" y="510523"/>
                </a:cubicBezTo>
                <a:cubicBezTo>
                  <a:pt x="229833" y="510550"/>
                  <a:pt x="230690" y="510564"/>
                  <a:pt x="231547" y="510564"/>
                </a:cubicBezTo>
                <a:cubicBezTo>
                  <a:pt x="246807" y="510560"/>
                  <a:pt x="261517" y="506151"/>
                  <a:pt x="275747" y="501878"/>
                </a:cubicBezTo>
                <a:cubicBezTo>
                  <a:pt x="286857" y="498542"/>
                  <a:pt x="297384" y="495391"/>
                  <a:pt x="308152" y="494160"/>
                </a:cubicBezTo>
                <a:cubicBezTo>
                  <a:pt x="317547" y="493083"/>
                  <a:pt x="327217" y="493971"/>
                  <a:pt x="336612" y="494835"/>
                </a:cubicBezTo>
                <a:cubicBezTo>
                  <a:pt x="344739" y="495583"/>
                  <a:pt x="353174" y="496351"/>
                  <a:pt x="361575" y="495898"/>
                </a:cubicBezTo>
                <a:cubicBezTo>
                  <a:pt x="402552" y="493625"/>
                  <a:pt x="438248" y="484370"/>
                  <a:pt x="470412" y="467705"/>
                </a:cubicBezTo>
                <a:cubicBezTo>
                  <a:pt x="466434" y="470133"/>
                  <a:pt x="462525" y="472529"/>
                  <a:pt x="458685" y="474882"/>
                </a:cubicBezTo>
                <a:close/>
                <a:moveTo>
                  <a:pt x="568070" y="442392"/>
                </a:moveTo>
                <a:cubicBezTo>
                  <a:pt x="566012" y="431745"/>
                  <a:pt x="562172" y="421900"/>
                  <a:pt x="558469" y="412378"/>
                </a:cubicBezTo>
                <a:cubicBezTo>
                  <a:pt x="552434" y="396869"/>
                  <a:pt x="546741" y="382223"/>
                  <a:pt x="548662" y="365051"/>
                </a:cubicBezTo>
                <a:cubicBezTo>
                  <a:pt x="549724" y="355220"/>
                  <a:pt x="554491" y="345019"/>
                  <a:pt x="559531" y="334217"/>
                </a:cubicBezTo>
                <a:cubicBezTo>
                  <a:pt x="568378" y="315279"/>
                  <a:pt x="577534" y="295692"/>
                  <a:pt x="567350" y="276003"/>
                </a:cubicBezTo>
                <a:cubicBezTo>
                  <a:pt x="566527" y="274391"/>
                  <a:pt x="564538" y="273757"/>
                  <a:pt x="562926" y="274594"/>
                </a:cubicBezTo>
                <a:cubicBezTo>
                  <a:pt x="561315" y="275427"/>
                  <a:pt x="560698" y="277409"/>
                  <a:pt x="561520" y="279021"/>
                </a:cubicBezTo>
                <a:cubicBezTo>
                  <a:pt x="570196" y="295843"/>
                  <a:pt x="562137" y="313136"/>
                  <a:pt x="553599" y="331443"/>
                </a:cubicBezTo>
                <a:cubicBezTo>
                  <a:pt x="548559" y="342251"/>
                  <a:pt x="543347" y="353423"/>
                  <a:pt x="542112" y="364324"/>
                </a:cubicBezTo>
                <a:cubicBezTo>
                  <a:pt x="540021" y="383101"/>
                  <a:pt x="546295" y="399197"/>
                  <a:pt x="552365" y="414764"/>
                </a:cubicBezTo>
                <a:cubicBezTo>
                  <a:pt x="555966" y="424012"/>
                  <a:pt x="559669" y="433572"/>
                  <a:pt x="561623" y="443637"/>
                </a:cubicBezTo>
                <a:cubicBezTo>
                  <a:pt x="566150" y="467112"/>
                  <a:pt x="562309" y="488330"/>
                  <a:pt x="554902" y="512453"/>
                </a:cubicBezTo>
                <a:cubicBezTo>
                  <a:pt x="554868" y="506692"/>
                  <a:pt x="555828" y="498453"/>
                  <a:pt x="556548" y="492198"/>
                </a:cubicBezTo>
                <a:cubicBezTo>
                  <a:pt x="558434" y="476288"/>
                  <a:pt x="560526" y="458254"/>
                  <a:pt x="555863" y="447055"/>
                </a:cubicBezTo>
                <a:cubicBezTo>
                  <a:pt x="551782" y="437317"/>
                  <a:pt x="544238" y="427908"/>
                  <a:pt x="536249" y="417947"/>
                </a:cubicBezTo>
                <a:cubicBezTo>
                  <a:pt x="524521" y="403322"/>
                  <a:pt x="512417" y="388200"/>
                  <a:pt x="512897" y="372787"/>
                </a:cubicBezTo>
                <a:cubicBezTo>
                  <a:pt x="513411" y="357346"/>
                  <a:pt x="517835" y="341696"/>
                  <a:pt x="522533" y="325127"/>
                </a:cubicBezTo>
                <a:cubicBezTo>
                  <a:pt x="529253" y="301505"/>
                  <a:pt x="536180" y="277080"/>
                  <a:pt x="530796" y="253115"/>
                </a:cubicBezTo>
                <a:cubicBezTo>
                  <a:pt x="528122" y="241158"/>
                  <a:pt x="520647" y="230367"/>
                  <a:pt x="513446" y="219929"/>
                </a:cubicBezTo>
                <a:cubicBezTo>
                  <a:pt x="504839" y="207454"/>
                  <a:pt x="496678" y="195672"/>
                  <a:pt x="496369" y="182457"/>
                </a:cubicBezTo>
                <a:cubicBezTo>
                  <a:pt x="495547" y="150114"/>
                  <a:pt x="519583" y="130072"/>
                  <a:pt x="542147" y="113825"/>
                </a:cubicBezTo>
                <a:cubicBezTo>
                  <a:pt x="543689" y="112707"/>
                  <a:pt x="554662" y="105157"/>
                  <a:pt x="561280" y="100870"/>
                </a:cubicBezTo>
                <a:cubicBezTo>
                  <a:pt x="561006" y="101402"/>
                  <a:pt x="560698" y="101971"/>
                  <a:pt x="560389" y="102581"/>
                </a:cubicBezTo>
                <a:cubicBezTo>
                  <a:pt x="559120" y="104961"/>
                  <a:pt x="557680" y="107656"/>
                  <a:pt x="557440" y="110557"/>
                </a:cubicBezTo>
                <a:cubicBezTo>
                  <a:pt x="555725" y="130881"/>
                  <a:pt x="558983" y="154061"/>
                  <a:pt x="565704" y="169611"/>
                </a:cubicBezTo>
                <a:cubicBezTo>
                  <a:pt x="573076" y="186667"/>
                  <a:pt x="584975" y="200630"/>
                  <a:pt x="596462" y="214134"/>
                </a:cubicBezTo>
                <a:cubicBezTo>
                  <a:pt x="608189" y="227891"/>
                  <a:pt x="620293" y="242118"/>
                  <a:pt x="627357" y="259448"/>
                </a:cubicBezTo>
                <a:cubicBezTo>
                  <a:pt x="635895" y="280478"/>
                  <a:pt x="624340" y="303123"/>
                  <a:pt x="613161" y="325021"/>
                </a:cubicBezTo>
                <a:cubicBezTo>
                  <a:pt x="605240" y="340475"/>
                  <a:pt x="597079" y="356454"/>
                  <a:pt x="596016" y="371909"/>
                </a:cubicBezTo>
                <a:cubicBezTo>
                  <a:pt x="595021" y="386026"/>
                  <a:pt x="598553" y="400527"/>
                  <a:pt x="601948" y="414552"/>
                </a:cubicBezTo>
                <a:cubicBezTo>
                  <a:pt x="606406" y="433068"/>
                  <a:pt x="610658" y="450563"/>
                  <a:pt x="605480" y="467184"/>
                </a:cubicBezTo>
                <a:cubicBezTo>
                  <a:pt x="598382" y="490041"/>
                  <a:pt x="586037" y="503840"/>
                  <a:pt x="560046" y="517967"/>
                </a:cubicBezTo>
                <a:cubicBezTo>
                  <a:pt x="568515" y="491420"/>
                  <a:pt x="573076" y="468370"/>
                  <a:pt x="568070" y="442392"/>
                </a:cubicBezTo>
                <a:close/>
                <a:moveTo>
                  <a:pt x="574825" y="635235"/>
                </a:moveTo>
                <a:cubicBezTo>
                  <a:pt x="561863" y="649788"/>
                  <a:pt x="549622" y="663535"/>
                  <a:pt x="531963" y="673623"/>
                </a:cubicBezTo>
                <a:cubicBezTo>
                  <a:pt x="519138" y="680951"/>
                  <a:pt x="505285" y="681986"/>
                  <a:pt x="490609" y="683084"/>
                </a:cubicBezTo>
                <a:cubicBezTo>
                  <a:pt x="479259" y="683931"/>
                  <a:pt x="467531" y="684805"/>
                  <a:pt x="456284" y="688834"/>
                </a:cubicBezTo>
                <a:cubicBezTo>
                  <a:pt x="434373" y="696707"/>
                  <a:pt x="419457" y="712937"/>
                  <a:pt x="405055" y="728631"/>
                </a:cubicBezTo>
                <a:cubicBezTo>
                  <a:pt x="396963" y="737447"/>
                  <a:pt x="388596" y="746565"/>
                  <a:pt x="379200" y="753889"/>
                </a:cubicBezTo>
                <a:cubicBezTo>
                  <a:pt x="357563" y="770695"/>
                  <a:pt x="329068" y="777247"/>
                  <a:pt x="301465" y="781818"/>
                </a:cubicBezTo>
                <a:cubicBezTo>
                  <a:pt x="285794" y="784411"/>
                  <a:pt x="229285" y="780793"/>
                  <a:pt x="211968" y="763624"/>
                </a:cubicBezTo>
                <a:cubicBezTo>
                  <a:pt x="208368" y="760054"/>
                  <a:pt x="206721" y="756197"/>
                  <a:pt x="206996" y="751873"/>
                </a:cubicBezTo>
                <a:cubicBezTo>
                  <a:pt x="211179" y="750721"/>
                  <a:pt x="224621" y="749682"/>
                  <a:pt x="229936" y="749267"/>
                </a:cubicBezTo>
                <a:cubicBezTo>
                  <a:pt x="234051" y="748948"/>
                  <a:pt x="236074" y="748787"/>
                  <a:pt x="237000" y="748619"/>
                </a:cubicBezTo>
                <a:cubicBezTo>
                  <a:pt x="252602" y="745749"/>
                  <a:pt x="271564" y="731577"/>
                  <a:pt x="281440" y="723388"/>
                </a:cubicBezTo>
                <a:cubicBezTo>
                  <a:pt x="296253" y="711143"/>
                  <a:pt x="308083" y="696553"/>
                  <a:pt x="319536" y="682442"/>
                </a:cubicBezTo>
                <a:cubicBezTo>
                  <a:pt x="337264" y="660600"/>
                  <a:pt x="353963" y="639971"/>
                  <a:pt x="380400" y="628364"/>
                </a:cubicBezTo>
                <a:cubicBezTo>
                  <a:pt x="408518" y="615995"/>
                  <a:pt x="438968" y="621543"/>
                  <a:pt x="471200" y="627421"/>
                </a:cubicBezTo>
                <a:cubicBezTo>
                  <a:pt x="492015" y="631213"/>
                  <a:pt x="513377" y="635081"/>
                  <a:pt x="534123" y="633665"/>
                </a:cubicBezTo>
                <a:cubicBezTo>
                  <a:pt x="516086" y="636967"/>
                  <a:pt x="497741" y="638490"/>
                  <a:pt x="482619" y="638178"/>
                </a:cubicBezTo>
                <a:cubicBezTo>
                  <a:pt x="479190" y="638109"/>
                  <a:pt x="475658" y="637859"/>
                  <a:pt x="471921" y="637595"/>
                </a:cubicBezTo>
                <a:cubicBezTo>
                  <a:pt x="460022" y="636754"/>
                  <a:pt x="447746" y="635883"/>
                  <a:pt x="436670" y="640660"/>
                </a:cubicBezTo>
                <a:cubicBezTo>
                  <a:pt x="420211" y="647755"/>
                  <a:pt x="411845" y="658282"/>
                  <a:pt x="402964" y="669429"/>
                </a:cubicBezTo>
                <a:cubicBezTo>
                  <a:pt x="398780" y="674690"/>
                  <a:pt x="394459" y="680124"/>
                  <a:pt x="389076" y="685388"/>
                </a:cubicBezTo>
                <a:cubicBezTo>
                  <a:pt x="381772" y="692568"/>
                  <a:pt x="370697" y="698216"/>
                  <a:pt x="359964" y="703675"/>
                </a:cubicBezTo>
                <a:cubicBezTo>
                  <a:pt x="355026" y="706185"/>
                  <a:pt x="350397" y="708554"/>
                  <a:pt x="346179" y="711030"/>
                </a:cubicBezTo>
                <a:cubicBezTo>
                  <a:pt x="344602" y="711949"/>
                  <a:pt x="344087" y="713962"/>
                  <a:pt x="345013" y="715525"/>
                </a:cubicBezTo>
                <a:cubicBezTo>
                  <a:pt x="345630" y="716565"/>
                  <a:pt x="346728" y="717144"/>
                  <a:pt x="347825" y="717144"/>
                </a:cubicBezTo>
                <a:cubicBezTo>
                  <a:pt x="348408" y="717144"/>
                  <a:pt x="348991" y="716996"/>
                  <a:pt x="349505" y="716691"/>
                </a:cubicBezTo>
                <a:cubicBezTo>
                  <a:pt x="353552" y="714315"/>
                  <a:pt x="358112" y="711987"/>
                  <a:pt x="362947" y="709525"/>
                </a:cubicBezTo>
                <a:cubicBezTo>
                  <a:pt x="374126" y="703839"/>
                  <a:pt x="385647" y="697959"/>
                  <a:pt x="393671" y="690069"/>
                </a:cubicBezTo>
                <a:cubicBezTo>
                  <a:pt x="399329" y="684527"/>
                  <a:pt x="403786" y="678928"/>
                  <a:pt x="408107" y="673513"/>
                </a:cubicBezTo>
                <a:cubicBezTo>
                  <a:pt x="416816" y="662575"/>
                  <a:pt x="424326" y="653128"/>
                  <a:pt x="439277" y="646688"/>
                </a:cubicBezTo>
                <a:cubicBezTo>
                  <a:pt x="448877" y="642543"/>
                  <a:pt x="460365" y="643359"/>
                  <a:pt x="471441" y="644141"/>
                </a:cubicBezTo>
                <a:cubicBezTo>
                  <a:pt x="475109" y="644401"/>
                  <a:pt x="478881" y="644669"/>
                  <a:pt x="482482" y="644741"/>
                </a:cubicBezTo>
                <a:cubicBezTo>
                  <a:pt x="511457" y="645320"/>
                  <a:pt x="553153" y="639628"/>
                  <a:pt x="583089" y="626029"/>
                </a:cubicBezTo>
                <a:cubicBezTo>
                  <a:pt x="580277" y="629104"/>
                  <a:pt x="577534" y="632187"/>
                  <a:pt x="574825" y="635235"/>
                </a:cubicBezTo>
                <a:close/>
                <a:moveTo>
                  <a:pt x="766883" y="713859"/>
                </a:moveTo>
                <a:cubicBezTo>
                  <a:pt x="767397" y="712991"/>
                  <a:pt x="767535" y="711932"/>
                  <a:pt x="767123" y="710934"/>
                </a:cubicBezTo>
                <a:cubicBezTo>
                  <a:pt x="753407" y="678701"/>
                  <a:pt x="748606" y="645941"/>
                  <a:pt x="752858" y="613561"/>
                </a:cubicBezTo>
                <a:cubicBezTo>
                  <a:pt x="753716" y="607193"/>
                  <a:pt x="754813" y="600709"/>
                  <a:pt x="755979" y="593844"/>
                </a:cubicBezTo>
                <a:cubicBezTo>
                  <a:pt x="760402" y="567787"/>
                  <a:pt x="765409" y="538253"/>
                  <a:pt x="754539" y="512669"/>
                </a:cubicBezTo>
                <a:cubicBezTo>
                  <a:pt x="753030" y="509120"/>
                  <a:pt x="751110" y="504930"/>
                  <a:pt x="748984" y="500284"/>
                </a:cubicBezTo>
                <a:cubicBezTo>
                  <a:pt x="737154" y="474481"/>
                  <a:pt x="717334" y="431296"/>
                  <a:pt x="730878" y="411730"/>
                </a:cubicBezTo>
                <a:cubicBezTo>
                  <a:pt x="731907" y="410238"/>
                  <a:pt x="731530" y="408194"/>
                  <a:pt x="730021" y="407162"/>
                </a:cubicBezTo>
                <a:cubicBezTo>
                  <a:pt x="728547" y="406130"/>
                  <a:pt x="726490" y="406501"/>
                  <a:pt x="725461" y="407996"/>
                </a:cubicBezTo>
                <a:cubicBezTo>
                  <a:pt x="709825" y="430637"/>
                  <a:pt x="729781" y="474196"/>
                  <a:pt x="742983" y="503023"/>
                </a:cubicBezTo>
                <a:cubicBezTo>
                  <a:pt x="745109" y="507605"/>
                  <a:pt x="746995" y="511740"/>
                  <a:pt x="748504" y="515244"/>
                </a:cubicBezTo>
                <a:cubicBezTo>
                  <a:pt x="758619" y="539052"/>
                  <a:pt x="753990" y="566350"/>
                  <a:pt x="749498" y="592747"/>
                </a:cubicBezTo>
                <a:cubicBezTo>
                  <a:pt x="748332" y="599677"/>
                  <a:pt x="747200" y="606219"/>
                  <a:pt x="746343" y="612710"/>
                </a:cubicBezTo>
                <a:cubicBezTo>
                  <a:pt x="742366" y="643036"/>
                  <a:pt x="746069" y="673651"/>
                  <a:pt x="757282" y="703860"/>
                </a:cubicBezTo>
                <a:cubicBezTo>
                  <a:pt x="735165" y="672183"/>
                  <a:pt x="736536" y="644720"/>
                  <a:pt x="738182" y="613077"/>
                </a:cubicBezTo>
                <a:cubicBezTo>
                  <a:pt x="739006" y="596762"/>
                  <a:pt x="739897" y="579888"/>
                  <a:pt x="737634" y="561049"/>
                </a:cubicBezTo>
                <a:cubicBezTo>
                  <a:pt x="734719" y="536782"/>
                  <a:pt x="723232" y="514963"/>
                  <a:pt x="712191" y="493865"/>
                </a:cubicBezTo>
                <a:cubicBezTo>
                  <a:pt x="701835" y="474144"/>
                  <a:pt x="691136" y="453756"/>
                  <a:pt x="687879" y="431896"/>
                </a:cubicBezTo>
                <a:cubicBezTo>
                  <a:pt x="685342" y="414706"/>
                  <a:pt x="692097" y="398638"/>
                  <a:pt x="698612" y="383094"/>
                </a:cubicBezTo>
                <a:cubicBezTo>
                  <a:pt x="701149" y="377015"/>
                  <a:pt x="703790" y="370729"/>
                  <a:pt x="705847" y="364440"/>
                </a:cubicBezTo>
                <a:cubicBezTo>
                  <a:pt x="708178" y="357332"/>
                  <a:pt x="711025" y="350378"/>
                  <a:pt x="713802" y="343654"/>
                </a:cubicBezTo>
                <a:cubicBezTo>
                  <a:pt x="719357" y="330102"/>
                  <a:pt x="725118" y="316092"/>
                  <a:pt x="726832" y="300226"/>
                </a:cubicBezTo>
                <a:cubicBezTo>
                  <a:pt x="727621" y="292665"/>
                  <a:pt x="725529" y="284905"/>
                  <a:pt x="723403" y="277886"/>
                </a:cubicBezTo>
                <a:cubicBezTo>
                  <a:pt x="726764" y="281188"/>
                  <a:pt x="730467" y="285501"/>
                  <a:pt x="732148" y="287459"/>
                </a:cubicBezTo>
                <a:cubicBezTo>
                  <a:pt x="733484" y="289037"/>
                  <a:pt x="734582" y="290309"/>
                  <a:pt x="735233" y="290988"/>
                </a:cubicBezTo>
                <a:lnTo>
                  <a:pt x="738662" y="294465"/>
                </a:lnTo>
                <a:cubicBezTo>
                  <a:pt x="755773" y="311812"/>
                  <a:pt x="784371" y="340842"/>
                  <a:pt x="783754" y="364807"/>
                </a:cubicBezTo>
                <a:cubicBezTo>
                  <a:pt x="783445" y="377848"/>
                  <a:pt x="779776" y="390717"/>
                  <a:pt x="776244" y="403168"/>
                </a:cubicBezTo>
                <a:cubicBezTo>
                  <a:pt x="771581" y="419469"/>
                  <a:pt x="766780" y="436323"/>
                  <a:pt x="769043" y="454301"/>
                </a:cubicBezTo>
                <a:cubicBezTo>
                  <a:pt x="770655" y="466985"/>
                  <a:pt x="775455" y="479648"/>
                  <a:pt x="780119" y="491893"/>
                </a:cubicBezTo>
                <a:cubicBezTo>
                  <a:pt x="786566" y="508894"/>
                  <a:pt x="793252" y="526478"/>
                  <a:pt x="790920" y="543633"/>
                </a:cubicBezTo>
                <a:cubicBezTo>
                  <a:pt x="789000" y="557956"/>
                  <a:pt x="782519" y="572317"/>
                  <a:pt x="776279" y="586204"/>
                </a:cubicBezTo>
                <a:cubicBezTo>
                  <a:pt x="774770" y="589513"/>
                  <a:pt x="773296" y="592781"/>
                  <a:pt x="771924" y="596001"/>
                </a:cubicBezTo>
                <a:cubicBezTo>
                  <a:pt x="755430" y="634196"/>
                  <a:pt x="754916" y="679418"/>
                  <a:pt x="769935" y="716876"/>
                </a:cubicBezTo>
                <a:cubicBezTo>
                  <a:pt x="768941" y="715865"/>
                  <a:pt x="767912" y="714864"/>
                  <a:pt x="766883" y="713859"/>
                </a:cubicBezTo>
                <a:close/>
                <a:moveTo>
                  <a:pt x="687913" y="800311"/>
                </a:moveTo>
                <a:cubicBezTo>
                  <a:pt x="682118" y="799989"/>
                  <a:pt x="676186" y="798826"/>
                  <a:pt x="669945" y="797599"/>
                </a:cubicBezTo>
                <a:cubicBezTo>
                  <a:pt x="659452" y="795541"/>
                  <a:pt x="648651" y="793419"/>
                  <a:pt x="637953" y="795356"/>
                </a:cubicBezTo>
                <a:cubicBezTo>
                  <a:pt x="625162" y="797684"/>
                  <a:pt x="612955" y="805911"/>
                  <a:pt x="601125" y="813869"/>
                </a:cubicBezTo>
                <a:cubicBezTo>
                  <a:pt x="592244" y="819843"/>
                  <a:pt x="583877" y="825487"/>
                  <a:pt x="575476" y="828679"/>
                </a:cubicBezTo>
                <a:cubicBezTo>
                  <a:pt x="569544" y="830922"/>
                  <a:pt x="563303" y="829639"/>
                  <a:pt x="556720" y="828274"/>
                </a:cubicBezTo>
                <a:cubicBezTo>
                  <a:pt x="549793" y="826845"/>
                  <a:pt x="542627" y="825363"/>
                  <a:pt x="535425" y="828017"/>
                </a:cubicBezTo>
                <a:cubicBezTo>
                  <a:pt x="533711" y="828645"/>
                  <a:pt x="532854" y="830534"/>
                  <a:pt x="533471" y="832235"/>
                </a:cubicBezTo>
                <a:cubicBezTo>
                  <a:pt x="534123" y="833936"/>
                  <a:pt x="536008" y="834814"/>
                  <a:pt x="537689" y="834179"/>
                </a:cubicBezTo>
                <a:cubicBezTo>
                  <a:pt x="543107" y="832180"/>
                  <a:pt x="549073" y="833411"/>
                  <a:pt x="555382" y="834707"/>
                </a:cubicBezTo>
                <a:cubicBezTo>
                  <a:pt x="559634" y="835582"/>
                  <a:pt x="563955" y="836473"/>
                  <a:pt x="568344" y="836473"/>
                </a:cubicBezTo>
                <a:cubicBezTo>
                  <a:pt x="571464" y="836473"/>
                  <a:pt x="574619" y="836031"/>
                  <a:pt x="577808" y="834824"/>
                </a:cubicBezTo>
                <a:cubicBezTo>
                  <a:pt x="586895" y="831364"/>
                  <a:pt x="596016" y="825240"/>
                  <a:pt x="604794" y="819318"/>
                </a:cubicBezTo>
                <a:cubicBezTo>
                  <a:pt x="616041" y="811740"/>
                  <a:pt x="627700" y="803904"/>
                  <a:pt x="639153" y="801820"/>
                </a:cubicBezTo>
                <a:cubicBezTo>
                  <a:pt x="648582" y="800105"/>
                  <a:pt x="658801" y="802111"/>
                  <a:pt x="668677" y="804045"/>
                </a:cubicBezTo>
                <a:cubicBezTo>
                  <a:pt x="674883" y="805262"/>
                  <a:pt x="681295" y="806524"/>
                  <a:pt x="687536" y="806871"/>
                </a:cubicBezTo>
                <a:cubicBezTo>
                  <a:pt x="728547" y="809134"/>
                  <a:pt x="761911" y="806205"/>
                  <a:pt x="787183" y="798161"/>
                </a:cubicBezTo>
                <a:cubicBezTo>
                  <a:pt x="781593" y="801809"/>
                  <a:pt x="776450" y="806219"/>
                  <a:pt x="771478" y="810488"/>
                </a:cubicBezTo>
                <a:cubicBezTo>
                  <a:pt x="763009" y="817720"/>
                  <a:pt x="755053" y="824550"/>
                  <a:pt x="745040" y="828141"/>
                </a:cubicBezTo>
                <a:cubicBezTo>
                  <a:pt x="733176" y="832382"/>
                  <a:pt x="719768" y="832763"/>
                  <a:pt x="706807" y="833126"/>
                </a:cubicBezTo>
                <a:cubicBezTo>
                  <a:pt x="691000" y="833572"/>
                  <a:pt x="674677" y="834032"/>
                  <a:pt x="660172" y="841260"/>
                </a:cubicBezTo>
                <a:cubicBezTo>
                  <a:pt x="650640" y="846033"/>
                  <a:pt x="641210" y="851832"/>
                  <a:pt x="631266" y="857970"/>
                </a:cubicBezTo>
                <a:cubicBezTo>
                  <a:pt x="607366" y="872687"/>
                  <a:pt x="582677" y="887905"/>
                  <a:pt x="556205" y="887905"/>
                </a:cubicBezTo>
                <a:lnTo>
                  <a:pt x="556171" y="887905"/>
                </a:lnTo>
                <a:cubicBezTo>
                  <a:pt x="528739" y="887905"/>
                  <a:pt x="499970" y="871188"/>
                  <a:pt x="474595" y="856440"/>
                </a:cubicBezTo>
                <a:cubicBezTo>
                  <a:pt x="466434" y="851684"/>
                  <a:pt x="458685" y="847189"/>
                  <a:pt x="451141" y="843276"/>
                </a:cubicBezTo>
                <a:cubicBezTo>
                  <a:pt x="443151" y="839138"/>
                  <a:pt x="433036" y="838589"/>
                  <a:pt x="423503" y="838589"/>
                </a:cubicBezTo>
                <a:cubicBezTo>
                  <a:pt x="421754" y="838589"/>
                  <a:pt x="420006" y="838606"/>
                  <a:pt x="418325" y="838627"/>
                </a:cubicBezTo>
                <a:cubicBezTo>
                  <a:pt x="411364" y="838699"/>
                  <a:pt x="404781" y="838771"/>
                  <a:pt x="401660" y="837330"/>
                </a:cubicBezTo>
                <a:cubicBezTo>
                  <a:pt x="401866" y="836439"/>
                  <a:pt x="402929" y="834107"/>
                  <a:pt x="406426" y="830373"/>
                </a:cubicBezTo>
                <a:cubicBezTo>
                  <a:pt x="427549" y="807838"/>
                  <a:pt x="454090" y="808609"/>
                  <a:pt x="482173" y="809422"/>
                </a:cubicBezTo>
                <a:cubicBezTo>
                  <a:pt x="495169" y="809796"/>
                  <a:pt x="508611" y="810186"/>
                  <a:pt x="521367" y="808050"/>
                </a:cubicBezTo>
                <a:cubicBezTo>
                  <a:pt x="540226" y="804889"/>
                  <a:pt x="557269" y="795898"/>
                  <a:pt x="573796" y="787202"/>
                </a:cubicBezTo>
                <a:cubicBezTo>
                  <a:pt x="591730" y="777748"/>
                  <a:pt x="610281" y="767972"/>
                  <a:pt x="630889" y="765983"/>
                </a:cubicBezTo>
                <a:cubicBezTo>
                  <a:pt x="648651" y="764276"/>
                  <a:pt x="665316" y="769940"/>
                  <a:pt x="682975" y="775938"/>
                </a:cubicBezTo>
                <a:cubicBezTo>
                  <a:pt x="696006" y="780364"/>
                  <a:pt x="709447" y="784942"/>
                  <a:pt x="723438" y="786283"/>
                </a:cubicBezTo>
                <a:cubicBezTo>
                  <a:pt x="740686" y="787939"/>
                  <a:pt x="766917" y="787630"/>
                  <a:pt x="790063" y="787353"/>
                </a:cubicBezTo>
                <a:cubicBezTo>
                  <a:pt x="792567" y="787322"/>
                  <a:pt x="795001" y="787294"/>
                  <a:pt x="797435" y="787267"/>
                </a:cubicBezTo>
                <a:cubicBezTo>
                  <a:pt x="772095" y="798535"/>
                  <a:pt x="735336" y="802941"/>
                  <a:pt x="687913" y="800311"/>
                </a:cubicBezTo>
                <a:close/>
                <a:moveTo>
                  <a:pt x="809368" y="788597"/>
                </a:moveTo>
                <a:cubicBezTo>
                  <a:pt x="809951" y="788248"/>
                  <a:pt x="810328" y="787737"/>
                  <a:pt x="810603" y="787168"/>
                </a:cubicBezTo>
                <a:cubicBezTo>
                  <a:pt x="811632" y="787164"/>
                  <a:pt x="812660" y="787157"/>
                  <a:pt x="813655" y="787157"/>
                </a:cubicBezTo>
                <a:cubicBezTo>
                  <a:pt x="812283" y="787617"/>
                  <a:pt x="810843" y="788100"/>
                  <a:pt x="809368" y="788597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52" name="图形 2">
            <a:extLst>
              <a:ext uri="{FF2B5EF4-FFF2-40B4-BE49-F238E27FC236}">
                <a16:creationId xmlns:a16="http://schemas.microsoft.com/office/drawing/2014/main" id="{22729A1A-51E5-377D-7046-A5856C9FA711}"/>
              </a:ext>
            </a:extLst>
          </p:cNvPr>
          <p:cNvGrpSpPr/>
          <p:nvPr userDrawn="1"/>
        </p:nvGrpSpPr>
        <p:grpSpPr>
          <a:xfrm>
            <a:off x="4728887" y="5485660"/>
            <a:ext cx="2520931" cy="1442928"/>
            <a:chOff x="8227884" y="3883959"/>
            <a:chExt cx="804142" cy="460274"/>
          </a:xfrm>
          <a:solidFill>
            <a:schemeClr val="tx2">
              <a:lumMod val="20000"/>
              <a:lumOff val="80000"/>
            </a:schemeClr>
          </a:solidFill>
        </p:grpSpPr>
        <p:grpSp>
          <p:nvGrpSpPr>
            <p:cNvPr id="53" name="图形 2">
              <a:extLst>
                <a:ext uri="{FF2B5EF4-FFF2-40B4-BE49-F238E27FC236}">
                  <a16:creationId xmlns:a16="http://schemas.microsoft.com/office/drawing/2014/main" id="{DA4D5908-60D7-390E-D292-896787A4C8D0}"/>
                </a:ext>
              </a:extLst>
            </p:cNvPr>
            <p:cNvGrpSpPr/>
            <p:nvPr/>
          </p:nvGrpSpPr>
          <p:grpSpPr>
            <a:xfrm>
              <a:off x="8227884" y="3985176"/>
              <a:ext cx="467160" cy="359058"/>
              <a:chOff x="8227884" y="3985176"/>
              <a:chExt cx="467160" cy="359058"/>
            </a:xfrm>
            <a:grpFill/>
          </p:grpSpPr>
          <p:sp>
            <p:nvSpPr>
              <p:cNvPr id="449" name="任意多边形: 形状 448">
                <a:extLst>
                  <a:ext uri="{FF2B5EF4-FFF2-40B4-BE49-F238E27FC236}">
                    <a16:creationId xmlns:a16="http://schemas.microsoft.com/office/drawing/2014/main" id="{409A99D0-95F8-81B3-FDD1-7361563EF35C}"/>
                  </a:ext>
                </a:extLst>
              </p:cNvPr>
              <p:cNvSpPr/>
              <p:nvPr/>
            </p:nvSpPr>
            <p:spPr>
              <a:xfrm>
                <a:off x="8327843" y="4020156"/>
                <a:ext cx="367201" cy="324077"/>
              </a:xfrm>
              <a:custGeom>
                <a:avLst/>
                <a:gdLst>
                  <a:gd name="connsiteX0" fmla="*/ 2596 w 367201"/>
                  <a:gd name="connsiteY0" fmla="*/ 7307 h 324077"/>
                  <a:gd name="connsiteX1" fmla="*/ 167325 w 367201"/>
                  <a:gd name="connsiteY1" fmla="*/ 125367 h 324077"/>
                  <a:gd name="connsiteX2" fmla="*/ 301090 w 367201"/>
                  <a:gd name="connsiteY2" fmla="*/ 281695 h 324077"/>
                  <a:gd name="connsiteX3" fmla="*/ 353416 w 367201"/>
                  <a:gd name="connsiteY3" fmla="*/ 324078 h 324077"/>
                  <a:gd name="connsiteX4" fmla="*/ 367201 w 367201"/>
                  <a:gd name="connsiteY4" fmla="*/ 324078 h 324077"/>
                  <a:gd name="connsiteX5" fmla="*/ 243929 w 367201"/>
                  <a:gd name="connsiteY5" fmla="*/ 207149 h 324077"/>
                  <a:gd name="connsiteX6" fmla="*/ 104300 w 367201"/>
                  <a:gd name="connsiteY6" fmla="*/ 54215 h 324077"/>
                  <a:gd name="connsiteX7" fmla="*/ 4550 w 367201"/>
                  <a:gd name="connsiteY7" fmla="*/ 174 h 324077"/>
                  <a:gd name="connsiteX8" fmla="*/ 2596 w 367201"/>
                  <a:gd name="connsiteY8" fmla="*/ 7307 h 324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7201" h="324077">
                    <a:moveTo>
                      <a:pt x="2596" y="7307"/>
                    </a:moveTo>
                    <a:cubicBezTo>
                      <a:pt x="68912" y="27504"/>
                      <a:pt x="122096" y="74412"/>
                      <a:pt x="167325" y="125367"/>
                    </a:cubicBezTo>
                    <a:cubicBezTo>
                      <a:pt x="212862" y="176665"/>
                      <a:pt x="251507" y="233998"/>
                      <a:pt x="301090" y="281695"/>
                    </a:cubicBezTo>
                    <a:cubicBezTo>
                      <a:pt x="317309" y="297263"/>
                      <a:pt x="334694" y="311665"/>
                      <a:pt x="353416" y="324078"/>
                    </a:cubicBezTo>
                    <a:lnTo>
                      <a:pt x="367201" y="324078"/>
                    </a:lnTo>
                    <a:cubicBezTo>
                      <a:pt x="318681" y="294451"/>
                      <a:pt x="279727" y="251040"/>
                      <a:pt x="243929" y="207149"/>
                    </a:cubicBezTo>
                    <a:cubicBezTo>
                      <a:pt x="200243" y="153588"/>
                      <a:pt x="158855" y="97455"/>
                      <a:pt x="104300" y="54215"/>
                    </a:cubicBezTo>
                    <a:cubicBezTo>
                      <a:pt x="74399" y="30521"/>
                      <a:pt x="41138" y="11318"/>
                      <a:pt x="4550" y="174"/>
                    </a:cubicBezTo>
                    <a:cubicBezTo>
                      <a:pt x="-10" y="-1197"/>
                      <a:pt x="-1965" y="5935"/>
                      <a:pt x="2596" y="7307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0" name="任意多边形: 形状 449">
                <a:extLst>
                  <a:ext uri="{FF2B5EF4-FFF2-40B4-BE49-F238E27FC236}">
                    <a16:creationId xmlns:a16="http://schemas.microsoft.com/office/drawing/2014/main" id="{1994541D-E47A-D3B0-4729-3143C2D7FE6A}"/>
                  </a:ext>
                </a:extLst>
              </p:cNvPr>
              <p:cNvSpPr/>
              <p:nvPr/>
            </p:nvSpPr>
            <p:spPr>
              <a:xfrm>
                <a:off x="8227884" y="3985176"/>
                <a:ext cx="293113" cy="184327"/>
              </a:xfrm>
              <a:custGeom>
                <a:avLst/>
                <a:gdLst>
                  <a:gd name="connsiteX0" fmla="*/ 293036 w 293113"/>
                  <a:gd name="connsiteY0" fmla="*/ 179584 h 184327"/>
                  <a:gd name="connsiteX1" fmla="*/ 227850 w 293113"/>
                  <a:gd name="connsiteY1" fmla="*/ 65502 h 184327"/>
                  <a:gd name="connsiteX2" fmla="*/ 93776 w 293113"/>
                  <a:gd name="connsiteY2" fmla="*/ 5391 h 184327"/>
                  <a:gd name="connsiteX3" fmla="*/ 3697 w 293113"/>
                  <a:gd name="connsiteY3" fmla="*/ 556 h 184327"/>
                  <a:gd name="connsiteX4" fmla="*/ 1056 w 293113"/>
                  <a:gd name="connsiteY4" fmla="*/ 6866 h 184327"/>
                  <a:gd name="connsiteX5" fmla="*/ 219244 w 293113"/>
                  <a:gd name="connsiteY5" fmla="*/ 158050 h 184327"/>
                  <a:gd name="connsiteX6" fmla="*/ 288509 w 293113"/>
                  <a:gd name="connsiteY6" fmla="*/ 184145 h 184327"/>
                  <a:gd name="connsiteX7" fmla="*/ 290464 w 293113"/>
                  <a:gd name="connsiteY7" fmla="*/ 176979 h 184327"/>
                  <a:gd name="connsiteX8" fmla="*/ 60446 w 293113"/>
                  <a:gd name="connsiteY8" fmla="*/ 50894 h 184327"/>
                  <a:gd name="connsiteX9" fmla="*/ 6303 w 293113"/>
                  <a:gd name="connsiteY9" fmla="*/ 1654 h 184327"/>
                  <a:gd name="connsiteX10" fmla="*/ 3697 w 293113"/>
                  <a:gd name="connsiteY10" fmla="*/ 7963 h 184327"/>
                  <a:gd name="connsiteX11" fmla="*/ 155807 w 293113"/>
                  <a:gd name="connsiteY11" fmla="*/ 30149 h 184327"/>
                  <a:gd name="connsiteX12" fmla="*/ 259123 w 293113"/>
                  <a:gd name="connsiteY12" fmla="*/ 113713 h 184327"/>
                  <a:gd name="connsiteX13" fmla="*/ 285903 w 293113"/>
                  <a:gd name="connsiteY13" fmla="*/ 181539 h 184327"/>
                  <a:gd name="connsiteX14" fmla="*/ 293036 w 293113"/>
                  <a:gd name="connsiteY14" fmla="*/ 179584 h 184327"/>
                  <a:gd name="connsiteX15" fmla="*/ 293036 w 293113"/>
                  <a:gd name="connsiteY15" fmla="*/ 179584 h 18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93113" h="184327">
                    <a:moveTo>
                      <a:pt x="293036" y="179584"/>
                    </a:moveTo>
                    <a:cubicBezTo>
                      <a:pt x="284566" y="135590"/>
                      <a:pt x="261215" y="95300"/>
                      <a:pt x="227850" y="65502"/>
                    </a:cubicBezTo>
                    <a:cubicBezTo>
                      <a:pt x="190646" y="32240"/>
                      <a:pt x="142537" y="13552"/>
                      <a:pt x="93776" y="5391"/>
                    </a:cubicBezTo>
                    <a:cubicBezTo>
                      <a:pt x="64047" y="385"/>
                      <a:pt x="33769" y="-884"/>
                      <a:pt x="3697" y="556"/>
                    </a:cubicBezTo>
                    <a:cubicBezTo>
                      <a:pt x="542" y="728"/>
                      <a:pt x="-1276" y="4534"/>
                      <a:pt x="1056" y="6866"/>
                    </a:cubicBezTo>
                    <a:cubicBezTo>
                      <a:pt x="63875" y="69788"/>
                      <a:pt x="137874" y="122080"/>
                      <a:pt x="219244" y="158050"/>
                    </a:cubicBezTo>
                    <a:cubicBezTo>
                      <a:pt x="241806" y="168029"/>
                      <a:pt x="264918" y="176773"/>
                      <a:pt x="288509" y="184145"/>
                    </a:cubicBezTo>
                    <a:cubicBezTo>
                      <a:pt x="293036" y="185551"/>
                      <a:pt x="294990" y="178419"/>
                      <a:pt x="290464" y="176979"/>
                    </a:cubicBezTo>
                    <a:cubicBezTo>
                      <a:pt x="206454" y="150815"/>
                      <a:pt x="128341" y="106787"/>
                      <a:pt x="60446" y="50894"/>
                    </a:cubicBezTo>
                    <a:cubicBezTo>
                      <a:pt x="41621" y="35395"/>
                      <a:pt x="23550" y="18936"/>
                      <a:pt x="6303" y="1654"/>
                    </a:cubicBezTo>
                    <a:cubicBezTo>
                      <a:pt x="5411" y="3745"/>
                      <a:pt x="4554" y="5871"/>
                      <a:pt x="3697" y="7963"/>
                    </a:cubicBezTo>
                    <a:cubicBezTo>
                      <a:pt x="55166" y="5460"/>
                      <a:pt x="107630" y="10912"/>
                      <a:pt x="155807" y="30149"/>
                    </a:cubicBezTo>
                    <a:cubicBezTo>
                      <a:pt x="197881" y="46951"/>
                      <a:pt x="234777" y="75137"/>
                      <a:pt x="259123" y="113713"/>
                    </a:cubicBezTo>
                    <a:cubicBezTo>
                      <a:pt x="272222" y="134459"/>
                      <a:pt x="281274" y="157433"/>
                      <a:pt x="285903" y="181539"/>
                    </a:cubicBezTo>
                    <a:cubicBezTo>
                      <a:pt x="286829" y="186202"/>
                      <a:pt x="293927" y="184248"/>
                      <a:pt x="293036" y="179584"/>
                    </a:cubicBezTo>
                    <a:lnTo>
                      <a:pt x="293036" y="17958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1" name="任意多边形: 形状 450">
                <a:extLst>
                  <a:ext uri="{FF2B5EF4-FFF2-40B4-BE49-F238E27FC236}">
                    <a16:creationId xmlns:a16="http://schemas.microsoft.com/office/drawing/2014/main" id="{98ABA12A-ED90-BF0B-EDB5-110F90245E13}"/>
                  </a:ext>
                </a:extLst>
              </p:cNvPr>
              <p:cNvSpPr/>
              <p:nvPr/>
            </p:nvSpPr>
            <p:spPr>
              <a:xfrm>
                <a:off x="8571601" y="4068289"/>
                <a:ext cx="59611" cy="227394"/>
              </a:xfrm>
              <a:custGeom>
                <a:avLst/>
                <a:gdLst>
                  <a:gd name="connsiteX0" fmla="*/ 274 w 59611"/>
                  <a:gd name="connsiteY0" fmla="*/ 4437 h 227394"/>
                  <a:gd name="connsiteX1" fmla="*/ 46120 w 59611"/>
                  <a:gd name="connsiteY1" fmla="*/ 173418 h 227394"/>
                  <a:gd name="connsiteX2" fmla="*/ 52189 w 59611"/>
                  <a:gd name="connsiteY2" fmla="*/ 223859 h 227394"/>
                  <a:gd name="connsiteX3" fmla="*/ 59595 w 59611"/>
                  <a:gd name="connsiteY3" fmla="*/ 223859 h 227394"/>
                  <a:gd name="connsiteX4" fmla="*/ 24620 w 59611"/>
                  <a:gd name="connsiteY4" fmla="*/ 50489 h 227394"/>
                  <a:gd name="connsiteX5" fmla="*/ 7406 w 59611"/>
                  <a:gd name="connsiteY5" fmla="*/ 2483 h 227394"/>
                  <a:gd name="connsiteX6" fmla="*/ 274 w 59611"/>
                  <a:gd name="connsiteY6" fmla="*/ 4437 h 227394"/>
                  <a:gd name="connsiteX7" fmla="*/ 274 w 59611"/>
                  <a:gd name="connsiteY7" fmla="*/ 4437 h 227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11" h="227394">
                    <a:moveTo>
                      <a:pt x="274" y="4437"/>
                    </a:moveTo>
                    <a:cubicBezTo>
                      <a:pt x="21774" y="58855"/>
                      <a:pt x="37204" y="115605"/>
                      <a:pt x="46120" y="173418"/>
                    </a:cubicBezTo>
                    <a:cubicBezTo>
                      <a:pt x="48726" y="190152"/>
                      <a:pt x="50714" y="206988"/>
                      <a:pt x="52189" y="223859"/>
                    </a:cubicBezTo>
                    <a:cubicBezTo>
                      <a:pt x="52600" y="228556"/>
                      <a:pt x="60007" y="228591"/>
                      <a:pt x="59595" y="223859"/>
                    </a:cubicBezTo>
                    <a:cubicBezTo>
                      <a:pt x="54417" y="164983"/>
                      <a:pt x="42759" y="106724"/>
                      <a:pt x="24620" y="50489"/>
                    </a:cubicBezTo>
                    <a:cubicBezTo>
                      <a:pt x="19407" y="34303"/>
                      <a:pt x="13647" y="18290"/>
                      <a:pt x="7406" y="2483"/>
                    </a:cubicBezTo>
                    <a:cubicBezTo>
                      <a:pt x="5657" y="-1907"/>
                      <a:pt x="-1475" y="13"/>
                      <a:pt x="274" y="4437"/>
                    </a:cubicBezTo>
                    <a:lnTo>
                      <a:pt x="274" y="4437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2" name="任意多边形: 形状 451">
                <a:extLst>
                  <a:ext uri="{FF2B5EF4-FFF2-40B4-BE49-F238E27FC236}">
                    <a16:creationId xmlns:a16="http://schemas.microsoft.com/office/drawing/2014/main" id="{D0D01B9F-44BC-D180-F197-FF445C792FA4}"/>
                  </a:ext>
                </a:extLst>
              </p:cNvPr>
              <p:cNvSpPr/>
              <p:nvPr/>
            </p:nvSpPr>
            <p:spPr>
              <a:xfrm>
                <a:off x="8538790" y="3997643"/>
                <a:ext cx="110500" cy="300013"/>
              </a:xfrm>
              <a:custGeom>
                <a:avLst/>
                <a:gdLst>
                  <a:gd name="connsiteX0" fmla="*/ 91068 w 110500"/>
                  <a:gd name="connsiteY0" fmla="*/ 298139 h 300013"/>
                  <a:gd name="connsiteX1" fmla="*/ 107631 w 110500"/>
                  <a:gd name="connsiteY1" fmla="*/ 165334 h 300013"/>
                  <a:gd name="connsiteX2" fmla="*/ 62779 w 110500"/>
                  <a:gd name="connsiteY2" fmla="*/ 49606 h 300013"/>
                  <a:gd name="connsiteX3" fmla="*/ 12990 w 110500"/>
                  <a:gd name="connsiteY3" fmla="*/ 571 h 300013"/>
                  <a:gd name="connsiteX4" fmla="*/ 7572 w 110500"/>
                  <a:gd name="connsiteY4" fmla="*/ 2800 h 300013"/>
                  <a:gd name="connsiteX5" fmla="*/ 6681 w 110500"/>
                  <a:gd name="connsiteY5" fmla="*/ 127101 h 300013"/>
                  <a:gd name="connsiteX6" fmla="*/ 23997 w 110500"/>
                  <a:gd name="connsiteY6" fmla="*/ 185188 h 300013"/>
                  <a:gd name="connsiteX7" fmla="*/ 51807 w 110500"/>
                  <a:gd name="connsiteY7" fmla="*/ 239092 h 300013"/>
                  <a:gd name="connsiteX8" fmla="*/ 84691 w 110500"/>
                  <a:gd name="connsiteY8" fmla="*/ 298139 h 300013"/>
                  <a:gd name="connsiteX9" fmla="*/ 91068 w 110500"/>
                  <a:gd name="connsiteY9" fmla="*/ 294402 h 300013"/>
                  <a:gd name="connsiteX10" fmla="*/ 34456 w 110500"/>
                  <a:gd name="connsiteY10" fmla="*/ 190572 h 300013"/>
                  <a:gd name="connsiteX11" fmla="*/ 7538 w 110500"/>
                  <a:gd name="connsiteY11" fmla="*/ 73506 h 300013"/>
                  <a:gd name="connsiteX12" fmla="*/ 14705 w 110500"/>
                  <a:gd name="connsiteY12" fmla="*/ 4754 h 300013"/>
                  <a:gd name="connsiteX13" fmla="*/ 9253 w 110500"/>
                  <a:gd name="connsiteY13" fmla="*/ 6983 h 300013"/>
                  <a:gd name="connsiteX14" fmla="*/ 82599 w 110500"/>
                  <a:gd name="connsiteY14" fmla="*/ 98057 h 300013"/>
                  <a:gd name="connsiteX15" fmla="*/ 99093 w 110500"/>
                  <a:gd name="connsiteY15" fmla="*/ 157653 h 300013"/>
                  <a:gd name="connsiteX16" fmla="*/ 102556 w 110500"/>
                  <a:gd name="connsiteY16" fmla="*/ 223559 h 300013"/>
                  <a:gd name="connsiteX17" fmla="*/ 84691 w 110500"/>
                  <a:gd name="connsiteY17" fmla="*/ 294402 h 300013"/>
                  <a:gd name="connsiteX18" fmla="*/ 91068 w 110500"/>
                  <a:gd name="connsiteY18" fmla="*/ 298139 h 300013"/>
                  <a:gd name="connsiteX19" fmla="*/ 91068 w 110500"/>
                  <a:gd name="connsiteY19" fmla="*/ 298139 h 300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10500" h="300013">
                    <a:moveTo>
                      <a:pt x="91068" y="298139"/>
                    </a:moveTo>
                    <a:cubicBezTo>
                      <a:pt x="111094" y="257094"/>
                      <a:pt x="113666" y="209980"/>
                      <a:pt x="107631" y="165334"/>
                    </a:cubicBezTo>
                    <a:cubicBezTo>
                      <a:pt x="101973" y="123397"/>
                      <a:pt x="88600" y="83518"/>
                      <a:pt x="62779" y="49606"/>
                    </a:cubicBezTo>
                    <a:cubicBezTo>
                      <a:pt x="48584" y="30952"/>
                      <a:pt x="31644" y="14767"/>
                      <a:pt x="12990" y="571"/>
                    </a:cubicBezTo>
                    <a:cubicBezTo>
                      <a:pt x="11070" y="-904"/>
                      <a:pt x="8121" y="708"/>
                      <a:pt x="7572" y="2800"/>
                    </a:cubicBezTo>
                    <a:cubicBezTo>
                      <a:pt x="-3195" y="43365"/>
                      <a:pt x="-1549" y="86193"/>
                      <a:pt x="6681" y="127101"/>
                    </a:cubicBezTo>
                    <a:cubicBezTo>
                      <a:pt x="10659" y="146955"/>
                      <a:pt x="16076" y="166500"/>
                      <a:pt x="23997" y="185188"/>
                    </a:cubicBezTo>
                    <a:cubicBezTo>
                      <a:pt x="31918" y="203808"/>
                      <a:pt x="41726" y="221570"/>
                      <a:pt x="51807" y="239092"/>
                    </a:cubicBezTo>
                    <a:cubicBezTo>
                      <a:pt x="63019" y="258603"/>
                      <a:pt x="74678" y="277943"/>
                      <a:pt x="84691" y="298139"/>
                    </a:cubicBezTo>
                    <a:cubicBezTo>
                      <a:pt x="86817" y="302391"/>
                      <a:pt x="93194" y="298654"/>
                      <a:pt x="91068" y="294402"/>
                    </a:cubicBezTo>
                    <a:cubicBezTo>
                      <a:pt x="73546" y="259049"/>
                      <a:pt x="51018" y="226405"/>
                      <a:pt x="34456" y="190572"/>
                    </a:cubicBezTo>
                    <a:cubicBezTo>
                      <a:pt x="17688" y="154293"/>
                      <a:pt x="8978" y="113385"/>
                      <a:pt x="7538" y="73506"/>
                    </a:cubicBezTo>
                    <a:cubicBezTo>
                      <a:pt x="6715" y="50360"/>
                      <a:pt x="8738" y="27180"/>
                      <a:pt x="14705" y="4754"/>
                    </a:cubicBezTo>
                    <a:cubicBezTo>
                      <a:pt x="12888" y="5508"/>
                      <a:pt x="11070" y="6229"/>
                      <a:pt x="9253" y="6983"/>
                    </a:cubicBezTo>
                    <a:cubicBezTo>
                      <a:pt x="40731" y="30883"/>
                      <a:pt x="66894" y="61573"/>
                      <a:pt x="82599" y="98057"/>
                    </a:cubicBezTo>
                    <a:cubicBezTo>
                      <a:pt x="90794" y="117054"/>
                      <a:pt x="95732" y="137285"/>
                      <a:pt x="99093" y="157653"/>
                    </a:cubicBezTo>
                    <a:cubicBezTo>
                      <a:pt x="102624" y="179393"/>
                      <a:pt x="104030" y="201579"/>
                      <a:pt x="102556" y="223559"/>
                    </a:cubicBezTo>
                    <a:cubicBezTo>
                      <a:pt x="100944" y="248008"/>
                      <a:pt x="95458" y="272319"/>
                      <a:pt x="84691" y="294402"/>
                    </a:cubicBezTo>
                    <a:cubicBezTo>
                      <a:pt x="82633" y="298654"/>
                      <a:pt x="88977" y="302391"/>
                      <a:pt x="91068" y="298139"/>
                    </a:cubicBezTo>
                    <a:lnTo>
                      <a:pt x="91068" y="29813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3" name="任意多边形: 形状 452">
                <a:extLst>
                  <a:ext uri="{FF2B5EF4-FFF2-40B4-BE49-F238E27FC236}">
                    <a16:creationId xmlns:a16="http://schemas.microsoft.com/office/drawing/2014/main" id="{9A72F124-4B2D-479C-0B60-4E7F178C8693}"/>
                  </a:ext>
                </a:extLst>
              </p:cNvPr>
              <p:cNvSpPr/>
              <p:nvPr/>
            </p:nvSpPr>
            <p:spPr>
              <a:xfrm>
                <a:off x="8385666" y="4214528"/>
                <a:ext cx="269548" cy="106336"/>
              </a:xfrm>
              <a:custGeom>
                <a:avLst/>
                <a:gdLst>
                  <a:gd name="connsiteX0" fmla="*/ 2620 w 269548"/>
                  <a:gd name="connsiteY0" fmla="*/ 7290 h 106336"/>
                  <a:gd name="connsiteX1" fmla="*/ 208326 w 269548"/>
                  <a:gd name="connsiteY1" fmla="*/ 79814 h 106336"/>
                  <a:gd name="connsiteX2" fmla="*/ 263944 w 269548"/>
                  <a:gd name="connsiteY2" fmla="*/ 105909 h 106336"/>
                  <a:gd name="connsiteX3" fmla="*/ 267682 w 269548"/>
                  <a:gd name="connsiteY3" fmla="*/ 99531 h 106336"/>
                  <a:gd name="connsiteX4" fmla="*/ 64171 w 269548"/>
                  <a:gd name="connsiteY4" fmla="*/ 18092 h 106336"/>
                  <a:gd name="connsiteX5" fmla="*/ 4575 w 269548"/>
                  <a:gd name="connsiteY5" fmla="*/ 158 h 106336"/>
                  <a:gd name="connsiteX6" fmla="*/ 2620 w 269548"/>
                  <a:gd name="connsiteY6" fmla="*/ 7290 h 106336"/>
                  <a:gd name="connsiteX7" fmla="*/ 2620 w 269548"/>
                  <a:gd name="connsiteY7" fmla="*/ 7290 h 106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69548" h="106336">
                    <a:moveTo>
                      <a:pt x="2620" y="7290"/>
                    </a:moveTo>
                    <a:cubicBezTo>
                      <a:pt x="72572" y="27213"/>
                      <a:pt x="141666" y="50564"/>
                      <a:pt x="208326" y="79814"/>
                    </a:cubicBezTo>
                    <a:cubicBezTo>
                      <a:pt x="227083" y="88044"/>
                      <a:pt x="245599" y="96753"/>
                      <a:pt x="263944" y="105909"/>
                    </a:cubicBezTo>
                    <a:cubicBezTo>
                      <a:pt x="268162" y="108034"/>
                      <a:pt x="271934" y="101657"/>
                      <a:pt x="267682" y="99531"/>
                    </a:cubicBezTo>
                    <a:cubicBezTo>
                      <a:pt x="202222" y="66784"/>
                      <a:pt x="133848" y="40277"/>
                      <a:pt x="64171" y="18092"/>
                    </a:cubicBezTo>
                    <a:cubicBezTo>
                      <a:pt x="44420" y="11817"/>
                      <a:pt x="24532" y="5851"/>
                      <a:pt x="4575" y="158"/>
                    </a:cubicBezTo>
                    <a:cubicBezTo>
                      <a:pt x="-20" y="-1145"/>
                      <a:pt x="-1974" y="5987"/>
                      <a:pt x="2620" y="7290"/>
                    </a:cubicBezTo>
                    <a:lnTo>
                      <a:pt x="2620" y="7290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4" name="任意多边形: 形状 453">
                <a:extLst>
                  <a:ext uri="{FF2B5EF4-FFF2-40B4-BE49-F238E27FC236}">
                    <a16:creationId xmlns:a16="http://schemas.microsoft.com/office/drawing/2014/main" id="{D33D98E3-BE07-C661-B6DD-AC10E9041775}"/>
                  </a:ext>
                </a:extLst>
              </p:cNvPr>
              <p:cNvSpPr/>
              <p:nvPr/>
            </p:nvSpPr>
            <p:spPr>
              <a:xfrm>
                <a:off x="8268735" y="4175763"/>
                <a:ext cx="386381" cy="145242"/>
              </a:xfrm>
              <a:custGeom>
                <a:avLst/>
                <a:gdLst>
                  <a:gd name="connsiteX0" fmla="*/ 385333 w 386381"/>
                  <a:gd name="connsiteY0" fmla="*/ 138879 h 145242"/>
                  <a:gd name="connsiteX1" fmla="*/ 257774 w 386381"/>
                  <a:gd name="connsiteY1" fmla="*/ 43655 h 145242"/>
                  <a:gd name="connsiteX2" fmla="*/ 98085 w 386381"/>
                  <a:gd name="connsiteY2" fmla="*/ 278 h 145242"/>
                  <a:gd name="connsiteX3" fmla="*/ 2725 w 386381"/>
                  <a:gd name="connsiteY3" fmla="*/ 10326 h 145242"/>
                  <a:gd name="connsiteX4" fmla="*/ 1079 w 386381"/>
                  <a:gd name="connsiteY4" fmla="*/ 16498 h 145242"/>
                  <a:gd name="connsiteX5" fmla="*/ 133507 w 386381"/>
                  <a:gd name="connsiteY5" fmla="*/ 99651 h 145242"/>
                  <a:gd name="connsiteX6" fmla="*/ 285446 w 386381"/>
                  <a:gd name="connsiteY6" fmla="*/ 137953 h 145242"/>
                  <a:gd name="connsiteX7" fmla="*/ 382727 w 386381"/>
                  <a:gd name="connsiteY7" fmla="*/ 145188 h 145242"/>
                  <a:gd name="connsiteX8" fmla="*/ 382727 w 386381"/>
                  <a:gd name="connsiteY8" fmla="*/ 137781 h 145242"/>
                  <a:gd name="connsiteX9" fmla="*/ 218958 w 386381"/>
                  <a:gd name="connsiteY9" fmla="*/ 118922 h 145242"/>
                  <a:gd name="connsiteX10" fmla="*/ 78094 w 386381"/>
                  <a:gd name="connsiteY10" fmla="*/ 63681 h 145242"/>
                  <a:gd name="connsiteX11" fmla="*/ 6291 w 386381"/>
                  <a:gd name="connsiteY11" fmla="*/ 11285 h 145242"/>
                  <a:gd name="connsiteX12" fmla="*/ 4679 w 386381"/>
                  <a:gd name="connsiteY12" fmla="*/ 17458 h 145242"/>
                  <a:gd name="connsiteX13" fmla="*/ 170814 w 386381"/>
                  <a:gd name="connsiteY13" fmla="*/ 18349 h 145242"/>
                  <a:gd name="connsiteX14" fmla="*/ 313701 w 386381"/>
                  <a:gd name="connsiteY14" fmla="*/ 86278 h 145242"/>
                  <a:gd name="connsiteX15" fmla="*/ 380121 w 386381"/>
                  <a:gd name="connsiteY15" fmla="*/ 144125 h 145242"/>
                  <a:gd name="connsiteX16" fmla="*/ 385333 w 386381"/>
                  <a:gd name="connsiteY16" fmla="*/ 138879 h 145242"/>
                  <a:gd name="connsiteX17" fmla="*/ 385333 w 386381"/>
                  <a:gd name="connsiteY17" fmla="*/ 138879 h 145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386381" h="145242">
                    <a:moveTo>
                      <a:pt x="385333" y="138879"/>
                    </a:moveTo>
                    <a:cubicBezTo>
                      <a:pt x="348608" y="100268"/>
                      <a:pt x="305300" y="67796"/>
                      <a:pt x="257774" y="43655"/>
                    </a:cubicBezTo>
                    <a:cubicBezTo>
                      <a:pt x="208122" y="18418"/>
                      <a:pt x="153910" y="2542"/>
                      <a:pt x="98085" y="278"/>
                    </a:cubicBezTo>
                    <a:cubicBezTo>
                      <a:pt x="66024" y="-1025"/>
                      <a:pt x="33792" y="2233"/>
                      <a:pt x="2725" y="10326"/>
                    </a:cubicBezTo>
                    <a:cubicBezTo>
                      <a:pt x="153" y="10977"/>
                      <a:pt x="-1013" y="14646"/>
                      <a:pt x="1079" y="16498"/>
                    </a:cubicBezTo>
                    <a:cubicBezTo>
                      <a:pt x="40581" y="51165"/>
                      <a:pt x="84987" y="79488"/>
                      <a:pt x="133507" y="99651"/>
                    </a:cubicBezTo>
                    <a:cubicBezTo>
                      <a:pt x="181993" y="119779"/>
                      <a:pt x="233462" y="131403"/>
                      <a:pt x="285446" y="137953"/>
                    </a:cubicBezTo>
                    <a:cubicBezTo>
                      <a:pt x="317713" y="141999"/>
                      <a:pt x="350220" y="144125"/>
                      <a:pt x="382727" y="145188"/>
                    </a:cubicBezTo>
                    <a:cubicBezTo>
                      <a:pt x="387493" y="145360"/>
                      <a:pt x="387493" y="137953"/>
                      <a:pt x="382727" y="137781"/>
                    </a:cubicBezTo>
                    <a:cubicBezTo>
                      <a:pt x="327760" y="136032"/>
                      <a:pt x="272656" y="131198"/>
                      <a:pt x="218958" y="118922"/>
                    </a:cubicBezTo>
                    <a:cubicBezTo>
                      <a:pt x="169546" y="107572"/>
                      <a:pt x="121746" y="89638"/>
                      <a:pt x="78094" y="63681"/>
                    </a:cubicBezTo>
                    <a:cubicBezTo>
                      <a:pt x="52548" y="48525"/>
                      <a:pt x="28614" y="30865"/>
                      <a:pt x="6291" y="11285"/>
                    </a:cubicBezTo>
                    <a:cubicBezTo>
                      <a:pt x="5777" y="13343"/>
                      <a:pt x="5228" y="15400"/>
                      <a:pt x="4679" y="17458"/>
                    </a:cubicBezTo>
                    <a:cubicBezTo>
                      <a:pt x="59029" y="3330"/>
                      <a:pt x="116533" y="4565"/>
                      <a:pt x="170814" y="18349"/>
                    </a:cubicBezTo>
                    <a:cubicBezTo>
                      <a:pt x="222181" y="31414"/>
                      <a:pt x="270667" y="55485"/>
                      <a:pt x="313701" y="86278"/>
                    </a:cubicBezTo>
                    <a:cubicBezTo>
                      <a:pt x="337601" y="103389"/>
                      <a:pt x="359855" y="122797"/>
                      <a:pt x="380121" y="144125"/>
                    </a:cubicBezTo>
                    <a:cubicBezTo>
                      <a:pt x="383412" y="147554"/>
                      <a:pt x="388624" y="142308"/>
                      <a:pt x="385333" y="138879"/>
                    </a:cubicBezTo>
                    <a:lnTo>
                      <a:pt x="385333" y="13887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4" name="图形 2">
              <a:extLst>
                <a:ext uri="{FF2B5EF4-FFF2-40B4-BE49-F238E27FC236}">
                  <a16:creationId xmlns:a16="http://schemas.microsoft.com/office/drawing/2014/main" id="{B0FFE2D1-6CA2-78AA-DC14-FADF391E6BFF}"/>
                </a:ext>
              </a:extLst>
            </p:cNvPr>
            <p:cNvGrpSpPr/>
            <p:nvPr/>
          </p:nvGrpSpPr>
          <p:grpSpPr>
            <a:xfrm>
              <a:off x="8663191" y="3883959"/>
              <a:ext cx="368835" cy="460274"/>
              <a:chOff x="8663191" y="3883959"/>
              <a:chExt cx="368835" cy="460274"/>
            </a:xfrm>
            <a:grpFill/>
          </p:grpSpPr>
          <p:sp>
            <p:nvSpPr>
              <p:cNvPr id="55" name="任意多边形: 形状 54">
                <a:extLst>
                  <a:ext uri="{FF2B5EF4-FFF2-40B4-BE49-F238E27FC236}">
                    <a16:creationId xmlns:a16="http://schemas.microsoft.com/office/drawing/2014/main" id="{2B3C573A-9C2C-4741-518F-4CECDD2DF9FB}"/>
                  </a:ext>
                </a:extLst>
              </p:cNvPr>
              <p:cNvSpPr/>
              <p:nvPr/>
            </p:nvSpPr>
            <p:spPr>
              <a:xfrm>
                <a:off x="8816273" y="3946032"/>
                <a:ext cx="56976" cy="398201"/>
              </a:xfrm>
              <a:custGeom>
                <a:avLst/>
                <a:gdLst>
                  <a:gd name="connsiteX0" fmla="*/ 24298 w 56976"/>
                  <a:gd name="connsiteY0" fmla="*/ 162355 h 398201"/>
                  <a:gd name="connsiteX1" fmla="*/ 32253 w 56976"/>
                  <a:gd name="connsiteY1" fmla="*/ 323141 h 398201"/>
                  <a:gd name="connsiteX2" fmla="*/ 49192 w 56976"/>
                  <a:gd name="connsiteY2" fmla="*/ 398202 h 398201"/>
                  <a:gd name="connsiteX3" fmla="*/ 56976 w 56976"/>
                  <a:gd name="connsiteY3" fmla="*/ 398202 h 398201"/>
                  <a:gd name="connsiteX4" fmla="*/ 33933 w 56976"/>
                  <a:gd name="connsiteY4" fmla="*/ 250824 h 398201"/>
                  <a:gd name="connsiteX5" fmla="*/ 26664 w 56976"/>
                  <a:gd name="connsiteY5" fmla="*/ 89763 h 398201"/>
                  <a:gd name="connsiteX6" fmla="*/ 7324 w 56976"/>
                  <a:gd name="connsiteY6" fmla="*/ 2530 h 398201"/>
                  <a:gd name="connsiteX7" fmla="*/ 226 w 56976"/>
                  <a:gd name="connsiteY7" fmla="*/ 4518 h 398201"/>
                  <a:gd name="connsiteX8" fmla="*/ 24298 w 56976"/>
                  <a:gd name="connsiteY8" fmla="*/ 162355 h 3982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6976" h="398201">
                    <a:moveTo>
                      <a:pt x="24298" y="162355"/>
                    </a:moveTo>
                    <a:cubicBezTo>
                      <a:pt x="26047" y="215985"/>
                      <a:pt x="25155" y="269854"/>
                      <a:pt x="32253" y="323141"/>
                    </a:cubicBezTo>
                    <a:cubicBezTo>
                      <a:pt x="35648" y="348618"/>
                      <a:pt x="40963" y="373856"/>
                      <a:pt x="49192" y="398202"/>
                    </a:cubicBezTo>
                    <a:lnTo>
                      <a:pt x="56976" y="398202"/>
                    </a:lnTo>
                    <a:cubicBezTo>
                      <a:pt x="40689" y="350847"/>
                      <a:pt x="35854" y="300647"/>
                      <a:pt x="33933" y="250824"/>
                    </a:cubicBezTo>
                    <a:cubicBezTo>
                      <a:pt x="31910" y="197125"/>
                      <a:pt x="33042" y="143222"/>
                      <a:pt x="26664" y="89763"/>
                    </a:cubicBezTo>
                    <a:cubicBezTo>
                      <a:pt x="23132" y="60137"/>
                      <a:pt x="17234" y="30750"/>
                      <a:pt x="7324" y="2530"/>
                    </a:cubicBezTo>
                    <a:cubicBezTo>
                      <a:pt x="5781" y="-1928"/>
                      <a:pt x="-1351" y="-8"/>
                      <a:pt x="226" y="4518"/>
                    </a:cubicBezTo>
                    <a:cubicBezTo>
                      <a:pt x="18023" y="55199"/>
                      <a:pt x="22515" y="109000"/>
                      <a:pt x="24298" y="162355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: 形状 55">
                <a:extLst>
                  <a:ext uri="{FF2B5EF4-FFF2-40B4-BE49-F238E27FC236}">
                    <a16:creationId xmlns:a16="http://schemas.microsoft.com/office/drawing/2014/main" id="{CA362B1B-6AEB-EF04-335A-46D17EC23341}"/>
                  </a:ext>
                </a:extLst>
              </p:cNvPr>
              <p:cNvSpPr/>
              <p:nvPr/>
            </p:nvSpPr>
            <p:spPr>
              <a:xfrm>
                <a:off x="8783642" y="3883959"/>
                <a:ext cx="79561" cy="205892"/>
              </a:xfrm>
              <a:custGeom>
                <a:avLst/>
                <a:gdLst>
                  <a:gd name="connsiteX0" fmla="*/ 63342 w 79561"/>
                  <a:gd name="connsiteY0" fmla="*/ 203854 h 205892"/>
                  <a:gd name="connsiteX1" fmla="*/ 77778 w 79561"/>
                  <a:gd name="connsiteY1" fmla="*/ 113809 h 205892"/>
                  <a:gd name="connsiteX2" fmla="*/ 42596 w 79561"/>
                  <a:gd name="connsiteY2" fmla="*/ 33845 h 205892"/>
                  <a:gd name="connsiteX3" fmla="*/ 7552 w 79561"/>
                  <a:gd name="connsiteY3" fmla="*/ 617 h 205892"/>
                  <a:gd name="connsiteX4" fmla="*/ 1997 w 79561"/>
                  <a:gd name="connsiteY4" fmla="*/ 3806 h 205892"/>
                  <a:gd name="connsiteX5" fmla="*/ 31898 w 79561"/>
                  <a:gd name="connsiteY5" fmla="*/ 165038 h 205892"/>
                  <a:gd name="connsiteX6" fmla="*/ 57512 w 79561"/>
                  <a:gd name="connsiteY6" fmla="*/ 204608 h 205892"/>
                  <a:gd name="connsiteX7" fmla="*/ 62759 w 79561"/>
                  <a:gd name="connsiteY7" fmla="*/ 199362 h 205892"/>
                  <a:gd name="connsiteX8" fmla="*/ 7655 w 79561"/>
                  <a:gd name="connsiteY8" fmla="*/ 49309 h 205892"/>
                  <a:gd name="connsiteX9" fmla="*/ 9403 w 79561"/>
                  <a:gd name="connsiteY9" fmla="*/ 3806 h 205892"/>
                  <a:gd name="connsiteX10" fmla="*/ 3814 w 79561"/>
                  <a:gd name="connsiteY10" fmla="*/ 6995 h 205892"/>
                  <a:gd name="connsiteX11" fmla="*/ 71640 w 79561"/>
                  <a:gd name="connsiteY11" fmla="*/ 151665 h 205892"/>
                  <a:gd name="connsiteX12" fmla="*/ 56929 w 79561"/>
                  <a:gd name="connsiteY12" fmla="*/ 200117 h 205892"/>
                  <a:gd name="connsiteX13" fmla="*/ 63342 w 79561"/>
                  <a:gd name="connsiteY13" fmla="*/ 203854 h 205892"/>
                  <a:gd name="connsiteX14" fmla="*/ 63342 w 79561"/>
                  <a:gd name="connsiteY14" fmla="*/ 203854 h 2058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561" h="205892">
                    <a:moveTo>
                      <a:pt x="63342" y="203854"/>
                    </a:moveTo>
                    <a:cubicBezTo>
                      <a:pt x="76920" y="175291"/>
                      <a:pt x="82818" y="145253"/>
                      <a:pt x="77778" y="113809"/>
                    </a:cubicBezTo>
                    <a:cubicBezTo>
                      <a:pt x="73114" y="84593"/>
                      <a:pt x="60907" y="57058"/>
                      <a:pt x="42596" y="33845"/>
                    </a:cubicBezTo>
                    <a:cubicBezTo>
                      <a:pt x="32549" y="21123"/>
                      <a:pt x="20719" y="10013"/>
                      <a:pt x="7552" y="617"/>
                    </a:cubicBezTo>
                    <a:cubicBezTo>
                      <a:pt x="5014" y="-1200"/>
                      <a:pt x="2305" y="1337"/>
                      <a:pt x="1997" y="3806"/>
                    </a:cubicBezTo>
                    <a:cubicBezTo>
                      <a:pt x="-4827" y="59013"/>
                      <a:pt x="6009" y="115935"/>
                      <a:pt x="31898" y="165038"/>
                    </a:cubicBezTo>
                    <a:cubicBezTo>
                      <a:pt x="39270" y="178994"/>
                      <a:pt x="47877" y="192161"/>
                      <a:pt x="57512" y="204608"/>
                    </a:cubicBezTo>
                    <a:cubicBezTo>
                      <a:pt x="60427" y="208346"/>
                      <a:pt x="65639" y="203100"/>
                      <a:pt x="62759" y="199362"/>
                    </a:cubicBezTo>
                    <a:cubicBezTo>
                      <a:pt x="29600" y="156602"/>
                      <a:pt x="10295" y="103316"/>
                      <a:pt x="7655" y="49309"/>
                    </a:cubicBezTo>
                    <a:cubicBezTo>
                      <a:pt x="6934" y="34119"/>
                      <a:pt x="7517" y="18894"/>
                      <a:pt x="9403" y="3806"/>
                    </a:cubicBezTo>
                    <a:cubicBezTo>
                      <a:pt x="7517" y="4869"/>
                      <a:pt x="5666" y="5967"/>
                      <a:pt x="3814" y="6995"/>
                    </a:cubicBezTo>
                    <a:cubicBezTo>
                      <a:pt x="48700" y="39056"/>
                      <a:pt x="77709" y="96046"/>
                      <a:pt x="71640" y="151665"/>
                    </a:cubicBezTo>
                    <a:cubicBezTo>
                      <a:pt x="69788" y="168570"/>
                      <a:pt x="64233" y="184823"/>
                      <a:pt x="56929" y="200117"/>
                    </a:cubicBezTo>
                    <a:cubicBezTo>
                      <a:pt x="54906" y="204403"/>
                      <a:pt x="61284" y="208140"/>
                      <a:pt x="63342" y="203854"/>
                    </a:cubicBezTo>
                    <a:lnTo>
                      <a:pt x="63342" y="20385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: 形状 56">
                <a:extLst>
                  <a:ext uri="{FF2B5EF4-FFF2-40B4-BE49-F238E27FC236}">
                    <a16:creationId xmlns:a16="http://schemas.microsoft.com/office/drawing/2014/main" id="{241E9383-9C7E-65FB-456B-B8D757F6615F}"/>
                  </a:ext>
                </a:extLst>
              </p:cNvPr>
              <p:cNvSpPr/>
              <p:nvPr/>
            </p:nvSpPr>
            <p:spPr>
              <a:xfrm>
                <a:off x="8844803" y="4055399"/>
                <a:ext cx="79607" cy="164825"/>
              </a:xfrm>
              <a:custGeom>
                <a:avLst/>
                <a:gdLst>
                  <a:gd name="connsiteX0" fmla="*/ 73538 w 79607"/>
                  <a:gd name="connsiteY0" fmla="*/ 1279 h 164825"/>
                  <a:gd name="connsiteX1" fmla="*/ 89 w 79607"/>
                  <a:gd name="connsiteY1" fmla="*/ 160179 h 164825"/>
                  <a:gd name="connsiteX2" fmla="*/ 7221 w 79607"/>
                  <a:gd name="connsiteY2" fmla="*/ 162168 h 164825"/>
                  <a:gd name="connsiteX3" fmla="*/ 78750 w 79607"/>
                  <a:gd name="connsiteY3" fmla="*/ 6525 h 164825"/>
                  <a:gd name="connsiteX4" fmla="*/ 73538 w 79607"/>
                  <a:gd name="connsiteY4" fmla="*/ 1279 h 164825"/>
                  <a:gd name="connsiteX5" fmla="*/ 73538 w 79607"/>
                  <a:gd name="connsiteY5" fmla="*/ 1279 h 16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9607" h="164825">
                    <a:moveTo>
                      <a:pt x="73538" y="1279"/>
                    </a:moveTo>
                    <a:cubicBezTo>
                      <a:pt x="37362" y="47879"/>
                      <a:pt x="12056" y="102366"/>
                      <a:pt x="89" y="160179"/>
                    </a:cubicBezTo>
                    <a:cubicBezTo>
                      <a:pt x="-871" y="164843"/>
                      <a:pt x="6227" y="166831"/>
                      <a:pt x="7221" y="162168"/>
                    </a:cubicBezTo>
                    <a:cubicBezTo>
                      <a:pt x="18880" y="105658"/>
                      <a:pt x="43397" y="52097"/>
                      <a:pt x="78750" y="6525"/>
                    </a:cubicBezTo>
                    <a:cubicBezTo>
                      <a:pt x="81665" y="2822"/>
                      <a:pt x="76453" y="-2459"/>
                      <a:pt x="73538" y="1279"/>
                    </a:cubicBezTo>
                    <a:lnTo>
                      <a:pt x="73538" y="127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: 形状 57">
                <a:extLst>
                  <a:ext uri="{FF2B5EF4-FFF2-40B4-BE49-F238E27FC236}">
                    <a16:creationId xmlns:a16="http://schemas.microsoft.com/office/drawing/2014/main" id="{A8A5968D-C31A-7518-51EC-FF0446CAD118}"/>
                  </a:ext>
                </a:extLst>
              </p:cNvPr>
              <p:cNvSpPr/>
              <p:nvPr/>
            </p:nvSpPr>
            <p:spPr>
              <a:xfrm>
                <a:off x="8843292" y="4022249"/>
                <a:ext cx="103171" cy="204892"/>
              </a:xfrm>
              <a:custGeom>
                <a:avLst/>
                <a:gdLst>
                  <a:gd name="connsiteX0" fmla="*/ 8732 w 103171"/>
                  <a:gd name="connsiteY0" fmla="*/ 193329 h 204892"/>
                  <a:gd name="connsiteX1" fmla="*/ 18985 w 103171"/>
                  <a:gd name="connsiteY1" fmla="*/ 107021 h 204892"/>
                  <a:gd name="connsiteX2" fmla="*/ 62499 w 103171"/>
                  <a:gd name="connsiteY2" fmla="*/ 35766 h 204892"/>
                  <a:gd name="connsiteX3" fmla="*/ 100012 w 103171"/>
                  <a:gd name="connsiteY3" fmla="*/ 6928 h 204892"/>
                  <a:gd name="connsiteX4" fmla="*/ 94457 w 103171"/>
                  <a:gd name="connsiteY4" fmla="*/ 3705 h 204892"/>
                  <a:gd name="connsiteX5" fmla="*/ 40657 w 103171"/>
                  <a:gd name="connsiteY5" fmla="*/ 167200 h 204892"/>
                  <a:gd name="connsiteX6" fmla="*/ 4309 w 103171"/>
                  <a:gd name="connsiteY6" fmla="*/ 197889 h 204892"/>
                  <a:gd name="connsiteX7" fmla="*/ 8047 w 103171"/>
                  <a:gd name="connsiteY7" fmla="*/ 204267 h 204892"/>
                  <a:gd name="connsiteX8" fmla="*/ 101076 w 103171"/>
                  <a:gd name="connsiteY8" fmla="*/ 57472 h 204892"/>
                  <a:gd name="connsiteX9" fmla="*/ 101830 w 103171"/>
                  <a:gd name="connsiteY9" fmla="*/ 3705 h 204892"/>
                  <a:gd name="connsiteX10" fmla="*/ 96275 w 103171"/>
                  <a:gd name="connsiteY10" fmla="*/ 516 h 204892"/>
                  <a:gd name="connsiteX11" fmla="*/ 33250 w 103171"/>
                  <a:gd name="connsiteY11" fmla="*/ 60249 h 204892"/>
                  <a:gd name="connsiteX12" fmla="*/ 2149 w 103171"/>
                  <a:gd name="connsiteY12" fmla="*/ 144980 h 204892"/>
                  <a:gd name="connsiteX13" fmla="*/ 1600 w 103171"/>
                  <a:gd name="connsiteY13" fmla="*/ 195317 h 204892"/>
                  <a:gd name="connsiteX14" fmla="*/ 8732 w 103171"/>
                  <a:gd name="connsiteY14" fmla="*/ 193329 h 204892"/>
                  <a:gd name="connsiteX15" fmla="*/ 8732 w 103171"/>
                  <a:gd name="connsiteY15" fmla="*/ 193329 h 2048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03171" h="204892">
                    <a:moveTo>
                      <a:pt x="8732" y="193329"/>
                    </a:moveTo>
                    <a:cubicBezTo>
                      <a:pt x="4480" y="164525"/>
                      <a:pt x="9658" y="134384"/>
                      <a:pt x="18985" y="107021"/>
                    </a:cubicBezTo>
                    <a:cubicBezTo>
                      <a:pt x="28072" y="80275"/>
                      <a:pt x="42542" y="55826"/>
                      <a:pt x="62499" y="35766"/>
                    </a:cubicBezTo>
                    <a:cubicBezTo>
                      <a:pt x="73678" y="24519"/>
                      <a:pt x="86262" y="14849"/>
                      <a:pt x="100012" y="6928"/>
                    </a:cubicBezTo>
                    <a:cubicBezTo>
                      <a:pt x="98161" y="5831"/>
                      <a:pt x="96309" y="4768"/>
                      <a:pt x="94457" y="3705"/>
                    </a:cubicBezTo>
                    <a:cubicBezTo>
                      <a:pt x="101178" y="63198"/>
                      <a:pt x="81633" y="123514"/>
                      <a:pt x="40657" y="167200"/>
                    </a:cubicBezTo>
                    <a:cubicBezTo>
                      <a:pt x="29752" y="178824"/>
                      <a:pt x="17579" y="189111"/>
                      <a:pt x="4309" y="197889"/>
                    </a:cubicBezTo>
                    <a:cubicBezTo>
                      <a:pt x="366" y="200495"/>
                      <a:pt x="4069" y="206907"/>
                      <a:pt x="8047" y="204267"/>
                    </a:cubicBezTo>
                    <a:cubicBezTo>
                      <a:pt x="58247" y="171006"/>
                      <a:pt x="92640" y="117205"/>
                      <a:pt x="101076" y="57472"/>
                    </a:cubicBezTo>
                    <a:cubicBezTo>
                      <a:pt x="103579" y="39641"/>
                      <a:pt x="103853" y="21604"/>
                      <a:pt x="101830" y="3705"/>
                    </a:cubicBezTo>
                    <a:cubicBezTo>
                      <a:pt x="101521" y="1030"/>
                      <a:pt x="98915" y="-993"/>
                      <a:pt x="96275" y="516"/>
                    </a:cubicBezTo>
                    <a:cubicBezTo>
                      <a:pt x="70935" y="15158"/>
                      <a:pt x="49263" y="35732"/>
                      <a:pt x="33250" y="60249"/>
                    </a:cubicBezTo>
                    <a:cubicBezTo>
                      <a:pt x="16790" y="85521"/>
                      <a:pt x="6538" y="115216"/>
                      <a:pt x="2149" y="144980"/>
                    </a:cubicBezTo>
                    <a:cubicBezTo>
                      <a:pt x="-320" y="161679"/>
                      <a:pt x="-869" y="178549"/>
                      <a:pt x="1600" y="195317"/>
                    </a:cubicBezTo>
                    <a:cubicBezTo>
                      <a:pt x="2286" y="199981"/>
                      <a:pt x="9418" y="197992"/>
                      <a:pt x="8732" y="193329"/>
                    </a:cubicBezTo>
                    <a:lnTo>
                      <a:pt x="8732" y="19332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: 形状 58">
                <a:extLst>
                  <a:ext uri="{FF2B5EF4-FFF2-40B4-BE49-F238E27FC236}">
                    <a16:creationId xmlns:a16="http://schemas.microsoft.com/office/drawing/2014/main" id="{F0E299E4-4C29-3B38-F255-D1EF531C87D1}"/>
                  </a:ext>
                </a:extLst>
              </p:cNvPr>
              <p:cNvSpPr/>
              <p:nvPr/>
            </p:nvSpPr>
            <p:spPr>
              <a:xfrm>
                <a:off x="8753107" y="4093247"/>
                <a:ext cx="99296" cy="130619"/>
              </a:xfrm>
              <a:custGeom>
                <a:avLst/>
                <a:gdLst>
                  <a:gd name="connsiteX0" fmla="*/ 1190 w 99296"/>
                  <a:gd name="connsiteY0" fmla="*/ 6191 h 130619"/>
                  <a:gd name="connsiteX1" fmla="*/ 92539 w 99296"/>
                  <a:gd name="connsiteY1" fmla="*/ 128709 h 130619"/>
                  <a:gd name="connsiteX2" fmla="*/ 98917 w 99296"/>
                  <a:gd name="connsiteY2" fmla="*/ 124971 h 130619"/>
                  <a:gd name="connsiteX3" fmla="*/ 6437 w 99296"/>
                  <a:gd name="connsiteY3" fmla="*/ 978 h 130619"/>
                  <a:gd name="connsiteX4" fmla="*/ 1190 w 99296"/>
                  <a:gd name="connsiteY4" fmla="*/ 6191 h 130619"/>
                  <a:gd name="connsiteX5" fmla="*/ 1190 w 99296"/>
                  <a:gd name="connsiteY5" fmla="*/ 6191 h 130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296" h="130619">
                    <a:moveTo>
                      <a:pt x="1190" y="6191"/>
                    </a:moveTo>
                    <a:cubicBezTo>
                      <a:pt x="39767" y="40206"/>
                      <a:pt x="70936" y="82006"/>
                      <a:pt x="92539" y="128709"/>
                    </a:cubicBezTo>
                    <a:cubicBezTo>
                      <a:pt x="94528" y="133029"/>
                      <a:pt x="100906" y="129257"/>
                      <a:pt x="98917" y="124971"/>
                    </a:cubicBezTo>
                    <a:cubicBezTo>
                      <a:pt x="77074" y="77788"/>
                      <a:pt x="45425" y="35337"/>
                      <a:pt x="6437" y="978"/>
                    </a:cubicBezTo>
                    <a:cubicBezTo>
                      <a:pt x="2871" y="-2176"/>
                      <a:pt x="-2376" y="3036"/>
                      <a:pt x="1190" y="6191"/>
                    </a:cubicBezTo>
                    <a:lnTo>
                      <a:pt x="1190" y="6191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: 形状 59">
                <a:extLst>
                  <a:ext uri="{FF2B5EF4-FFF2-40B4-BE49-F238E27FC236}">
                    <a16:creationId xmlns:a16="http://schemas.microsoft.com/office/drawing/2014/main" id="{835176BF-461B-F9F9-EFA3-2E1AEB3D9437}"/>
                  </a:ext>
                </a:extLst>
              </p:cNvPr>
              <p:cNvSpPr/>
              <p:nvPr/>
            </p:nvSpPr>
            <p:spPr>
              <a:xfrm>
                <a:off x="8713487" y="4062840"/>
                <a:ext cx="139516" cy="157473"/>
              </a:xfrm>
              <a:custGeom>
                <a:avLst/>
                <a:gdLst>
                  <a:gd name="connsiteX0" fmla="*/ 139497 w 139516"/>
                  <a:gd name="connsiteY0" fmla="*/ 153938 h 157473"/>
                  <a:gd name="connsiteX1" fmla="*/ 127118 w 139516"/>
                  <a:gd name="connsiteY1" fmla="*/ 108160 h 157473"/>
                  <a:gd name="connsiteX2" fmla="*/ 108602 w 139516"/>
                  <a:gd name="connsiteY2" fmla="*/ 66567 h 157473"/>
                  <a:gd name="connsiteX3" fmla="*/ 48971 w 139516"/>
                  <a:gd name="connsiteY3" fmla="*/ 8925 h 157473"/>
                  <a:gd name="connsiteX4" fmla="*/ 3709 w 139516"/>
                  <a:gd name="connsiteY4" fmla="*/ 10 h 157473"/>
                  <a:gd name="connsiteX5" fmla="*/ 143 w 139516"/>
                  <a:gd name="connsiteY5" fmla="*/ 4707 h 157473"/>
                  <a:gd name="connsiteX6" fmla="*/ 92760 w 139516"/>
                  <a:gd name="connsiteY6" fmla="*/ 133089 h 157473"/>
                  <a:gd name="connsiteX7" fmla="*/ 132468 w 139516"/>
                  <a:gd name="connsiteY7" fmla="*/ 155035 h 157473"/>
                  <a:gd name="connsiteX8" fmla="*/ 136205 w 139516"/>
                  <a:gd name="connsiteY8" fmla="*/ 148657 h 157473"/>
                  <a:gd name="connsiteX9" fmla="*/ 23734 w 139516"/>
                  <a:gd name="connsiteY9" fmla="*/ 44004 h 157473"/>
                  <a:gd name="connsiteX10" fmla="*/ 7275 w 139516"/>
                  <a:gd name="connsiteY10" fmla="*/ 2719 h 157473"/>
                  <a:gd name="connsiteX11" fmla="*/ 3709 w 139516"/>
                  <a:gd name="connsiteY11" fmla="*/ 7416 h 157473"/>
                  <a:gd name="connsiteX12" fmla="*/ 74929 w 139516"/>
                  <a:gd name="connsiteY12" fmla="*/ 33785 h 157473"/>
                  <a:gd name="connsiteX13" fmla="*/ 117963 w 139516"/>
                  <a:gd name="connsiteY13" fmla="*/ 105212 h 157473"/>
                  <a:gd name="connsiteX14" fmla="*/ 132125 w 139516"/>
                  <a:gd name="connsiteY14" fmla="*/ 153938 h 157473"/>
                  <a:gd name="connsiteX15" fmla="*/ 139497 w 139516"/>
                  <a:gd name="connsiteY15" fmla="*/ 153938 h 157473"/>
                  <a:gd name="connsiteX16" fmla="*/ 139497 w 139516"/>
                  <a:gd name="connsiteY16" fmla="*/ 153938 h 157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9516" h="157473">
                    <a:moveTo>
                      <a:pt x="139497" y="153938"/>
                    </a:moveTo>
                    <a:cubicBezTo>
                      <a:pt x="138057" y="137993"/>
                      <a:pt x="133085" y="122905"/>
                      <a:pt x="127118" y="108160"/>
                    </a:cubicBezTo>
                    <a:cubicBezTo>
                      <a:pt x="121426" y="94102"/>
                      <a:pt x="115631" y="80008"/>
                      <a:pt x="108602" y="66567"/>
                    </a:cubicBezTo>
                    <a:cubicBezTo>
                      <a:pt x="95263" y="41055"/>
                      <a:pt x="75786" y="20275"/>
                      <a:pt x="48971" y="8925"/>
                    </a:cubicBezTo>
                    <a:cubicBezTo>
                      <a:pt x="34638" y="2890"/>
                      <a:pt x="19242" y="-196"/>
                      <a:pt x="3709" y="10"/>
                    </a:cubicBezTo>
                    <a:cubicBezTo>
                      <a:pt x="1343" y="44"/>
                      <a:pt x="-543" y="2342"/>
                      <a:pt x="143" y="4707"/>
                    </a:cubicBezTo>
                    <a:cubicBezTo>
                      <a:pt x="15059" y="56588"/>
                      <a:pt x="48491" y="102365"/>
                      <a:pt x="92760" y="133089"/>
                    </a:cubicBezTo>
                    <a:cubicBezTo>
                      <a:pt x="105241" y="141730"/>
                      <a:pt x="118546" y="149068"/>
                      <a:pt x="132468" y="155035"/>
                    </a:cubicBezTo>
                    <a:cubicBezTo>
                      <a:pt x="136788" y="156886"/>
                      <a:pt x="140560" y="150543"/>
                      <a:pt x="136205" y="148657"/>
                    </a:cubicBezTo>
                    <a:cubicBezTo>
                      <a:pt x="88062" y="128014"/>
                      <a:pt x="48011" y="90467"/>
                      <a:pt x="23734" y="44004"/>
                    </a:cubicBezTo>
                    <a:cubicBezTo>
                      <a:pt x="16876" y="30836"/>
                      <a:pt x="11390" y="17018"/>
                      <a:pt x="7275" y="2719"/>
                    </a:cubicBezTo>
                    <a:cubicBezTo>
                      <a:pt x="6075" y="4296"/>
                      <a:pt x="4909" y="5839"/>
                      <a:pt x="3709" y="7416"/>
                    </a:cubicBezTo>
                    <a:cubicBezTo>
                      <a:pt x="29666" y="7074"/>
                      <a:pt x="55487" y="16538"/>
                      <a:pt x="74929" y="33785"/>
                    </a:cubicBezTo>
                    <a:cubicBezTo>
                      <a:pt x="96189" y="52645"/>
                      <a:pt x="107333" y="79528"/>
                      <a:pt x="117963" y="105212"/>
                    </a:cubicBezTo>
                    <a:cubicBezTo>
                      <a:pt x="124478" y="120848"/>
                      <a:pt x="130582" y="136964"/>
                      <a:pt x="132125" y="153938"/>
                    </a:cubicBezTo>
                    <a:cubicBezTo>
                      <a:pt x="132536" y="158635"/>
                      <a:pt x="139943" y="158670"/>
                      <a:pt x="139497" y="153938"/>
                    </a:cubicBezTo>
                    <a:lnTo>
                      <a:pt x="139497" y="153938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任意多边形: 形状 60">
                <a:extLst>
                  <a:ext uri="{FF2B5EF4-FFF2-40B4-BE49-F238E27FC236}">
                    <a16:creationId xmlns:a16="http://schemas.microsoft.com/office/drawing/2014/main" id="{151531ED-4AB9-8BC9-D9B3-A8C74121B1F5}"/>
                  </a:ext>
                </a:extLst>
              </p:cNvPr>
              <p:cNvSpPr/>
              <p:nvPr/>
            </p:nvSpPr>
            <p:spPr>
              <a:xfrm>
                <a:off x="8865014" y="4170604"/>
                <a:ext cx="128010" cy="173630"/>
              </a:xfrm>
              <a:custGeom>
                <a:avLst/>
                <a:gdLst>
                  <a:gd name="connsiteX0" fmla="*/ 7756 w 128010"/>
                  <a:gd name="connsiteY0" fmla="*/ 173630 h 173630"/>
                  <a:gd name="connsiteX1" fmla="*/ 95881 w 128010"/>
                  <a:gd name="connsiteY1" fmla="*/ 40482 h 173630"/>
                  <a:gd name="connsiteX2" fmla="*/ 126948 w 128010"/>
                  <a:gd name="connsiteY2" fmla="*/ 6329 h 173630"/>
                  <a:gd name="connsiteX3" fmla="*/ 121736 w 128010"/>
                  <a:gd name="connsiteY3" fmla="*/ 1117 h 173630"/>
                  <a:gd name="connsiteX4" fmla="*/ 22809 w 128010"/>
                  <a:gd name="connsiteY4" fmla="*/ 130562 h 173630"/>
                  <a:gd name="connsiteX5" fmla="*/ 418 w 128010"/>
                  <a:gd name="connsiteY5" fmla="*/ 171744 h 173630"/>
                  <a:gd name="connsiteX6" fmla="*/ 6 w 128010"/>
                  <a:gd name="connsiteY6" fmla="*/ 173630 h 173630"/>
                  <a:gd name="connsiteX7" fmla="*/ 7756 w 128010"/>
                  <a:gd name="connsiteY7" fmla="*/ 173630 h 173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8010" h="173630">
                    <a:moveTo>
                      <a:pt x="7756" y="173630"/>
                    </a:moveTo>
                    <a:cubicBezTo>
                      <a:pt x="31793" y="126002"/>
                      <a:pt x="61351" y="81150"/>
                      <a:pt x="95881" y="40482"/>
                    </a:cubicBezTo>
                    <a:cubicBezTo>
                      <a:pt x="105825" y="28755"/>
                      <a:pt x="116215" y="17371"/>
                      <a:pt x="126948" y="6329"/>
                    </a:cubicBezTo>
                    <a:cubicBezTo>
                      <a:pt x="130274" y="2935"/>
                      <a:pt x="125027" y="-2312"/>
                      <a:pt x="121736" y="1117"/>
                    </a:cubicBezTo>
                    <a:cubicBezTo>
                      <a:pt x="83776" y="40139"/>
                      <a:pt x="50447" y="83654"/>
                      <a:pt x="22809" y="130562"/>
                    </a:cubicBezTo>
                    <a:cubicBezTo>
                      <a:pt x="14854" y="144038"/>
                      <a:pt x="7413" y="157789"/>
                      <a:pt x="418" y="171744"/>
                    </a:cubicBezTo>
                    <a:cubicBezTo>
                      <a:pt x="75" y="172396"/>
                      <a:pt x="-28" y="173013"/>
                      <a:pt x="6" y="173630"/>
                    </a:cubicBezTo>
                    <a:lnTo>
                      <a:pt x="7756" y="173630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任意多边形: 形状 61">
                <a:extLst>
                  <a:ext uri="{FF2B5EF4-FFF2-40B4-BE49-F238E27FC236}">
                    <a16:creationId xmlns:a16="http://schemas.microsoft.com/office/drawing/2014/main" id="{4D6803F5-BC2C-BC4D-D054-B9D9CEB27CE4}"/>
                  </a:ext>
                </a:extLst>
              </p:cNvPr>
              <p:cNvSpPr/>
              <p:nvPr/>
            </p:nvSpPr>
            <p:spPr>
              <a:xfrm>
                <a:off x="8865980" y="4137904"/>
                <a:ext cx="166045" cy="206330"/>
              </a:xfrm>
              <a:custGeom>
                <a:avLst/>
                <a:gdLst>
                  <a:gd name="connsiteX0" fmla="*/ 0 w 166045"/>
                  <a:gd name="connsiteY0" fmla="*/ 206330 h 206330"/>
                  <a:gd name="connsiteX1" fmla="*/ 14059 w 166045"/>
                  <a:gd name="connsiteY1" fmla="*/ 206330 h 206330"/>
                  <a:gd name="connsiteX2" fmla="*/ 156911 w 166045"/>
                  <a:gd name="connsiteY2" fmla="*/ 65535 h 206330"/>
                  <a:gd name="connsiteX3" fmla="*/ 165929 w 166045"/>
                  <a:gd name="connsiteY3" fmla="*/ 3745 h 206330"/>
                  <a:gd name="connsiteX4" fmla="*/ 161231 w 166045"/>
                  <a:gd name="connsiteY4" fmla="*/ 179 h 206330"/>
                  <a:gd name="connsiteX5" fmla="*/ 14333 w 166045"/>
                  <a:gd name="connsiteY5" fmla="*/ 145225 h 206330"/>
                  <a:gd name="connsiteX6" fmla="*/ 1166 w 166045"/>
                  <a:gd name="connsiteY6" fmla="*/ 203827 h 206330"/>
                  <a:gd name="connsiteX7" fmla="*/ 0 w 166045"/>
                  <a:gd name="connsiteY7" fmla="*/ 206330 h 206330"/>
                  <a:gd name="connsiteX8" fmla="*/ 111820 w 166045"/>
                  <a:gd name="connsiteY8" fmla="*/ 32754 h 206330"/>
                  <a:gd name="connsiteX9" fmla="*/ 158625 w 166045"/>
                  <a:gd name="connsiteY9" fmla="*/ 8991 h 206330"/>
                  <a:gd name="connsiteX10" fmla="*/ 130096 w 166045"/>
                  <a:gd name="connsiteY10" fmla="*/ 105003 h 206330"/>
                  <a:gd name="connsiteX11" fmla="*/ 55584 w 166045"/>
                  <a:gd name="connsiteY11" fmla="*/ 177081 h 206330"/>
                  <a:gd name="connsiteX12" fmla="*/ 8915 w 166045"/>
                  <a:gd name="connsiteY12" fmla="*/ 200432 h 206330"/>
                  <a:gd name="connsiteX13" fmla="*/ 111820 w 166045"/>
                  <a:gd name="connsiteY13" fmla="*/ 32754 h 20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66045" h="206330">
                    <a:moveTo>
                      <a:pt x="0" y="206330"/>
                    </a:moveTo>
                    <a:lnTo>
                      <a:pt x="14059" y="206330"/>
                    </a:lnTo>
                    <a:cubicBezTo>
                      <a:pt x="77872" y="179927"/>
                      <a:pt x="134520" y="132812"/>
                      <a:pt x="156911" y="65535"/>
                    </a:cubicBezTo>
                    <a:cubicBezTo>
                      <a:pt x="163494" y="45682"/>
                      <a:pt x="166718" y="24696"/>
                      <a:pt x="165929" y="3745"/>
                    </a:cubicBezTo>
                    <a:cubicBezTo>
                      <a:pt x="165826" y="1516"/>
                      <a:pt x="163597" y="-644"/>
                      <a:pt x="161231" y="179"/>
                    </a:cubicBezTo>
                    <a:cubicBezTo>
                      <a:pt x="93337" y="23907"/>
                      <a:pt x="38919" y="77503"/>
                      <a:pt x="14333" y="145225"/>
                    </a:cubicBezTo>
                    <a:cubicBezTo>
                      <a:pt x="7475" y="164119"/>
                      <a:pt x="3154" y="183836"/>
                      <a:pt x="1166" y="203827"/>
                    </a:cubicBezTo>
                    <a:cubicBezTo>
                      <a:pt x="445" y="204513"/>
                      <a:pt x="68" y="205404"/>
                      <a:pt x="0" y="206330"/>
                    </a:cubicBezTo>
                    <a:close/>
                    <a:moveTo>
                      <a:pt x="111820" y="32754"/>
                    </a:moveTo>
                    <a:cubicBezTo>
                      <a:pt x="126461" y="23119"/>
                      <a:pt x="142166" y="15129"/>
                      <a:pt x="158625" y="8991"/>
                    </a:cubicBezTo>
                    <a:cubicBezTo>
                      <a:pt x="158762" y="43007"/>
                      <a:pt x="148133" y="76268"/>
                      <a:pt x="130096" y="105003"/>
                    </a:cubicBezTo>
                    <a:cubicBezTo>
                      <a:pt x="111511" y="134630"/>
                      <a:pt x="85211" y="158770"/>
                      <a:pt x="55584" y="177081"/>
                    </a:cubicBezTo>
                    <a:cubicBezTo>
                      <a:pt x="40770" y="186236"/>
                      <a:pt x="25066" y="193952"/>
                      <a:pt x="8915" y="200432"/>
                    </a:cubicBezTo>
                    <a:cubicBezTo>
                      <a:pt x="16733" y="132607"/>
                      <a:pt x="54727" y="70336"/>
                      <a:pt x="111820" y="32754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BEF03715-6F1E-4708-EEFC-E9E57DA96D9A}"/>
                  </a:ext>
                </a:extLst>
              </p:cNvPr>
              <p:cNvSpPr/>
              <p:nvPr/>
            </p:nvSpPr>
            <p:spPr>
              <a:xfrm>
                <a:off x="8710584" y="4213086"/>
                <a:ext cx="161533" cy="131148"/>
              </a:xfrm>
              <a:custGeom>
                <a:avLst/>
                <a:gdLst>
                  <a:gd name="connsiteX0" fmla="*/ 1742 w 161533"/>
                  <a:gd name="connsiteY0" fmla="*/ 6950 h 131148"/>
                  <a:gd name="connsiteX1" fmla="*/ 125495 w 161533"/>
                  <a:gd name="connsiteY1" fmla="*/ 97544 h 131148"/>
                  <a:gd name="connsiteX2" fmla="*/ 154436 w 161533"/>
                  <a:gd name="connsiteY2" fmla="*/ 130462 h 131148"/>
                  <a:gd name="connsiteX3" fmla="*/ 155053 w 161533"/>
                  <a:gd name="connsiteY3" fmla="*/ 131148 h 131148"/>
                  <a:gd name="connsiteX4" fmla="*/ 160162 w 161533"/>
                  <a:gd name="connsiteY4" fmla="*/ 131148 h 131148"/>
                  <a:gd name="connsiteX5" fmla="*/ 160814 w 161533"/>
                  <a:gd name="connsiteY5" fmla="*/ 126725 h 131148"/>
                  <a:gd name="connsiteX6" fmla="*/ 43644 w 161533"/>
                  <a:gd name="connsiteY6" fmla="*/ 24746 h 131148"/>
                  <a:gd name="connsiteX7" fmla="*/ 5480 w 161533"/>
                  <a:gd name="connsiteY7" fmla="*/ 572 h 131148"/>
                  <a:gd name="connsiteX8" fmla="*/ 1742 w 161533"/>
                  <a:gd name="connsiteY8" fmla="*/ 6950 h 131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1533" h="131148">
                    <a:moveTo>
                      <a:pt x="1742" y="6950"/>
                    </a:moveTo>
                    <a:cubicBezTo>
                      <a:pt x="45119" y="34004"/>
                      <a:pt x="88976" y="61402"/>
                      <a:pt x="125495" y="97544"/>
                    </a:cubicBezTo>
                    <a:cubicBezTo>
                      <a:pt x="135885" y="107831"/>
                      <a:pt x="145623" y="118770"/>
                      <a:pt x="154436" y="130462"/>
                    </a:cubicBezTo>
                    <a:cubicBezTo>
                      <a:pt x="154607" y="130737"/>
                      <a:pt x="154847" y="130942"/>
                      <a:pt x="155053" y="131148"/>
                    </a:cubicBezTo>
                    <a:lnTo>
                      <a:pt x="160162" y="131148"/>
                    </a:lnTo>
                    <a:cubicBezTo>
                      <a:pt x="161499" y="130154"/>
                      <a:pt x="162117" y="128439"/>
                      <a:pt x="160814" y="126725"/>
                    </a:cubicBezTo>
                    <a:cubicBezTo>
                      <a:pt x="129301" y="84857"/>
                      <a:pt x="87193" y="53139"/>
                      <a:pt x="43644" y="24746"/>
                    </a:cubicBezTo>
                    <a:cubicBezTo>
                      <a:pt x="31026" y="16517"/>
                      <a:pt x="18270" y="8562"/>
                      <a:pt x="5480" y="572"/>
                    </a:cubicBezTo>
                    <a:cubicBezTo>
                      <a:pt x="1434" y="-1931"/>
                      <a:pt x="-2304" y="4446"/>
                      <a:pt x="1742" y="6950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8" name="任意多边形: 形状 447">
                <a:extLst>
                  <a:ext uri="{FF2B5EF4-FFF2-40B4-BE49-F238E27FC236}">
                    <a16:creationId xmlns:a16="http://schemas.microsoft.com/office/drawing/2014/main" id="{100D70AE-1E4E-A9CC-D362-1C17D12A2A7F}"/>
                  </a:ext>
                </a:extLst>
              </p:cNvPr>
              <p:cNvSpPr/>
              <p:nvPr/>
            </p:nvSpPr>
            <p:spPr>
              <a:xfrm>
                <a:off x="8663191" y="4182281"/>
                <a:ext cx="210333" cy="161952"/>
              </a:xfrm>
              <a:custGeom>
                <a:avLst/>
                <a:gdLst>
                  <a:gd name="connsiteX0" fmla="*/ 52668 w 210333"/>
                  <a:gd name="connsiteY0" fmla="*/ 90013 h 161952"/>
                  <a:gd name="connsiteX1" fmla="*/ 141033 w 210333"/>
                  <a:gd name="connsiteY1" fmla="*/ 146180 h 161952"/>
                  <a:gd name="connsiteX2" fmla="*/ 191611 w 210333"/>
                  <a:gd name="connsiteY2" fmla="*/ 161953 h 161952"/>
                  <a:gd name="connsiteX3" fmla="*/ 210333 w 210333"/>
                  <a:gd name="connsiteY3" fmla="*/ 161953 h 161952"/>
                  <a:gd name="connsiteX4" fmla="*/ 207727 w 210333"/>
                  <a:gd name="connsiteY4" fmla="*/ 158626 h 161952"/>
                  <a:gd name="connsiteX5" fmla="*/ 207144 w 210333"/>
                  <a:gd name="connsiteY5" fmla="*/ 158490 h 161952"/>
                  <a:gd name="connsiteX6" fmla="*/ 207658 w 210333"/>
                  <a:gd name="connsiteY6" fmla="*/ 154340 h 161952"/>
                  <a:gd name="connsiteX7" fmla="*/ 147411 w 210333"/>
                  <a:gd name="connsiteY7" fmla="*/ 59185 h 161952"/>
                  <a:gd name="connsiteX8" fmla="*/ 60829 w 210333"/>
                  <a:gd name="connsiteY8" fmla="*/ 8128 h 161952"/>
                  <a:gd name="connsiteX9" fmla="*/ 3736 w 210333"/>
                  <a:gd name="connsiteY9" fmla="*/ 1 h 161952"/>
                  <a:gd name="connsiteX10" fmla="*/ 170 w 210333"/>
                  <a:gd name="connsiteY10" fmla="*/ 4665 h 161952"/>
                  <a:gd name="connsiteX11" fmla="*/ 52668 w 210333"/>
                  <a:gd name="connsiteY11" fmla="*/ 90013 h 161952"/>
                  <a:gd name="connsiteX12" fmla="*/ 98514 w 210333"/>
                  <a:gd name="connsiteY12" fmla="*/ 31788 h 161952"/>
                  <a:gd name="connsiteX13" fmla="*/ 171654 w 210333"/>
                  <a:gd name="connsiteY13" fmla="*/ 102014 h 161952"/>
                  <a:gd name="connsiteX14" fmla="*/ 200629 w 210333"/>
                  <a:gd name="connsiteY14" fmla="*/ 156741 h 161952"/>
                  <a:gd name="connsiteX15" fmla="*/ 101291 w 210333"/>
                  <a:gd name="connsiteY15" fmla="*/ 119262 h 161952"/>
                  <a:gd name="connsiteX16" fmla="*/ 31442 w 210333"/>
                  <a:gd name="connsiteY16" fmla="*/ 51916 h 161952"/>
                  <a:gd name="connsiteX17" fmla="*/ 9017 w 210333"/>
                  <a:gd name="connsiteY17" fmla="*/ 7442 h 161952"/>
                  <a:gd name="connsiteX18" fmla="*/ 98514 w 210333"/>
                  <a:gd name="connsiteY18" fmla="*/ 31788 h 161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10333" h="161952">
                    <a:moveTo>
                      <a:pt x="52668" y="90013"/>
                    </a:moveTo>
                    <a:cubicBezTo>
                      <a:pt x="77528" y="115524"/>
                      <a:pt x="107806" y="133732"/>
                      <a:pt x="141033" y="146180"/>
                    </a:cubicBezTo>
                    <a:cubicBezTo>
                      <a:pt x="157595" y="152386"/>
                      <a:pt x="174569" y="157289"/>
                      <a:pt x="191611" y="161953"/>
                    </a:cubicBezTo>
                    <a:lnTo>
                      <a:pt x="210333" y="161953"/>
                    </a:lnTo>
                    <a:cubicBezTo>
                      <a:pt x="210333" y="160513"/>
                      <a:pt x="209545" y="159107"/>
                      <a:pt x="207727" y="158626"/>
                    </a:cubicBezTo>
                    <a:cubicBezTo>
                      <a:pt x="207556" y="158593"/>
                      <a:pt x="207350" y="158524"/>
                      <a:pt x="207144" y="158490"/>
                    </a:cubicBezTo>
                    <a:cubicBezTo>
                      <a:pt x="208036" y="157426"/>
                      <a:pt x="208413" y="155918"/>
                      <a:pt x="207658" y="154340"/>
                    </a:cubicBezTo>
                    <a:cubicBezTo>
                      <a:pt x="191302" y="120462"/>
                      <a:pt x="174397" y="86069"/>
                      <a:pt x="147411" y="59185"/>
                    </a:cubicBezTo>
                    <a:cubicBezTo>
                      <a:pt x="123408" y="35285"/>
                      <a:pt x="93267" y="17695"/>
                      <a:pt x="60829" y="8128"/>
                    </a:cubicBezTo>
                    <a:cubicBezTo>
                      <a:pt x="42347" y="2676"/>
                      <a:pt x="23041" y="-67"/>
                      <a:pt x="3736" y="1"/>
                    </a:cubicBezTo>
                    <a:cubicBezTo>
                      <a:pt x="1473" y="1"/>
                      <a:pt x="-619" y="2367"/>
                      <a:pt x="170" y="4665"/>
                    </a:cubicBezTo>
                    <a:cubicBezTo>
                      <a:pt x="11074" y="36588"/>
                      <a:pt x="29111" y="65872"/>
                      <a:pt x="52668" y="90013"/>
                    </a:cubicBezTo>
                    <a:close/>
                    <a:moveTo>
                      <a:pt x="98514" y="31788"/>
                    </a:moveTo>
                    <a:cubicBezTo>
                      <a:pt x="128860" y="48487"/>
                      <a:pt x="153343" y="72730"/>
                      <a:pt x="171654" y="102014"/>
                    </a:cubicBezTo>
                    <a:cubicBezTo>
                      <a:pt x="182627" y="119536"/>
                      <a:pt x="191679" y="138155"/>
                      <a:pt x="200629" y="156741"/>
                    </a:cubicBezTo>
                    <a:cubicBezTo>
                      <a:pt x="166373" y="147516"/>
                      <a:pt x="131878" y="137641"/>
                      <a:pt x="101291" y="119262"/>
                    </a:cubicBezTo>
                    <a:cubicBezTo>
                      <a:pt x="73345" y="102425"/>
                      <a:pt x="49342" y="79177"/>
                      <a:pt x="31442" y="51916"/>
                    </a:cubicBezTo>
                    <a:cubicBezTo>
                      <a:pt x="22287" y="37994"/>
                      <a:pt x="14743" y="23078"/>
                      <a:pt x="9017" y="7442"/>
                    </a:cubicBezTo>
                    <a:cubicBezTo>
                      <a:pt x="40289" y="8231"/>
                      <a:pt x="71116" y="16700"/>
                      <a:pt x="98514" y="31788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456" name="任意多边形: 形状 455" descr="D:\51PPT模板网\51pptmoban.com\图片.jpg">
            <a:extLst>
              <a:ext uri="{FF2B5EF4-FFF2-40B4-BE49-F238E27FC236}">
                <a16:creationId xmlns:a16="http://schemas.microsoft.com/office/drawing/2014/main" id="{DC03F547-528A-2F15-70B2-A057E82709C9}"/>
              </a:ext>
            </a:extLst>
          </p:cNvPr>
          <p:cNvSpPr/>
          <p:nvPr userDrawn="1"/>
        </p:nvSpPr>
        <p:spPr>
          <a:xfrm rot="609454">
            <a:off x="5578941" y="-168487"/>
            <a:ext cx="2453783" cy="1407919"/>
          </a:xfrm>
          <a:custGeom>
            <a:avLst/>
            <a:gdLst>
              <a:gd name="connsiteX0" fmla="*/ 640469 w 1313387"/>
              <a:gd name="connsiteY0" fmla="*/ 327161 h 753588"/>
              <a:gd name="connsiteX1" fmla="*/ 651647 w 1313387"/>
              <a:gd name="connsiteY1" fmla="*/ 374996 h 753588"/>
              <a:gd name="connsiteX2" fmla="*/ 685492 w 1313387"/>
              <a:gd name="connsiteY2" fmla="*/ 418030 h 753588"/>
              <a:gd name="connsiteX3" fmla="*/ 739258 w 1313387"/>
              <a:gd name="connsiteY3" fmla="*/ 553578 h 753588"/>
              <a:gd name="connsiteX4" fmla="*/ 835339 w 1313387"/>
              <a:gd name="connsiteY4" fmla="*/ 638172 h 753588"/>
              <a:gd name="connsiteX5" fmla="*/ 882008 w 1313387"/>
              <a:gd name="connsiteY5" fmla="*/ 651853 h 753588"/>
              <a:gd name="connsiteX6" fmla="*/ 910365 w 1313387"/>
              <a:gd name="connsiteY6" fmla="*/ 695882 h 753588"/>
              <a:gd name="connsiteX7" fmla="*/ 943455 w 1313387"/>
              <a:gd name="connsiteY7" fmla="*/ 737887 h 753588"/>
              <a:gd name="connsiteX8" fmla="*/ 982820 w 1313387"/>
              <a:gd name="connsiteY8" fmla="*/ 752769 h 753588"/>
              <a:gd name="connsiteX9" fmla="*/ 982717 w 1313387"/>
              <a:gd name="connsiteY9" fmla="*/ 750677 h 753588"/>
              <a:gd name="connsiteX10" fmla="*/ 934506 w 1313387"/>
              <a:gd name="connsiteY10" fmla="*/ 636457 h 753588"/>
              <a:gd name="connsiteX11" fmla="*/ 889277 w 1313387"/>
              <a:gd name="connsiteY11" fmla="*/ 506224 h 753588"/>
              <a:gd name="connsiteX12" fmla="*/ 810547 w 1313387"/>
              <a:gd name="connsiteY12" fmla="*/ 434901 h 753588"/>
              <a:gd name="connsiteX13" fmla="*/ 724753 w 1313387"/>
              <a:gd name="connsiteY13" fmla="*/ 359120 h 753588"/>
              <a:gd name="connsiteX14" fmla="*/ 720467 w 1313387"/>
              <a:gd name="connsiteY14" fmla="*/ 355177 h 753588"/>
              <a:gd name="connsiteX15" fmla="*/ 779412 w 1313387"/>
              <a:gd name="connsiteY15" fmla="*/ 378151 h 753588"/>
              <a:gd name="connsiteX16" fmla="*/ 941089 w 1313387"/>
              <a:gd name="connsiteY16" fmla="*/ 445428 h 753588"/>
              <a:gd name="connsiteX17" fmla="*/ 978397 w 1313387"/>
              <a:gd name="connsiteY17" fmla="*/ 459110 h 753588"/>
              <a:gd name="connsiteX18" fmla="*/ 1036210 w 1313387"/>
              <a:gd name="connsiteY18" fmla="*/ 572712 h 753588"/>
              <a:gd name="connsiteX19" fmla="*/ 1178959 w 1313387"/>
              <a:gd name="connsiteY19" fmla="*/ 586565 h 753588"/>
              <a:gd name="connsiteX20" fmla="*/ 1233206 w 1313387"/>
              <a:gd name="connsiteY20" fmla="*/ 632308 h 753588"/>
              <a:gd name="connsiteX21" fmla="*/ 1298802 w 1313387"/>
              <a:gd name="connsiteY21" fmla="*/ 628982 h 753588"/>
              <a:gd name="connsiteX22" fmla="*/ 1312553 w 1313387"/>
              <a:gd name="connsiteY22" fmla="*/ 617015 h 753588"/>
              <a:gd name="connsiteX23" fmla="*/ 1305009 w 1313387"/>
              <a:gd name="connsiteY23" fmla="*/ 608957 h 753588"/>
              <a:gd name="connsiteX24" fmla="*/ 1280663 w 1313387"/>
              <a:gd name="connsiteY24" fmla="*/ 580770 h 753588"/>
              <a:gd name="connsiteX25" fmla="*/ 1234680 w 1313387"/>
              <a:gd name="connsiteY25" fmla="*/ 503687 h 753588"/>
              <a:gd name="connsiteX26" fmla="*/ 1159311 w 1313387"/>
              <a:gd name="connsiteY26" fmla="*/ 441690 h 753588"/>
              <a:gd name="connsiteX27" fmla="*/ 1096937 w 1313387"/>
              <a:gd name="connsiteY27" fmla="*/ 441142 h 753588"/>
              <a:gd name="connsiteX28" fmla="*/ 1022631 w 1313387"/>
              <a:gd name="connsiteY28" fmla="*/ 446079 h 753588"/>
              <a:gd name="connsiteX29" fmla="*/ 987483 w 1313387"/>
              <a:gd name="connsiteY29" fmla="*/ 451017 h 753588"/>
              <a:gd name="connsiteX30" fmla="*/ 926413 w 1313387"/>
              <a:gd name="connsiteY30" fmla="*/ 424545 h 753588"/>
              <a:gd name="connsiteX31" fmla="*/ 840105 w 1313387"/>
              <a:gd name="connsiteY31" fmla="*/ 386209 h 753588"/>
              <a:gd name="connsiteX32" fmla="*/ 856290 w 1313387"/>
              <a:gd name="connsiteY32" fmla="*/ 390770 h 753588"/>
              <a:gd name="connsiteX33" fmla="*/ 899701 w 1313387"/>
              <a:gd name="connsiteY33" fmla="*/ 404348 h 753588"/>
              <a:gd name="connsiteX34" fmla="*/ 1060384 w 1313387"/>
              <a:gd name="connsiteY34" fmla="*/ 381648 h 753588"/>
              <a:gd name="connsiteX35" fmla="*/ 1126838 w 1313387"/>
              <a:gd name="connsiteY35" fmla="*/ 346947 h 753588"/>
              <a:gd name="connsiteX36" fmla="*/ 1184342 w 1313387"/>
              <a:gd name="connsiteY36" fmla="*/ 352639 h 753588"/>
              <a:gd name="connsiteX37" fmla="*/ 1173781 w 1313387"/>
              <a:gd name="connsiteY37" fmla="*/ 348147 h 753588"/>
              <a:gd name="connsiteX38" fmla="*/ 1116002 w 1313387"/>
              <a:gd name="connsiteY38" fmla="*/ 317800 h 753588"/>
              <a:gd name="connsiteX39" fmla="*/ 1056887 w 1313387"/>
              <a:gd name="connsiteY39" fmla="*/ 291671 h 753588"/>
              <a:gd name="connsiteX40" fmla="*/ 971024 w 1313387"/>
              <a:gd name="connsiteY40" fmla="*/ 312382 h 753588"/>
              <a:gd name="connsiteX41" fmla="*/ 838631 w 1313387"/>
              <a:gd name="connsiteY41" fmla="*/ 385523 h 753588"/>
              <a:gd name="connsiteX42" fmla="*/ 806364 w 1313387"/>
              <a:gd name="connsiteY42" fmla="*/ 369578 h 753588"/>
              <a:gd name="connsiteX43" fmla="*/ 598841 w 1313387"/>
              <a:gd name="connsiteY43" fmla="*/ 297055 h 753588"/>
              <a:gd name="connsiteX44" fmla="*/ 589239 w 1313387"/>
              <a:gd name="connsiteY44" fmla="*/ 293900 h 753588"/>
              <a:gd name="connsiteX45" fmla="*/ 598464 w 1313387"/>
              <a:gd name="connsiteY45" fmla="*/ 295992 h 753588"/>
              <a:gd name="connsiteX46" fmla="*/ 773720 w 1313387"/>
              <a:gd name="connsiteY46" fmla="*/ 262079 h 753588"/>
              <a:gd name="connsiteX47" fmla="*/ 851009 w 1313387"/>
              <a:gd name="connsiteY47" fmla="*/ 197923 h 753588"/>
              <a:gd name="connsiteX48" fmla="*/ 935877 w 1313387"/>
              <a:gd name="connsiteY48" fmla="*/ 175223 h 753588"/>
              <a:gd name="connsiteX49" fmla="*/ 934300 w 1313387"/>
              <a:gd name="connsiteY49" fmla="*/ 174194 h 753588"/>
              <a:gd name="connsiteX50" fmla="*/ 856496 w 1313387"/>
              <a:gd name="connsiteY50" fmla="*/ 147345 h 753588"/>
              <a:gd name="connsiteX51" fmla="*/ 768645 w 1313387"/>
              <a:gd name="connsiteY51" fmla="*/ 153723 h 753588"/>
              <a:gd name="connsiteX52" fmla="*/ 689435 w 1313387"/>
              <a:gd name="connsiteY52" fmla="*/ 208107 h 753588"/>
              <a:gd name="connsiteX53" fmla="*/ 603950 w 1313387"/>
              <a:gd name="connsiteY53" fmla="*/ 265920 h 753588"/>
              <a:gd name="connsiteX54" fmla="*/ 568425 w 1313387"/>
              <a:gd name="connsiteY54" fmla="*/ 273909 h 753588"/>
              <a:gd name="connsiteX55" fmla="*/ 534101 w 1313387"/>
              <a:gd name="connsiteY55" fmla="*/ 275795 h 753588"/>
              <a:gd name="connsiteX56" fmla="*/ 411994 w 1313387"/>
              <a:gd name="connsiteY56" fmla="*/ 242054 h 753588"/>
              <a:gd name="connsiteX57" fmla="*/ 372629 w 1313387"/>
              <a:gd name="connsiteY57" fmla="*/ 223297 h 753588"/>
              <a:gd name="connsiteX58" fmla="*/ 463155 w 1313387"/>
              <a:gd name="connsiteY58" fmla="*/ 204438 h 753588"/>
              <a:gd name="connsiteX59" fmla="*/ 535541 w 1313387"/>
              <a:gd name="connsiteY59" fmla="*/ 144087 h 753588"/>
              <a:gd name="connsiteX60" fmla="*/ 606110 w 1313387"/>
              <a:gd name="connsiteY60" fmla="*/ 50956 h 753588"/>
              <a:gd name="connsiteX61" fmla="*/ 700339 w 1313387"/>
              <a:gd name="connsiteY61" fmla="*/ 20918 h 753588"/>
              <a:gd name="connsiteX62" fmla="*/ 694613 w 1313387"/>
              <a:gd name="connsiteY62" fmla="*/ 18311 h 753588"/>
              <a:gd name="connsiteX63" fmla="*/ 600144 w 1313387"/>
              <a:gd name="connsiteY63" fmla="*/ 1 h 753588"/>
              <a:gd name="connsiteX64" fmla="*/ 429071 w 1313387"/>
              <a:gd name="connsiteY64" fmla="*/ 92241 h 753588"/>
              <a:gd name="connsiteX65" fmla="*/ 368858 w 1313387"/>
              <a:gd name="connsiteY65" fmla="*/ 162570 h 753588"/>
              <a:gd name="connsiteX66" fmla="*/ 324658 w 1313387"/>
              <a:gd name="connsiteY66" fmla="*/ 194562 h 753588"/>
              <a:gd name="connsiteX67" fmla="*/ 310633 w 1313387"/>
              <a:gd name="connsiteY67" fmla="*/ 204609 h 753588"/>
              <a:gd name="connsiteX68" fmla="*/ 238213 w 1313387"/>
              <a:gd name="connsiteY68" fmla="*/ 190790 h 753588"/>
              <a:gd name="connsiteX69" fmla="*/ 6481 w 1313387"/>
              <a:gd name="connsiteY69" fmla="*/ 133423 h 753588"/>
              <a:gd name="connsiteX70" fmla="*/ 0 w 1313387"/>
              <a:gd name="connsiteY70" fmla="*/ 147105 h 753588"/>
              <a:gd name="connsiteX71" fmla="*/ 93200 w 1313387"/>
              <a:gd name="connsiteY71" fmla="*/ 168365 h 753588"/>
              <a:gd name="connsiteX72" fmla="*/ 147893 w 1313387"/>
              <a:gd name="connsiteY72" fmla="*/ 183349 h 753588"/>
              <a:gd name="connsiteX73" fmla="*/ 192744 w 1313387"/>
              <a:gd name="connsiteY73" fmla="*/ 225320 h 753588"/>
              <a:gd name="connsiteX74" fmla="*/ 208895 w 1313387"/>
              <a:gd name="connsiteY74" fmla="*/ 270960 h 753588"/>
              <a:gd name="connsiteX75" fmla="*/ 221994 w 1313387"/>
              <a:gd name="connsiteY75" fmla="*/ 336283 h 753588"/>
              <a:gd name="connsiteX76" fmla="*/ 256661 w 1313387"/>
              <a:gd name="connsiteY76" fmla="*/ 466070 h 753588"/>
              <a:gd name="connsiteX77" fmla="*/ 318897 w 1313387"/>
              <a:gd name="connsiteY77" fmla="*/ 541200 h 753588"/>
              <a:gd name="connsiteX78" fmla="*/ 401022 w 1313387"/>
              <a:gd name="connsiteY78" fmla="*/ 603368 h 753588"/>
              <a:gd name="connsiteX79" fmla="*/ 406096 w 1313387"/>
              <a:gd name="connsiteY79" fmla="*/ 603128 h 753588"/>
              <a:gd name="connsiteX80" fmla="*/ 387923 w 1313387"/>
              <a:gd name="connsiteY80" fmla="*/ 545040 h 753588"/>
              <a:gd name="connsiteX81" fmla="*/ 379419 w 1313387"/>
              <a:gd name="connsiteY81" fmla="*/ 481775 h 753588"/>
              <a:gd name="connsiteX82" fmla="*/ 308164 w 1313387"/>
              <a:gd name="connsiteY82" fmla="*/ 293695 h 753588"/>
              <a:gd name="connsiteX83" fmla="*/ 205020 w 1313387"/>
              <a:gd name="connsiteY83" fmla="*/ 198986 h 753588"/>
              <a:gd name="connsiteX84" fmla="*/ 246168 w 1313387"/>
              <a:gd name="connsiteY84" fmla="*/ 210267 h 753588"/>
              <a:gd name="connsiteX85" fmla="*/ 355553 w 1313387"/>
              <a:gd name="connsiteY85" fmla="*/ 244934 h 753588"/>
              <a:gd name="connsiteX86" fmla="*/ 372047 w 1313387"/>
              <a:gd name="connsiteY86" fmla="*/ 275658 h 753588"/>
              <a:gd name="connsiteX87" fmla="*/ 410143 w 1313387"/>
              <a:gd name="connsiteY87" fmla="*/ 302198 h 753588"/>
              <a:gd name="connsiteX88" fmla="*/ 432225 w 1313387"/>
              <a:gd name="connsiteY88" fmla="*/ 357954 h 753588"/>
              <a:gd name="connsiteX89" fmla="*/ 447107 w 1313387"/>
              <a:gd name="connsiteY89" fmla="*/ 425368 h 753588"/>
              <a:gd name="connsiteX90" fmla="*/ 512636 w 1313387"/>
              <a:gd name="connsiteY90" fmla="*/ 580530 h 753588"/>
              <a:gd name="connsiteX91" fmla="*/ 575866 w 1313387"/>
              <a:gd name="connsiteY91" fmla="*/ 606488 h 753588"/>
              <a:gd name="connsiteX92" fmla="*/ 627953 w 1313387"/>
              <a:gd name="connsiteY92" fmla="*/ 624181 h 753588"/>
              <a:gd name="connsiteX93" fmla="*/ 731611 w 1313387"/>
              <a:gd name="connsiteY93" fmla="*/ 704695 h 753588"/>
              <a:gd name="connsiteX94" fmla="*/ 736035 w 1313387"/>
              <a:gd name="connsiteY94" fmla="*/ 705277 h 753588"/>
              <a:gd name="connsiteX95" fmla="*/ 712443 w 1313387"/>
              <a:gd name="connsiteY95" fmla="*/ 639166 h 753588"/>
              <a:gd name="connsiteX96" fmla="*/ 690703 w 1313387"/>
              <a:gd name="connsiteY96" fmla="*/ 577204 h 753588"/>
              <a:gd name="connsiteX97" fmla="*/ 629633 w 1313387"/>
              <a:gd name="connsiteY97" fmla="*/ 461647 h 753588"/>
              <a:gd name="connsiteX98" fmla="*/ 559716 w 1313387"/>
              <a:gd name="connsiteY98" fmla="*/ 380140 h 753588"/>
              <a:gd name="connsiteX99" fmla="*/ 488530 w 1313387"/>
              <a:gd name="connsiteY99" fmla="*/ 304016 h 753588"/>
              <a:gd name="connsiteX100" fmla="*/ 455200 w 1313387"/>
              <a:gd name="connsiteY100" fmla="*/ 274115 h 753588"/>
              <a:gd name="connsiteX101" fmla="*/ 569797 w 1313387"/>
              <a:gd name="connsiteY101" fmla="*/ 307342 h 753588"/>
              <a:gd name="connsiteX102" fmla="*/ 640469 w 1313387"/>
              <a:gd name="connsiteY102" fmla="*/ 327161 h 753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</a:cxnLst>
            <a:rect l="l" t="t" r="r" b="b"/>
            <a:pathLst>
              <a:path w="1313387" h="753588">
                <a:moveTo>
                  <a:pt x="640469" y="327161"/>
                </a:moveTo>
                <a:cubicBezTo>
                  <a:pt x="637348" y="341186"/>
                  <a:pt x="643932" y="360148"/>
                  <a:pt x="651647" y="374996"/>
                </a:cubicBezTo>
                <a:cubicBezTo>
                  <a:pt x="660597" y="392244"/>
                  <a:pt x="677399" y="400508"/>
                  <a:pt x="685492" y="418030"/>
                </a:cubicBezTo>
                <a:cubicBezTo>
                  <a:pt x="705723" y="461818"/>
                  <a:pt x="714741" y="512602"/>
                  <a:pt x="739258" y="553578"/>
                </a:cubicBezTo>
                <a:cubicBezTo>
                  <a:pt x="761204" y="590200"/>
                  <a:pt x="797483" y="625450"/>
                  <a:pt x="835339" y="638172"/>
                </a:cubicBezTo>
                <a:cubicBezTo>
                  <a:pt x="850358" y="643213"/>
                  <a:pt x="868600" y="642561"/>
                  <a:pt x="882008" y="651853"/>
                </a:cubicBezTo>
                <a:cubicBezTo>
                  <a:pt x="896341" y="661798"/>
                  <a:pt x="902238" y="680177"/>
                  <a:pt x="910365" y="695882"/>
                </a:cubicBezTo>
                <a:cubicBezTo>
                  <a:pt x="919452" y="713473"/>
                  <a:pt x="927613" y="727909"/>
                  <a:pt x="943455" y="737887"/>
                </a:cubicBezTo>
                <a:cubicBezTo>
                  <a:pt x="953262" y="744059"/>
                  <a:pt x="971916" y="756952"/>
                  <a:pt x="982820" y="752769"/>
                </a:cubicBezTo>
                <a:cubicBezTo>
                  <a:pt x="982786" y="752083"/>
                  <a:pt x="982752" y="751397"/>
                  <a:pt x="982717" y="750677"/>
                </a:cubicBezTo>
                <a:cubicBezTo>
                  <a:pt x="980660" y="711964"/>
                  <a:pt x="948701" y="670027"/>
                  <a:pt x="934506" y="636457"/>
                </a:cubicBezTo>
                <a:cubicBezTo>
                  <a:pt x="916812" y="594555"/>
                  <a:pt x="913863" y="543497"/>
                  <a:pt x="889277" y="506224"/>
                </a:cubicBezTo>
                <a:cubicBezTo>
                  <a:pt x="866474" y="471660"/>
                  <a:pt x="844151" y="453315"/>
                  <a:pt x="810547" y="434901"/>
                </a:cubicBezTo>
                <a:cubicBezTo>
                  <a:pt x="777389" y="416727"/>
                  <a:pt x="752460" y="386415"/>
                  <a:pt x="724753" y="359120"/>
                </a:cubicBezTo>
                <a:cubicBezTo>
                  <a:pt x="723450" y="357851"/>
                  <a:pt x="722010" y="356514"/>
                  <a:pt x="720467" y="355177"/>
                </a:cubicBezTo>
                <a:cubicBezTo>
                  <a:pt x="742961" y="364092"/>
                  <a:pt x="767547" y="373727"/>
                  <a:pt x="779412" y="378151"/>
                </a:cubicBezTo>
                <a:cubicBezTo>
                  <a:pt x="804341" y="387409"/>
                  <a:pt x="941089" y="445428"/>
                  <a:pt x="941089" y="445428"/>
                </a:cubicBezTo>
                <a:lnTo>
                  <a:pt x="978397" y="459110"/>
                </a:lnTo>
                <a:cubicBezTo>
                  <a:pt x="983712" y="498234"/>
                  <a:pt x="1011932" y="540548"/>
                  <a:pt x="1036210" y="572712"/>
                </a:cubicBezTo>
                <a:cubicBezTo>
                  <a:pt x="1075986" y="625450"/>
                  <a:pt x="1132187" y="555396"/>
                  <a:pt x="1178959" y="586565"/>
                </a:cubicBezTo>
                <a:cubicBezTo>
                  <a:pt x="1198573" y="599630"/>
                  <a:pt x="1210368" y="626616"/>
                  <a:pt x="1233206" y="632308"/>
                </a:cubicBezTo>
                <a:cubicBezTo>
                  <a:pt x="1253334" y="637349"/>
                  <a:pt x="1279188" y="636457"/>
                  <a:pt x="1298802" y="628982"/>
                </a:cubicBezTo>
                <a:cubicBezTo>
                  <a:pt x="1311558" y="624113"/>
                  <a:pt x="1315262" y="621576"/>
                  <a:pt x="1312553" y="617015"/>
                </a:cubicBezTo>
                <a:cubicBezTo>
                  <a:pt x="1311318" y="614889"/>
                  <a:pt x="1308712" y="612352"/>
                  <a:pt x="1305009" y="608957"/>
                </a:cubicBezTo>
                <a:cubicBezTo>
                  <a:pt x="1296162" y="600796"/>
                  <a:pt x="1287727" y="590886"/>
                  <a:pt x="1280663" y="580770"/>
                </a:cubicBezTo>
                <a:cubicBezTo>
                  <a:pt x="1263827" y="556733"/>
                  <a:pt x="1252099" y="527690"/>
                  <a:pt x="1234680" y="503687"/>
                </a:cubicBezTo>
                <a:cubicBezTo>
                  <a:pt x="1214003" y="475260"/>
                  <a:pt x="1193292" y="445291"/>
                  <a:pt x="1159311" y="441690"/>
                </a:cubicBezTo>
                <a:cubicBezTo>
                  <a:pt x="1138668" y="439496"/>
                  <a:pt x="1117751" y="439564"/>
                  <a:pt x="1096937" y="441142"/>
                </a:cubicBezTo>
                <a:cubicBezTo>
                  <a:pt x="1072145" y="442993"/>
                  <a:pt x="1047388" y="443885"/>
                  <a:pt x="1022631" y="446079"/>
                </a:cubicBezTo>
                <a:cubicBezTo>
                  <a:pt x="1011006" y="447108"/>
                  <a:pt x="999176" y="449817"/>
                  <a:pt x="987483" y="451017"/>
                </a:cubicBezTo>
                <a:cubicBezTo>
                  <a:pt x="969721" y="443130"/>
                  <a:pt x="926413" y="424545"/>
                  <a:pt x="926413" y="424545"/>
                </a:cubicBezTo>
                <a:cubicBezTo>
                  <a:pt x="926413" y="424545"/>
                  <a:pt x="879470" y="404657"/>
                  <a:pt x="840105" y="386209"/>
                </a:cubicBezTo>
                <a:cubicBezTo>
                  <a:pt x="845523" y="387238"/>
                  <a:pt x="850906" y="388849"/>
                  <a:pt x="856290" y="390770"/>
                </a:cubicBezTo>
                <a:cubicBezTo>
                  <a:pt x="870692" y="395879"/>
                  <a:pt x="884991" y="402840"/>
                  <a:pt x="899701" y="404348"/>
                </a:cubicBezTo>
                <a:cubicBezTo>
                  <a:pt x="958097" y="410349"/>
                  <a:pt x="1006617" y="414292"/>
                  <a:pt x="1060384" y="381648"/>
                </a:cubicBezTo>
                <a:cubicBezTo>
                  <a:pt x="1084730" y="366869"/>
                  <a:pt x="1097486" y="345335"/>
                  <a:pt x="1126838" y="346947"/>
                </a:cubicBezTo>
                <a:cubicBezTo>
                  <a:pt x="1146041" y="347976"/>
                  <a:pt x="1165140" y="352262"/>
                  <a:pt x="1184342" y="352639"/>
                </a:cubicBezTo>
                <a:cubicBezTo>
                  <a:pt x="1180810" y="351199"/>
                  <a:pt x="1177279" y="349690"/>
                  <a:pt x="1173781" y="348147"/>
                </a:cubicBezTo>
                <a:cubicBezTo>
                  <a:pt x="1154133" y="339437"/>
                  <a:pt x="1134691" y="328773"/>
                  <a:pt x="1116002" y="317800"/>
                </a:cubicBezTo>
                <a:cubicBezTo>
                  <a:pt x="1094914" y="305422"/>
                  <a:pt x="1082090" y="292940"/>
                  <a:pt x="1056887" y="291671"/>
                </a:cubicBezTo>
                <a:cubicBezTo>
                  <a:pt x="1025854" y="290094"/>
                  <a:pt x="999519" y="295135"/>
                  <a:pt x="971024" y="312382"/>
                </a:cubicBezTo>
                <a:cubicBezTo>
                  <a:pt x="924630" y="340432"/>
                  <a:pt x="892466" y="384769"/>
                  <a:pt x="838631" y="385523"/>
                </a:cubicBezTo>
                <a:cubicBezTo>
                  <a:pt x="826560" y="379831"/>
                  <a:pt x="815245" y="374310"/>
                  <a:pt x="806364" y="369578"/>
                </a:cubicBezTo>
                <a:cubicBezTo>
                  <a:pt x="768302" y="349313"/>
                  <a:pt x="598841" y="297055"/>
                  <a:pt x="598841" y="297055"/>
                </a:cubicBezTo>
                <a:lnTo>
                  <a:pt x="589239" y="293900"/>
                </a:lnTo>
                <a:cubicBezTo>
                  <a:pt x="592325" y="294518"/>
                  <a:pt x="595412" y="295169"/>
                  <a:pt x="598464" y="295992"/>
                </a:cubicBezTo>
                <a:cubicBezTo>
                  <a:pt x="657922" y="311731"/>
                  <a:pt x="729966" y="325584"/>
                  <a:pt x="773720" y="262079"/>
                </a:cubicBezTo>
                <a:cubicBezTo>
                  <a:pt x="793814" y="232933"/>
                  <a:pt x="819942" y="209273"/>
                  <a:pt x="851009" y="197923"/>
                </a:cubicBezTo>
                <a:cubicBezTo>
                  <a:pt x="876418" y="188630"/>
                  <a:pt x="916332" y="198471"/>
                  <a:pt x="935877" y="175223"/>
                </a:cubicBezTo>
                <a:cubicBezTo>
                  <a:pt x="935363" y="174880"/>
                  <a:pt x="934814" y="174537"/>
                  <a:pt x="934300" y="174194"/>
                </a:cubicBezTo>
                <a:cubicBezTo>
                  <a:pt x="911325" y="158798"/>
                  <a:pt x="883071" y="150157"/>
                  <a:pt x="856496" y="147345"/>
                </a:cubicBezTo>
                <a:cubicBezTo>
                  <a:pt x="830092" y="144567"/>
                  <a:pt x="793231" y="143436"/>
                  <a:pt x="768645" y="153723"/>
                </a:cubicBezTo>
                <a:cubicBezTo>
                  <a:pt x="739258" y="166033"/>
                  <a:pt x="714912" y="187361"/>
                  <a:pt x="689435" y="208107"/>
                </a:cubicBezTo>
                <a:cubicBezTo>
                  <a:pt x="663649" y="229092"/>
                  <a:pt x="633645" y="254672"/>
                  <a:pt x="603950" y="265920"/>
                </a:cubicBezTo>
                <a:cubicBezTo>
                  <a:pt x="592668" y="270206"/>
                  <a:pt x="579810" y="271612"/>
                  <a:pt x="568425" y="273909"/>
                </a:cubicBezTo>
                <a:cubicBezTo>
                  <a:pt x="559682" y="275692"/>
                  <a:pt x="544971" y="273703"/>
                  <a:pt x="534101" y="275795"/>
                </a:cubicBezTo>
                <a:cubicBezTo>
                  <a:pt x="520659" y="272126"/>
                  <a:pt x="414223" y="243185"/>
                  <a:pt x="411994" y="242054"/>
                </a:cubicBezTo>
                <a:cubicBezTo>
                  <a:pt x="410657" y="241368"/>
                  <a:pt x="390392" y="231630"/>
                  <a:pt x="372629" y="223297"/>
                </a:cubicBezTo>
                <a:cubicBezTo>
                  <a:pt x="402462" y="220280"/>
                  <a:pt x="434866" y="215548"/>
                  <a:pt x="463155" y="204438"/>
                </a:cubicBezTo>
                <a:cubicBezTo>
                  <a:pt x="493159" y="192608"/>
                  <a:pt x="513596" y="170216"/>
                  <a:pt x="535541" y="144087"/>
                </a:cubicBezTo>
                <a:cubicBezTo>
                  <a:pt x="560299" y="114666"/>
                  <a:pt x="575352" y="73656"/>
                  <a:pt x="606110" y="50956"/>
                </a:cubicBezTo>
                <a:cubicBezTo>
                  <a:pt x="631588" y="32130"/>
                  <a:pt x="670473" y="24895"/>
                  <a:pt x="700339" y="20918"/>
                </a:cubicBezTo>
                <a:cubicBezTo>
                  <a:pt x="698453" y="20026"/>
                  <a:pt x="696533" y="19169"/>
                  <a:pt x="694613" y="18311"/>
                </a:cubicBezTo>
                <a:cubicBezTo>
                  <a:pt x="664712" y="5316"/>
                  <a:pt x="633371" y="-68"/>
                  <a:pt x="600144" y="1"/>
                </a:cubicBezTo>
                <a:cubicBezTo>
                  <a:pt x="531289" y="138"/>
                  <a:pt x="474779" y="33708"/>
                  <a:pt x="429071" y="92241"/>
                </a:cubicBezTo>
                <a:cubicBezTo>
                  <a:pt x="409628" y="117170"/>
                  <a:pt x="392209" y="141515"/>
                  <a:pt x="368858" y="162570"/>
                </a:cubicBezTo>
                <a:cubicBezTo>
                  <a:pt x="355142" y="174948"/>
                  <a:pt x="338819" y="183658"/>
                  <a:pt x="324658" y="194562"/>
                </a:cubicBezTo>
                <a:cubicBezTo>
                  <a:pt x="321297" y="197134"/>
                  <a:pt x="316120" y="201111"/>
                  <a:pt x="310633" y="204609"/>
                </a:cubicBezTo>
                <a:cubicBezTo>
                  <a:pt x="279258" y="198643"/>
                  <a:pt x="238213" y="190790"/>
                  <a:pt x="238213" y="190790"/>
                </a:cubicBezTo>
                <a:lnTo>
                  <a:pt x="6481" y="133423"/>
                </a:lnTo>
                <a:lnTo>
                  <a:pt x="0" y="147105"/>
                </a:lnTo>
                <a:lnTo>
                  <a:pt x="93200" y="168365"/>
                </a:lnTo>
                <a:lnTo>
                  <a:pt x="147893" y="183349"/>
                </a:lnTo>
                <a:cubicBezTo>
                  <a:pt x="165106" y="194631"/>
                  <a:pt x="182526" y="208141"/>
                  <a:pt x="192744" y="225320"/>
                </a:cubicBezTo>
                <a:cubicBezTo>
                  <a:pt x="201111" y="239448"/>
                  <a:pt x="205980" y="254021"/>
                  <a:pt x="208895" y="270960"/>
                </a:cubicBezTo>
                <a:cubicBezTo>
                  <a:pt x="212632" y="292871"/>
                  <a:pt x="218667" y="314234"/>
                  <a:pt x="221994" y="336283"/>
                </a:cubicBezTo>
                <a:cubicBezTo>
                  <a:pt x="228920" y="382334"/>
                  <a:pt x="231972" y="427871"/>
                  <a:pt x="256661" y="466070"/>
                </a:cubicBezTo>
                <a:cubicBezTo>
                  <a:pt x="274423" y="493571"/>
                  <a:pt x="299078" y="515585"/>
                  <a:pt x="318897" y="541200"/>
                </a:cubicBezTo>
                <a:cubicBezTo>
                  <a:pt x="338751" y="566883"/>
                  <a:pt x="367314" y="603093"/>
                  <a:pt x="401022" y="603368"/>
                </a:cubicBezTo>
                <a:cubicBezTo>
                  <a:pt x="402702" y="603368"/>
                  <a:pt x="404382" y="603299"/>
                  <a:pt x="406096" y="603128"/>
                </a:cubicBezTo>
                <a:cubicBezTo>
                  <a:pt x="402633" y="583273"/>
                  <a:pt x="392449" y="564928"/>
                  <a:pt x="387923" y="545040"/>
                </a:cubicBezTo>
                <a:cubicBezTo>
                  <a:pt x="383225" y="524363"/>
                  <a:pt x="381202" y="503275"/>
                  <a:pt x="379419" y="481775"/>
                </a:cubicBezTo>
                <a:cubicBezTo>
                  <a:pt x="373418" y="409183"/>
                  <a:pt x="360251" y="338683"/>
                  <a:pt x="308164" y="293695"/>
                </a:cubicBezTo>
                <a:cubicBezTo>
                  <a:pt x="273360" y="263622"/>
                  <a:pt x="243219" y="222508"/>
                  <a:pt x="205020" y="198986"/>
                </a:cubicBezTo>
                <a:lnTo>
                  <a:pt x="246168" y="210267"/>
                </a:lnTo>
                <a:cubicBezTo>
                  <a:pt x="246168" y="210267"/>
                  <a:pt x="313376" y="231732"/>
                  <a:pt x="355553" y="244934"/>
                </a:cubicBezTo>
                <a:cubicBezTo>
                  <a:pt x="360114" y="256490"/>
                  <a:pt x="362651" y="267360"/>
                  <a:pt x="372047" y="275658"/>
                </a:cubicBezTo>
                <a:cubicBezTo>
                  <a:pt x="383568" y="285842"/>
                  <a:pt x="399719" y="290437"/>
                  <a:pt x="410143" y="302198"/>
                </a:cubicBezTo>
                <a:cubicBezTo>
                  <a:pt x="421630" y="315160"/>
                  <a:pt x="426739" y="340706"/>
                  <a:pt x="432225" y="357954"/>
                </a:cubicBezTo>
                <a:cubicBezTo>
                  <a:pt x="438809" y="378699"/>
                  <a:pt x="444364" y="403765"/>
                  <a:pt x="447107" y="425368"/>
                </a:cubicBezTo>
                <a:cubicBezTo>
                  <a:pt x="454000" y="479752"/>
                  <a:pt x="467407" y="551521"/>
                  <a:pt x="512636" y="580530"/>
                </a:cubicBezTo>
                <a:cubicBezTo>
                  <a:pt x="532147" y="593046"/>
                  <a:pt x="554264" y="599561"/>
                  <a:pt x="575866" y="606488"/>
                </a:cubicBezTo>
                <a:cubicBezTo>
                  <a:pt x="593251" y="612077"/>
                  <a:pt x="612385" y="614340"/>
                  <a:pt x="627953" y="624181"/>
                </a:cubicBezTo>
                <a:cubicBezTo>
                  <a:pt x="663100" y="646402"/>
                  <a:pt x="689435" y="697665"/>
                  <a:pt x="731611" y="704695"/>
                </a:cubicBezTo>
                <a:cubicBezTo>
                  <a:pt x="733052" y="704935"/>
                  <a:pt x="734526" y="705140"/>
                  <a:pt x="736035" y="705277"/>
                </a:cubicBezTo>
                <a:cubicBezTo>
                  <a:pt x="732263" y="683298"/>
                  <a:pt x="719747" y="659672"/>
                  <a:pt x="712443" y="639166"/>
                </a:cubicBezTo>
                <a:cubicBezTo>
                  <a:pt x="705105" y="618455"/>
                  <a:pt x="698796" y="597641"/>
                  <a:pt x="690703" y="577204"/>
                </a:cubicBezTo>
                <a:cubicBezTo>
                  <a:pt x="674313" y="535919"/>
                  <a:pt x="655831" y="495594"/>
                  <a:pt x="629633" y="461647"/>
                </a:cubicBezTo>
                <a:cubicBezTo>
                  <a:pt x="607928" y="433563"/>
                  <a:pt x="583650" y="405823"/>
                  <a:pt x="559716" y="380140"/>
                </a:cubicBezTo>
                <a:cubicBezTo>
                  <a:pt x="535884" y="354525"/>
                  <a:pt x="511607" y="330179"/>
                  <a:pt x="488530" y="304016"/>
                </a:cubicBezTo>
                <a:cubicBezTo>
                  <a:pt x="478346" y="292460"/>
                  <a:pt x="466858" y="283133"/>
                  <a:pt x="455200" y="274115"/>
                </a:cubicBezTo>
                <a:cubicBezTo>
                  <a:pt x="507115" y="289134"/>
                  <a:pt x="569797" y="307342"/>
                  <a:pt x="569797" y="307342"/>
                </a:cubicBezTo>
                <a:lnTo>
                  <a:pt x="640469" y="327161"/>
                </a:lnTo>
                <a:close/>
              </a:path>
            </a:pathLst>
          </a:custGeom>
          <a:noFill/>
          <a:ln w="19050" cap="flat">
            <a:solidFill>
              <a:schemeClr val="tx2">
                <a:lumMod val="20000"/>
                <a:lumOff val="8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58527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F6633D7-75E4-E468-ACBF-5E7170249227}"/>
              </a:ext>
            </a:extLst>
          </p:cNvPr>
          <p:cNvGrpSpPr/>
          <p:nvPr userDrawn="1"/>
        </p:nvGrpSpPr>
        <p:grpSpPr>
          <a:xfrm>
            <a:off x="9683870" y="-1"/>
            <a:ext cx="3146351" cy="1300409"/>
            <a:chOff x="8437173" y="-1"/>
            <a:chExt cx="4695543" cy="1940701"/>
          </a:xfrm>
        </p:grpSpPr>
        <p:sp>
          <p:nvSpPr>
            <p:cNvPr id="18" name="任意多边形: 形状 17" descr="D:\51PPT模板网\51pptmoban.com\图片.jpg">
              <a:extLst>
                <a:ext uri="{FF2B5EF4-FFF2-40B4-BE49-F238E27FC236}">
                  <a16:creationId xmlns:a16="http://schemas.microsoft.com/office/drawing/2014/main" id="{944492BB-399C-034D-FFB7-C4F8BAC56091}"/>
                </a:ext>
              </a:extLst>
            </p:cNvPr>
            <p:cNvSpPr/>
            <p:nvPr userDrawn="1"/>
          </p:nvSpPr>
          <p:spPr>
            <a:xfrm>
              <a:off x="8726429" y="-1"/>
              <a:ext cx="3465571" cy="1646110"/>
            </a:xfrm>
            <a:custGeom>
              <a:avLst/>
              <a:gdLst>
                <a:gd name="connsiteX0" fmla="*/ 2570 w 3465571"/>
                <a:gd name="connsiteY0" fmla="*/ 0 h 1646110"/>
                <a:gd name="connsiteX1" fmla="*/ 3465571 w 3465571"/>
                <a:gd name="connsiteY1" fmla="*/ 0 h 1646110"/>
                <a:gd name="connsiteX2" fmla="*/ 3465571 w 3465571"/>
                <a:gd name="connsiteY2" fmla="*/ 1119665 h 1646110"/>
                <a:gd name="connsiteX3" fmla="*/ 3421671 w 3465571"/>
                <a:gd name="connsiteY3" fmla="*/ 1145755 h 1646110"/>
                <a:gd name="connsiteX4" fmla="*/ 2869468 w 3465571"/>
                <a:gd name="connsiteY4" fmla="*/ 1116643 h 1646110"/>
                <a:gd name="connsiteX5" fmla="*/ 2331176 w 3465571"/>
                <a:gd name="connsiteY5" fmla="*/ 947388 h 1646110"/>
                <a:gd name="connsiteX6" fmla="*/ 1570728 w 3465571"/>
                <a:gd name="connsiteY6" fmla="*/ 1248802 h 1646110"/>
                <a:gd name="connsiteX7" fmla="*/ 845665 w 3465571"/>
                <a:gd name="connsiteY7" fmla="*/ 1638320 h 1646110"/>
                <a:gd name="connsiteX8" fmla="*/ 219355 w 3465571"/>
                <a:gd name="connsiteY8" fmla="*/ 1260395 h 1646110"/>
                <a:gd name="connsiteX9" fmla="*/ 298136 w 3465571"/>
                <a:gd name="connsiteY9" fmla="*/ 873322 h 1646110"/>
                <a:gd name="connsiteX10" fmla="*/ 64026 w 3465571"/>
                <a:gd name="connsiteY10" fmla="*/ 308367 h 1646110"/>
                <a:gd name="connsiteX11" fmla="*/ 2570 w 3465571"/>
                <a:gd name="connsiteY11" fmla="*/ 0 h 1646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5571" h="1646110">
                  <a:moveTo>
                    <a:pt x="2570" y="0"/>
                  </a:moveTo>
                  <a:lnTo>
                    <a:pt x="3465571" y="0"/>
                  </a:lnTo>
                  <a:lnTo>
                    <a:pt x="3465571" y="1119665"/>
                  </a:lnTo>
                  <a:lnTo>
                    <a:pt x="3421671" y="1145755"/>
                  </a:lnTo>
                  <a:cubicBezTo>
                    <a:pt x="3252108" y="1226515"/>
                    <a:pt x="3045796" y="1183496"/>
                    <a:pt x="2869468" y="1116643"/>
                  </a:cubicBezTo>
                  <a:cubicBezTo>
                    <a:pt x="2693155" y="1049662"/>
                    <a:pt x="2521053" y="959368"/>
                    <a:pt x="2331176" y="947388"/>
                  </a:cubicBezTo>
                  <a:cubicBezTo>
                    <a:pt x="2049934" y="929613"/>
                    <a:pt x="1792651" y="1086373"/>
                    <a:pt x="1570728" y="1248802"/>
                  </a:cubicBezTo>
                  <a:cubicBezTo>
                    <a:pt x="1348804" y="1411228"/>
                    <a:pt x="1123248" y="1592461"/>
                    <a:pt x="845665" y="1638320"/>
                  </a:cubicBezTo>
                  <a:cubicBezTo>
                    <a:pt x="568082" y="1684175"/>
                    <a:pt x="229212" y="1523681"/>
                    <a:pt x="219355" y="1260395"/>
                  </a:cubicBezTo>
                  <a:cubicBezTo>
                    <a:pt x="214423" y="1128622"/>
                    <a:pt x="290769" y="1004967"/>
                    <a:pt x="298136" y="873322"/>
                  </a:cubicBezTo>
                  <a:cubicBezTo>
                    <a:pt x="309563" y="668904"/>
                    <a:pt x="158084" y="493211"/>
                    <a:pt x="64026" y="308367"/>
                  </a:cubicBezTo>
                  <a:cubicBezTo>
                    <a:pt x="16999" y="216011"/>
                    <a:pt x="-8507" y="101890"/>
                    <a:pt x="2570" y="0"/>
                  </a:cubicBezTo>
                  <a:close/>
                </a:path>
              </a:pathLst>
            </a:custGeom>
            <a:solidFill>
              <a:srgbClr val="E09292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478" name="任意多边形: 形状 477">
              <a:extLst>
                <a:ext uri="{FF2B5EF4-FFF2-40B4-BE49-F238E27FC236}">
                  <a16:creationId xmlns:a16="http://schemas.microsoft.com/office/drawing/2014/main" id="{817992EF-E57B-9155-EA18-51612F1FA776}"/>
                </a:ext>
              </a:extLst>
            </p:cNvPr>
            <p:cNvSpPr/>
            <p:nvPr userDrawn="1"/>
          </p:nvSpPr>
          <p:spPr>
            <a:xfrm>
              <a:off x="8437173" y="0"/>
              <a:ext cx="4695543" cy="1940700"/>
            </a:xfrm>
            <a:custGeom>
              <a:avLst/>
              <a:gdLst>
                <a:gd name="connsiteX0" fmla="*/ 1243842 w 1249994"/>
                <a:gd name="connsiteY0" fmla="*/ 499914 h 516631"/>
                <a:gd name="connsiteX1" fmla="*/ 1157895 w 1249994"/>
                <a:gd name="connsiteY1" fmla="*/ 485958 h 516631"/>
                <a:gd name="connsiteX2" fmla="*/ 1128261 w 1249994"/>
                <a:gd name="connsiteY2" fmla="*/ 448719 h 516631"/>
                <a:gd name="connsiteX3" fmla="*/ 1114291 w 1249994"/>
                <a:gd name="connsiteY3" fmla="*/ 390255 h 516631"/>
                <a:gd name="connsiteX4" fmla="*/ 1116099 w 1249994"/>
                <a:gd name="connsiteY4" fmla="*/ 262559 h 516631"/>
                <a:gd name="connsiteX5" fmla="*/ 1089647 w 1249994"/>
                <a:gd name="connsiteY5" fmla="*/ 175702 h 516631"/>
                <a:gd name="connsiteX6" fmla="*/ 1017220 w 1249994"/>
                <a:gd name="connsiteY6" fmla="*/ 129994 h 516631"/>
                <a:gd name="connsiteX7" fmla="*/ 925271 w 1249994"/>
                <a:gd name="connsiteY7" fmla="*/ 170696 h 516631"/>
                <a:gd name="connsiteX8" fmla="*/ 811662 w 1249994"/>
                <a:gd name="connsiteY8" fmla="*/ 368995 h 516631"/>
                <a:gd name="connsiteX9" fmla="*/ 716339 w 1249994"/>
                <a:gd name="connsiteY9" fmla="*/ 405891 h 516631"/>
                <a:gd name="connsiteX10" fmla="*/ 629376 w 1249994"/>
                <a:gd name="connsiteY10" fmla="*/ 345403 h 516631"/>
                <a:gd name="connsiteX11" fmla="*/ 521935 w 1249994"/>
                <a:gd name="connsiteY11" fmla="*/ 141584 h 516631"/>
                <a:gd name="connsiteX12" fmla="*/ 434506 w 1249994"/>
                <a:gd name="connsiteY12" fmla="*/ 97178 h 516631"/>
                <a:gd name="connsiteX13" fmla="*/ 336718 w 1249994"/>
                <a:gd name="connsiteY13" fmla="*/ 131468 h 516631"/>
                <a:gd name="connsiteX14" fmla="*/ 252933 w 1249994"/>
                <a:gd name="connsiteY14" fmla="*/ 205500 h 516631"/>
                <a:gd name="connsiteX15" fmla="*/ 149384 w 1249994"/>
                <a:gd name="connsiteY15" fmla="*/ 262730 h 516631"/>
                <a:gd name="connsiteX16" fmla="*/ 55121 w 1249994"/>
                <a:gd name="connsiteY16" fmla="*/ 224942 h 516631"/>
                <a:gd name="connsiteX17" fmla="*/ 19182 w 1249994"/>
                <a:gd name="connsiteY17" fmla="*/ 123650 h 516631"/>
                <a:gd name="connsiteX18" fmla="*/ 8086 w 1249994"/>
                <a:gd name="connsiteY18" fmla="*/ 0 h 516631"/>
                <a:gd name="connsiteX19" fmla="*/ 0 w 1249994"/>
                <a:gd name="connsiteY19" fmla="*/ 0 h 516631"/>
                <a:gd name="connsiteX20" fmla="*/ 8195 w 1249994"/>
                <a:gd name="connsiteY20" fmla="*/ 84559 h 516631"/>
                <a:gd name="connsiteX21" fmla="*/ 29393 w 1249994"/>
                <a:gd name="connsiteY21" fmla="*/ 197888 h 516631"/>
                <a:gd name="connsiteX22" fmla="*/ 95004 w 1249994"/>
                <a:gd name="connsiteY22" fmla="*/ 265336 h 516631"/>
                <a:gd name="connsiteX23" fmla="*/ 291157 w 1249994"/>
                <a:gd name="connsiteY23" fmla="*/ 180811 h 516631"/>
                <a:gd name="connsiteX24" fmla="*/ 382961 w 1249994"/>
                <a:gd name="connsiteY24" fmla="*/ 114597 h 516631"/>
                <a:gd name="connsiteX25" fmla="*/ 486369 w 1249994"/>
                <a:gd name="connsiteY25" fmla="*/ 122450 h 516631"/>
                <a:gd name="connsiteX26" fmla="*/ 603007 w 1249994"/>
                <a:gd name="connsiteY26" fmla="*/ 317423 h 516631"/>
                <a:gd name="connsiteX27" fmla="*/ 673819 w 1249994"/>
                <a:gd name="connsiteY27" fmla="*/ 398175 h 516631"/>
                <a:gd name="connsiteX28" fmla="*/ 770918 w 1249994"/>
                <a:gd name="connsiteY28" fmla="*/ 407743 h 516631"/>
                <a:gd name="connsiteX29" fmla="*/ 894739 w 1249994"/>
                <a:gd name="connsiteY29" fmla="*/ 230532 h 516631"/>
                <a:gd name="connsiteX30" fmla="*/ 970620 w 1249994"/>
                <a:gd name="connsiteY30" fmla="*/ 147722 h 516631"/>
                <a:gd name="connsiteX31" fmla="*/ 1065346 w 1249994"/>
                <a:gd name="connsiteY31" fmla="*/ 159346 h 516631"/>
                <a:gd name="connsiteX32" fmla="*/ 1105558 w 1249994"/>
                <a:gd name="connsiteY32" fmla="*/ 242499 h 516631"/>
                <a:gd name="connsiteX33" fmla="*/ 1105287 w 1249994"/>
                <a:gd name="connsiteY33" fmla="*/ 364674 h 516631"/>
                <a:gd name="connsiteX34" fmla="*/ 1132671 w 1249994"/>
                <a:gd name="connsiteY34" fmla="*/ 471213 h 516631"/>
                <a:gd name="connsiteX35" fmla="*/ 1207670 w 1249994"/>
                <a:gd name="connsiteY35" fmla="*/ 516407 h 516631"/>
                <a:gd name="connsiteX36" fmla="*/ 1248015 w 1249994"/>
                <a:gd name="connsiteY36" fmla="*/ 506978 h 516631"/>
                <a:gd name="connsiteX37" fmla="*/ 1243842 w 1249994"/>
                <a:gd name="connsiteY37" fmla="*/ 499914 h 516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249994" h="516631">
                  <a:moveTo>
                    <a:pt x="1243842" y="499914"/>
                  </a:moveTo>
                  <a:cubicBezTo>
                    <a:pt x="1215347" y="516682"/>
                    <a:pt x="1181620" y="505949"/>
                    <a:pt x="1157895" y="485958"/>
                  </a:cubicBezTo>
                  <a:cubicBezTo>
                    <a:pt x="1145657" y="475637"/>
                    <a:pt x="1135472" y="462949"/>
                    <a:pt x="1128261" y="448719"/>
                  </a:cubicBezTo>
                  <a:cubicBezTo>
                    <a:pt x="1119164" y="430785"/>
                    <a:pt x="1115704" y="410108"/>
                    <a:pt x="1114291" y="390255"/>
                  </a:cubicBezTo>
                  <a:cubicBezTo>
                    <a:pt x="1111264" y="347666"/>
                    <a:pt x="1118759" y="305147"/>
                    <a:pt x="1116099" y="262559"/>
                  </a:cubicBezTo>
                  <a:cubicBezTo>
                    <a:pt x="1114209" y="232383"/>
                    <a:pt x="1106281" y="201351"/>
                    <a:pt x="1089647" y="175702"/>
                  </a:cubicBezTo>
                  <a:cubicBezTo>
                    <a:pt x="1073353" y="150533"/>
                    <a:pt x="1047933" y="132188"/>
                    <a:pt x="1017220" y="129994"/>
                  </a:cubicBezTo>
                  <a:cubicBezTo>
                    <a:pt x="982189" y="127490"/>
                    <a:pt x="948935" y="146521"/>
                    <a:pt x="925271" y="170696"/>
                  </a:cubicBezTo>
                  <a:cubicBezTo>
                    <a:pt x="870544" y="226589"/>
                    <a:pt x="865531" y="312348"/>
                    <a:pt x="811662" y="368995"/>
                  </a:cubicBezTo>
                  <a:cubicBezTo>
                    <a:pt x="787052" y="394884"/>
                    <a:pt x="753015" y="412475"/>
                    <a:pt x="716339" y="405891"/>
                  </a:cubicBezTo>
                  <a:cubicBezTo>
                    <a:pt x="680396" y="399444"/>
                    <a:pt x="650111" y="374138"/>
                    <a:pt x="629376" y="345403"/>
                  </a:cubicBezTo>
                  <a:cubicBezTo>
                    <a:pt x="583897" y="282344"/>
                    <a:pt x="576250" y="199431"/>
                    <a:pt x="521935" y="141584"/>
                  </a:cubicBezTo>
                  <a:cubicBezTo>
                    <a:pt x="498957" y="117066"/>
                    <a:pt x="468809" y="99064"/>
                    <a:pt x="434506" y="97178"/>
                  </a:cubicBezTo>
                  <a:cubicBezTo>
                    <a:pt x="398662" y="95189"/>
                    <a:pt x="365089" y="111134"/>
                    <a:pt x="336718" y="131468"/>
                  </a:cubicBezTo>
                  <a:cubicBezTo>
                    <a:pt x="306179" y="153311"/>
                    <a:pt x="280976" y="180811"/>
                    <a:pt x="252933" y="205500"/>
                  </a:cubicBezTo>
                  <a:cubicBezTo>
                    <a:pt x="223663" y="231286"/>
                    <a:pt x="188921" y="256215"/>
                    <a:pt x="149384" y="262730"/>
                  </a:cubicBezTo>
                  <a:cubicBezTo>
                    <a:pt x="112588" y="268765"/>
                    <a:pt x="77766" y="253746"/>
                    <a:pt x="55121" y="224942"/>
                  </a:cubicBezTo>
                  <a:cubicBezTo>
                    <a:pt x="32380" y="196036"/>
                    <a:pt x="22865" y="159517"/>
                    <a:pt x="19182" y="123650"/>
                  </a:cubicBezTo>
                  <a:cubicBezTo>
                    <a:pt x="15115" y="84113"/>
                    <a:pt x="16044" y="40394"/>
                    <a:pt x="8086" y="0"/>
                  </a:cubicBezTo>
                  <a:lnTo>
                    <a:pt x="0" y="0"/>
                  </a:lnTo>
                  <a:cubicBezTo>
                    <a:pt x="5888" y="27638"/>
                    <a:pt x="6796" y="56407"/>
                    <a:pt x="8195" y="84559"/>
                  </a:cubicBezTo>
                  <a:cubicBezTo>
                    <a:pt x="10119" y="123238"/>
                    <a:pt x="13226" y="162123"/>
                    <a:pt x="29393" y="197888"/>
                  </a:cubicBezTo>
                  <a:cubicBezTo>
                    <a:pt x="42595" y="227068"/>
                    <a:pt x="64362" y="253300"/>
                    <a:pt x="95004" y="265336"/>
                  </a:cubicBezTo>
                  <a:cubicBezTo>
                    <a:pt x="170884" y="295203"/>
                    <a:pt x="241313" y="228063"/>
                    <a:pt x="291157" y="180811"/>
                  </a:cubicBezTo>
                  <a:cubicBezTo>
                    <a:pt x="318331" y="155059"/>
                    <a:pt x="347673" y="128862"/>
                    <a:pt x="382961" y="114597"/>
                  </a:cubicBezTo>
                  <a:cubicBezTo>
                    <a:pt x="417385" y="100675"/>
                    <a:pt x="454744" y="102562"/>
                    <a:pt x="486369" y="122450"/>
                  </a:cubicBezTo>
                  <a:cubicBezTo>
                    <a:pt x="554685" y="165415"/>
                    <a:pt x="569039" y="250797"/>
                    <a:pt x="603007" y="317423"/>
                  </a:cubicBezTo>
                  <a:cubicBezTo>
                    <a:pt x="619428" y="349621"/>
                    <a:pt x="642255" y="379213"/>
                    <a:pt x="673819" y="398175"/>
                  </a:cubicBezTo>
                  <a:cubicBezTo>
                    <a:pt x="703284" y="415835"/>
                    <a:pt x="738627" y="420978"/>
                    <a:pt x="770918" y="407743"/>
                  </a:cubicBezTo>
                  <a:cubicBezTo>
                    <a:pt x="844042" y="377807"/>
                    <a:pt x="863343" y="293934"/>
                    <a:pt x="894739" y="230532"/>
                  </a:cubicBezTo>
                  <a:cubicBezTo>
                    <a:pt x="911685" y="196310"/>
                    <a:pt x="935119" y="164695"/>
                    <a:pt x="970620" y="147722"/>
                  </a:cubicBezTo>
                  <a:cubicBezTo>
                    <a:pt x="1002228" y="132600"/>
                    <a:pt x="1039097" y="135343"/>
                    <a:pt x="1065346" y="159346"/>
                  </a:cubicBezTo>
                  <a:cubicBezTo>
                    <a:pt x="1088656" y="180640"/>
                    <a:pt x="1100483" y="212152"/>
                    <a:pt x="1105558" y="242499"/>
                  </a:cubicBezTo>
                  <a:cubicBezTo>
                    <a:pt x="1112302" y="282824"/>
                    <a:pt x="1105541" y="324143"/>
                    <a:pt x="1105287" y="364674"/>
                  </a:cubicBezTo>
                  <a:cubicBezTo>
                    <a:pt x="1105054" y="401845"/>
                    <a:pt x="1109494" y="440695"/>
                    <a:pt x="1132671" y="471213"/>
                  </a:cubicBezTo>
                  <a:cubicBezTo>
                    <a:pt x="1150478" y="494668"/>
                    <a:pt x="1177399" y="514007"/>
                    <a:pt x="1207670" y="516407"/>
                  </a:cubicBezTo>
                  <a:cubicBezTo>
                    <a:pt x="1221856" y="517573"/>
                    <a:pt x="1235819" y="514144"/>
                    <a:pt x="1248015" y="506978"/>
                  </a:cubicBezTo>
                  <a:cubicBezTo>
                    <a:pt x="1252580" y="504269"/>
                    <a:pt x="1248427" y="497205"/>
                    <a:pt x="1243842" y="499914"/>
                  </a:cubicBezTo>
                  <a:close/>
                </a:path>
              </a:pathLst>
            </a:custGeom>
            <a:solidFill>
              <a:srgbClr val="5E7DAB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F63ECD5D-B27B-7AEF-CF02-CCB81B04347E}"/>
              </a:ext>
            </a:extLst>
          </p:cNvPr>
          <p:cNvGrpSpPr/>
          <p:nvPr userDrawn="1"/>
        </p:nvGrpSpPr>
        <p:grpSpPr>
          <a:xfrm>
            <a:off x="0" y="5606264"/>
            <a:ext cx="2547684" cy="1254088"/>
            <a:chOff x="0" y="4781250"/>
            <a:chExt cx="4223702" cy="2079102"/>
          </a:xfrm>
        </p:grpSpPr>
        <p:sp>
          <p:nvSpPr>
            <p:cNvPr id="475" name="任意多边形: 形状 474">
              <a:extLst>
                <a:ext uri="{FF2B5EF4-FFF2-40B4-BE49-F238E27FC236}">
                  <a16:creationId xmlns:a16="http://schemas.microsoft.com/office/drawing/2014/main" id="{536F93B6-AA3F-8145-0ED8-B883F750180F}"/>
                </a:ext>
              </a:extLst>
            </p:cNvPr>
            <p:cNvSpPr/>
            <p:nvPr userDrawn="1"/>
          </p:nvSpPr>
          <p:spPr>
            <a:xfrm>
              <a:off x="0" y="4955143"/>
              <a:ext cx="3270724" cy="1905209"/>
            </a:xfrm>
            <a:custGeom>
              <a:avLst/>
              <a:gdLst>
                <a:gd name="connsiteX0" fmla="*/ 870695 w 870695"/>
                <a:gd name="connsiteY0" fmla="*/ 507149 h 507183"/>
                <a:gd name="connsiteX1" fmla="*/ 788848 w 870695"/>
                <a:gd name="connsiteY1" fmla="*/ 398347 h 507183"/>
                <a:gd name="connsiteX2" fmla="*/ 645338 w 870695"/>
                <a:gd name="connsiteY2" fmla="*/ 300757 h 507183"/>
                <a:gd name="connsiteX3" fmla="*/ 565274 w 870695"/>
                <a:gd name="connsiteY3" fmla="*/ 100710 h 507183"/>
                <a:gd name="connsiteX4" fmla="*/ 366070 w 870695"/>
                <a:gd name="connsiteY4" fmla="*/ 104996 h 507183"/>
                <a:gd name="connsiteX5" fmla="*/ 164633 w 870695"/>
                <a:gd name="connsiteY5" fmla="*/ 140726 h 507183"/>
                <a:gd name="connsiteX6" fmla="*/ 61400 w 870695"/>
                <a:gd name="connsiteY6" fmla="*/ 43445 h 507183"/>
                <a:gd name="connsiteX7" fmla="*/ 0 w 870695"/>
                <a:gd name="connsiteY7" fmla="*/ 0 h 507183"/>
                <a:gd name="connsiteX8" fmla="*/ 0 w 870695"/>
                <a:gd name="connsiteY8" fmla="*/ 507183 h 507183"/>
                <a:gd name="connsiteX9" fmla="*/ 870695 w 870695"/>
                <a:gd name="connsiteY9" fmla="*/ 507183 h 507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70695" h="507183">
                  <a:moveTo>
                    <a:pt x="870695" y="507149"/>
                  </a:moveTo>
                  <a:cubicBezTo>
                    <a:pt x="868483" y="463669"/>
                    <a:pt x="829722" y="422041"/>
                    <a:pt x="788848" y="398347"/>
                  </a:cubicBezTo>
                  <a:cubicBezTo>
                    <a:pt x="738181" y="368995"/>
                    <a:pt x="677612" y="349141"/>
                    <a:pt x="645338" y="300757"/>
                  </a:cubicBezTo>
                  <a:cubicBezTo>
                    <a:pt x="604821" y="239996"/>
                    <a:pt x="620258" y="149196"/>
                    <a:pt x="565274" y="100710"/>
                  </a:cubicBezTo>
                  <a:cubicBezTo>
                    <a:pt x="512756" y="54384"/>
                    <a:pt x="430099" y="75952"/>
                    <a:pt x="366070" y="104996"/>
                  </a:cubicBezTo>
                  <a:cubicBezTo>
                    <a:pt x="302040" y="134040"/>
                    <a:pt x="229170" y="168638"/>
                    <a:pt x="164633" y="140726"/>
                  </a:cubicBezTo>
                  <a:cubicBezTo>
                    <a:pt x="120632" y="121661"/>
                    <a:pt x="93841" y="78387"/>
                    <a:pt x="61400" y="43445"/>
                  </a:cubicBezTo>
                  <a:cubicBezTo>
                    <a:pt x="44666" y="25443"/>
                    <a:pt x="23005" y="8950"/>
                    <a:pt x="0" y="0"/>
                  </a:cubicBezTo>
                  <a:lnTo>
                    <a:pt x="0" y="507183"/>
                  </a:lnTo>
                  <a:lnTo>
                    <a:pt x="870695" y="507183"/>
                  </a:lnTo>
                  <a:close/>
                </a:path>
              </a:pathLst>
            </a:custGeom>
            <a:solidFill>
              <a:srgbClr val="F9E8E8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479" name="任意多边形: 形状 478">
              <a:extLst>
                <a:ext uri="{FF2B5EF4-FFF2-40B4-BE49-F238E27FC236}">
                  <a16:creationId xmlns:a16="http://schemas.microsoft.com/office/drawing/2014/main" id="{DDB7E966-E13C-416D-99F6-892BB553CD05}"/>
                </a:ext>
              </a:extLst>
            </p:cNvPr>
            <p:cNvSpPr/>
            <p:nvPr userDrawn="1"/>
          </p:nvSpPr>
          <p:spPr>
            <a:xfrm>
              <a:off x="4" y="4781250"/>
              <a:ext cx="4223698" cy="2078975"/>
            </a:xfrm>
            <a:custGeom>
              <a:avLst/>
              <a:gdLst>
                <a:gd name="connsiteX0" fmla="*/ 689167 w 1124385"/>
                <a:gd name="connsiteY0" fmla="*/ 191099 h 553441"/>
                <a:gd name="connsiteX1" fmla="*/ 715697 w 1124385"/>
                <a:gd name="connsiteY1" fmla="*/ 263485 h 553441"/>
                <a:gd name="connsiteX2" fmla="*/ 730836 w 1124385"/>
                <a:gd name="connsiteY2" fmla="*/ 342214 h 553441"/>
                <a:gd name="connsiteX3" fmla="*/ 775533 w 1124385"/>
                <a:gd name="connsiteY3" fmla="*/ 398039 h 553441"/>
                <a:gd name="connsiteX4" fmla="*/ 873825 w 1124385"/>
                <a:gd name="connsiteY4" fmla="*/ 388643 h 553441"/>
                <a:gd name="connsiteX5" fmla="*/ 969107 w 1124385"/>
                <a:gd name="connsiteY5" fmla="*/ 328053 h 553441"/>
                <a:gd name="connsiteX6" fmla="*/ 1074943 w 1124385"/>
                <a:gd name="connsiteY6" fmla="*/ 320269 h 553441"/>
                <a:gd name="connsiteX7" fmla="*/ 1115944 w 1124385"/>
                <a:gd name="connsiteY7" fmla="*/ 406062 h 553441"/>
                <a:gd name="connsiteX8" fmla="*/ 1113245 w 1124385"/>
                <a:gd name="connsiteY8" fmla="*/ 531941 h 553441"/>
                <a:gd name="connsiteX9" fmla="*/ 1117206 w 1124385"/>
                <a:gd name="connsiteY9" fmla="*/ 553441 h 553441"/>
                <a:gd name="connsiteX10" fmla="*/ 1124386 w 1124385"/>
                <a:gd name="connsiteY10" fmla="*/ 553441 h 553441"/>
                <a:gd name="connsiteX11" fmla="*/ 1118625 w 1124385"/>
                <a:gd name="connsiteY11" fmla="*/ 509790 h 553441"/>
                <a:gd name="connsiteX12" fmla="*/ 1122322 w 1124385"/>
                <a:gd name="connsiteY12" fmla="*/ 443233 h 553441"/>
                <a:gd name="connsiteX13" fmla="*/ 1104529 w 1124385"/>
                <a:gd name="connsiteY13" fmla="*/ 341632 h 553441"/>
                <a:gd name="connsiteX14" fmla="*/ 1022822 w 1124385"/>
                <a:gd name="connsiteY14" fmla="*/ 302198 h 553441"/>
                <a:gd name="connsiteX15" fmla="*/ 923793 w 1124385"/>
                <a:gd name="connsiteY15" fmla="*/ 348798 h 553441"/>
                <a:gd name="connsiteX16" fmla="*/ 822497 w 1124385"/>
                <a:gd name="connsiteY16" fmla="*/ 398313 h 553441"/>
                <a:gd name="connsiteX17" fmla="*/ 746335 w 1124385"/>
                <a:gd name="connsiteY17" fmla="*/ 360697 h 553441"/>
                <a:gd name="connsiteX18" fmla="*/ 726162 w 1124385"/>
                <a:gd name="connsiteY18" fmla="*/ 285430 h 553441"/>
                <a:gd name="connsiteX19" fmla="*/ 707824 w 1124385"/>
                <a:gd name="connsiteY19" fmla="*/ 208552 h 553441"/>
                <a:gd name="connsiteX20" fmla="*/ 648242 w 1124385"/>
                <a:gd name="connsiteY20" fmla="*/ 157837 h 553441"/>
                <a:gd name="connsiteX21" fmla="*/ 555995 w 1124385"/>
                <a:gd name="connsiteY21" fmla="*/ 176834 h 553441"/>
                <a:gd name="connsiteX22" fmla="*/ 416774 w 1124385"/>
                <a:gd name="connsiteY22" fmla="*/ 344786 h 553441"/>
                <a:gd name="connsiteX23" fmla="*/ 321585 w 1124385"/>
                <a:gd name="connsiteY23" fmla="*/ 387958 h 553441"/>
                <a:gd name="connsiteX24" fmla="*/ 239820 w 1124385"/>
                <a:gd name="connsiteY24" fmla="*/ 343037 h 553441"/>
                <a:gd name="connsiteX25" fmla="*/ 173757 w 1124385"/>
                <a:gd name="connsiteY25" fmla="*/ 133148 h 553441"/>
                <a:gd name="connsiteX26" fmla="*/ 125090 w 1124385"/>
                <a:gd name="connsiteY26" fmla="*/ 40394 h 553441"/>
                <a:gd name="connsiteX27" fmla="*/ 43843 w 1124385"/>
                <a:gd name="connsiteY27" fmla="*/ 172 h 553441"/>
                <a:gd name="connsiteX28" fmla="*/ 1817 w 1124385"/>
                <a:gd name="connsiteY28" fmla="*/ 8059 h 553441"/>
                <a:gd name="connsiteX29" fmla="*/ 5352 w 1124385"/>
                <a:gd name="connsiteY29" fmla="*/ 14059 h 553441"/>
                <a:gd name="connsiteX30" fmla="*/ 96468 w 1124385"/>
                <a:gd name="connsiteY30" fmla="*/ 25992 h 553441"/>
                <a:gd name="connsiteX31" fmla="*/ 158289 w 1124385"/>
                <a:gd name="connsiteY31" fmla="*/ 106711 h 553441"/>
                <a:gd name="connsiteX32" fmla="*/ 216994 w 1124385"/>
                <a:gd name="connsiteY32" fmla="*/ 322326 h 553441"/>
                <a:gd name="connsiteX33" fmla="*/ 283036 w 1124385"/>
                <a:gd name="connsiteY33" fmla="*/ 385866 h 553441"/>
                <a:gd name="connsiteX34" fmla="*/ 374522 w 1124385"/>
                <a:gd name="connsiteY34" fmla="*/ 383294 h 553441"/>
                <a:gd name="connsiteX35" fmla="*/ 516777 w 1124385"/>
                <a:gd name="connsiteY35" fmla="*/ 221582 h 553441"/>
                <a:gd name="connsiteX36" fmla="*/ 603600 w 1124385"/>
                <a:gd name="connsiteY36" fmla="*/ 164935 h 553441"/>
                <a:gd name="connsiteX37" fmla="*/ 689167 w 1124385"/>
                <a:gd name="connsiteY37" fmla="*/ 191099 h 55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124385" h="553441">
                  <a:moveTo>
                    <a:pt x="689167" y="191099"/>
                  </a:moveTo>
                  <a:cubicBezTo>
                    <a:pt x="705626" y="211501"/>
                    <a:pt x="711431" y="238316"/>
                    <a:pt x="715697" y="263485"/>
                  </a:cubicBezTo>
                  <a:cubicBezTo>
                    <a:pt x="720155" y="289751"/>
                    <a:pt x="722466" y="316737"/>
                    <a:pt x="730836" y="342214"/>
                  </a:cubicBezTo>
                  <a:cubicBezTo>
                    <a:pt x="738548" y="365669"/>
                    <a:pt x="752552" y="386929"/>
                    <a:pt x="775533" y="398039"/>
                  </a:cubicBezTo>
                  <a:cubicBezTo>
                    <a:pt x="807498" y="413469"/>
                    <a:pt x="843726" y="403662"/>
                    <a:pt x="873825" y="388643"/>
                  </a:cubicBezTo>
                  <a:cubicBezTo>
                    <a:pt x="907738" y="371738"/>
                    <a:pt x="935832" y="345987"/>
                    <a:pt x="969107" y="328053"/>
                  </a:cubicBezTo>
                  <a:cubicBezTo>
                    <a:pt x="1001244" y="310736"/>
                    <a:pt x="1041720" y="298563"/>
                    <a:pt x="1074943" y="320269"/>
                  </a:cubicBezTo>
                  <a:cubicBezTo>
                    <a:pt x="1103023" y="338580"/>
                    <a:pt x="1114219" y="374378"/>
                    <a:pt x="1115944" y="406062"/>
                  </a:cubicBezTo>
                  <a:cubicBezTo>
                    <a:pt x="1118234" y="448102"/>
                    <a:pt x="1107827" y="489936"/>
                    <a:pt x="1113245" y="531941"/>
                  </a:cubicBezTo>
                  <a:cubicBezTo>
                    <a:pt x="1114181" y="539176"/>
                    <a:pt x="1115512" y="546377"/>
                    <a:pt x="1117206" y="553441"/>
                  </a:cubicBezTo>
                  <a:lnTo>
                    <a:pt x="1124386" y="553441"/>
                  </a:lnTo>
                  <a:cubicBezTo>
                    <a:pt x="1120861" y="539142"/>
                    <a:pt x="1118923" y="524535"/>
                    <a:pt x="1118625" y="509790"/>
                  </a:cubicBezTo>
                  <a:cubicBezTo>
                    <a:pt x="1118176" y="487535"/>
                    <a:pt x="1120847" y="465419"/>
                    <a:pt x="1122322" y="443233"/>
                  </a:cubicBezTo>
                  <a:cubicBezTo>
                    <a:pt x="1124626" y="408600"/>
                    <a:pt x="1123210" y="372184"/>
                    <a:pt x="1104529" y="341632"/>
                  </a:cubicBezTo>
                  <a:cubicBezTo>
                    <a:pt x="1087144" y="313205"/>
                    <a:pt x="1056211" y="298255"/>
                    <a:pt x="1022822" y="302198"/>
                  </a:cubicBezTo>
                  <a:cubicBezTo>
                    <a:pt x="986136" y="306553"/>
                    <a:pt x="952994" y="327710"/>
                    <a:pt x="923793" y="348798"/>
                  </a:cubicBezTo>
                  <a:cubicBezTo>
                    <a:pt x="893717" y="370469"/>
                    <a:pt x="860439" y="393615"/>
                    <a:pt x="822497" y="398313"/>
                  </a:cubicBezTo>
                  <a:cubicBezTo>
                    <a:pt x="790981" y="402188"/>
                    <a:pt x="761749" y="388163"/>
                    <a:pt x="746335" y="360697"/>
                  </a:cubicBezTo>
                  <a:cubicBezTo>
                    <a:pt x="733545" y="337860"/>
                    <a:pt x="729996" y="310839"/>
                    <a:pt x="726162" y="285430"/>
                  </a:cubicBezTo>
                  <a:cubicBezTo>
                    <a:pt x="722243" y="259438"/>
                    <a:pt x="718766" y="232761"/>
                    <a:pt x="707824" y="208552"/>
                  </a:cubicBezTo>
                  <a:cubicBezTo>
                    <a:pt x="696519" y="183555"/>
                    <a:pt x="675708" y="163975"/>
                    <a:pt x="648242" y="157837"/>
                  </a:cubicBezTo>
                  <a:cubicBezTo>
                    <a:pt x="616736" y="150774"/>
                    <a:pt x="582885" y="160238"/>
                    <a:pt x="555995" y="176834"/>
                  </a:cubicBezTo>
                  <a:cubicBezTo>
                    <a:pt x="492157" y="216267"/>
                    <a:pt x="469149" y="294243"/>
                    <a:pt x="416774" y="344786"/>
                  </a:cubicBezTo>
                  <a:cubicBezTo>
                    <a:pt x="391341" y="369304"/>
                    <a:pt x="358265" y="389295"/>
                    <a:pt x="321585" y="387958"/>
                  </a:cubicBezTo>
                  <a:cubicBezTo>
                    <a:pt x="288536" y="386723"/>
                    <a:pt x="260230" y="367761"/>
                    <a:pt x="239820" y="343037"/>
                  </a:cubicBezTo>
                  <a:cubicBezTo>
                    <a:pt x="190573" y="283441"/>
                    <a:pt x="192161" y="204266"/>
                    <a:pt x="173757" y="133148"/>
                  </a:cubicBezTo>
                  <a:cubicBezTo>
                    <a:pt x="164832" y="98653"/>
                    <a:pt x="150738" y="65974"/>
                    <a:pt x="125090" y="40394"/>
                  </a:cubicBezTo>
                  <a:cubicBezTo>
                    <a:pt x="103535" y="18894"/>
                    <a:pt x="74916" y="2161"/>
                    <a:pt x="43843" y="172"/>
                  </a:cubicBezTo>
                  <a:cubicBezTo>
                    <a:pt x="29294" y="-754"/>
                    <a:pt x="15049" y="2092"/>
                    <a:pt x="1817" y="8059"/>
                  </a:cubicBezTo>
                  <a:cubicBezTo>
                    <a:pt x="-2281" y="9910"/>
                    <a:pt x="1275" y="15877"/>
                    <a:pt x="5352" y="14059"/>
                  </a:cubicBezTo>
                  <a:cubicBezTo>
                    <a:pt x="35764" y="343"/>
                    <a:pt x="69550" y="8401"/>
                    <a:pt x="96468" y="25992"/>
                  </a:cubicBezTo>
                  <a:cubicBezTo>
                    <a:pt x="125971" y="45263"/>
                    <a:pt x="146367" y="74101"/>
                    <a:pt x="158289" y="106711"/>
                  </a:cubicBezTo>
                  <a:cubicBezTo>
                    <a:pt x="184020" y="177074"/>
                    <a:pt x="178338" y="256318"/>
                    <a:pt x="216994" y="322326"/>
                  </a:cubicBezTo>
                  <a:cubicBezTo>
                    <a:pt x="232458" y="348764"/>
                    <a:pt x="254418" y="373213"/>
                    <a:pt x="283036" y="385866"/>
                  </a:cubicBezTo>
                  <a:cubicBezTo>
                    <a:pt x="312666" y="398965"/>
                    <a:pt x="345478" y="396942"/>
                    <a:pt x="374522" y="383294"/>
                  </a:cubicBezTo>
                  <a:cubicBezTo>
                    <a:pt x="443428" y="350856"/>
                    <a:pt x="470805" y="276549"/>
                    <a:pt x="516777" y="221582"/>
                  </a:cubicBezTo>
                  <a:cubicBezTo>
                    <a:pt x="539587" y="194287"/>
                    <a:pt x="568020" y="172513"/>
                    <a:pt x="603600" y="164935"/>
                  </a:cubicBezTo>
                  <a:cubicBezTo>
                    <a:pt x="635098" y="158215"/>
                    <a:pt x="668442" y="165415"/>
                    <a:pt x="689167" y="191099"/>
                  </a:cubicBezTo>
                  <a:close/>
                </a:path>
              </a:pathLst>
            </a:custGeom>
            <a:solidFill>
              <a:srgbClr val="5E7DAB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20A313F4-B69B-0F21-E7D6-E07913B44DC7}"/>
              </a:ext>
            </a:extLst>
          </p:cNvPr>
          <p:cNvGrpSpPr/>
          <p:nvPr userDrawn="1"/>
        </p:nvGrpSpPr>
        <p:grpSpPr>
          <a:xfrm>
            <a:off x="1" y="0"/>
            <a:ext cx="2895600" cy="1357532"/>
            <a:chOff x="0" y="0"/>
            <a:chExt cx="5132835" cy="2406406"/>
          </a:xfrm>
        </p:grpSpPr>
        <p:sp>
          <p:nvSpPr>
            <p:cNvPr id="474" name="任意多边形: 形状 473" descr="D:\51PPT模板网\51pptmoban.com\图片.jpg">
              <a:extLst>
                <a:ext uri="{FF2B5EF4-FFF2-40B4-BE49-F238E27FC236}">
                  <a16:creationId xmlns:a16="http://schemas.microsoft.com/office/drawing/2014/main" id="{547C766F-3442-54CD-5E93-7071F050B10D}"/>
                </a:ext>
              </a:extLst>
            </p:cNvPr>
            <p:cNvSpPr/>
            <p:nvPr userDrawn="1"/>
          </p:nvSpPr>
          <p:spPr>
            <a:xfrm>
              <a:off x="0" y="0"/>
              <a:ext cx="5132835" cy="2341735"/>
            </a:xfrm>
            <a:custGeom>
              <a:avLst/>
              <a:gdLst>
                <a:gd name="connsiteX0" fmla="*/ 0 w 1366405"/>
                <a:gd name="connsiteY0" fmla="*/ 0 h 623390"/>
                <a:gd name="connsiteX1" fmla="*/ 0 w 1366405"/>
                <a:gd name="connsiteY1" fmla="*/ 603607 h 623390"/>
                <a:gd name="connsiteX2" fmla="*/ 170867 w 1366405"/>
                <a:gd name="connsiteY2" fmla="*/ 591400 h 623390"/>
                <a:gd name="connsiteX3" fmla="*/ 334094 w 1366405"/>
                <a:gd name="connsiteY3" fmla="*/ 617357 h 623390"/>
                <a:gd name="connsiteX4" fmla="*/ 400007 w 1366405"/>
                <a:gd name="connsiteY4" fmla="*/ 550012 h 623390"/>
                <a:gd name="connsiteX5" fmla="*/ 430528 w 1366405"/>
                <a:gd name="connsiteY5" fmla="*/ 461029 h 623390"/>
                <a:gd name="connsiteX6" fmla="*/ 731683 w 1366405"/>
                <a:gd name="connsiteY6" fmla="*/ 256935 h 623390"/>
                <a:gd name="connsiteX7" fmla="*/ 925316 w 1366405"/>
                <a:gd name="connsiteY7" fmla="*/ 281247 h 623390"/>
                <a:gd name="connsiteX8" fmla="*/ 1117659 w 1366405"/>
                <a:gd name="connsiteY8" fmla="*/ 269177 h 623390"/>
                <a:gd name="connsiteX9" fmla="*/ 1246589 w 1366405"/>
                <a:gd name="connsiteY9" fmla="*/ 151630 h 623390"/>
                <a:gd name="connsiteX10" fmla="*/ 1351739 w 1366405"/>
                <a:gd name="connsiteY10" fmla="*/ 12893 h 623390"/>
                <a:gd name="connsiteX11" fmla="*/ 1366405 w 1366405"/>
                <a:gd name="connsiteY11" fmla="*/ 0 h 623390"/>
                <a:gd name="connsiteX12" fmla="*/ 0 w 1366405"/>
                <a:gd name="connsiteY12" fmla="*/ 0 h 623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6405" h="623390">
                  <a:moveTo>
                    <a:pt x="0" y="0"/>
                  </a:moveTo>
                  <a:lnTo>
                    <a:pt x="0" y="603607"/>
                  </a:lnTo>
                  <a:cubicBezTo>
                    <a:pt x="53414" y="582038"/>
                    <a:pt x="114683" y="576861"/>
                    <a:pt x="170867" y="591400"/>
                  </a:cubicBezTo>
                  <a:cubicBezTo>
                    <a:pt x="225230" y="605459"/>
                    <a:pt x="281538" y="636422"/>
                    <a:pt x="334094" y="617357"/>
                  </a:cubicBezTo>
                  <a:cubicBezTo>
                    <a:pt x="365370" y="605973"/>
                    <a:pt x="386922" y="578678"/>
                    <a:pt x="400007" y="550012"/>
                  </a:cubicBezTo>
                  <a:cubicBezTo>
                    <a:pt x="413092" y="521311"/>
                    <a:pt x="419384" y="490381"/>
                    <a:pt x="430528" y="461029"/>
                  </a:cubicBezTo>
                  <a:cubicBezTo>
                    <a:pt x="474378" y="345437"/>
                    <a:pt x="599574" y="260570"/>
                    <a:pt x="731683" y="256935"/>
                  </a:cubicBezTo>
                  <a:cubicBezTo>
                    <a:pt x="796920" y="255152"/>
                    <a:pt x="860947" y="271234"/>
                    <a:pt x="925316" y="281247"/>
                  </a:cubicBezTo>
                  <a:cubicBezTo>
                    <a:pt x="989685" y="291225"/>
                    <a:pt x="1058460" y="294654"/>
                    <a:pt x="1117659" y="269177"/>
                  </a:cubicBezTo>
                  <a:cubicBezTo>
                    <a:pt x="1173061" y="245311"/>
                    <a:pt x="1213225" y="199088"/>
                    <a:pt x="1246589" y="151630"/>
                  </a:cubicBezTo>
                  <a:cubicBezTo>
                    <a:pt x="1279953" y="104207"/>
                    <a:pt x="1309089" y="53458"/>
                    <a:pt x="1351739" y="12893"/>
                  </a:cubicBezTo>
                  <a:cubicBezTo>
                    <a:pt x="1356420" y="8470"/>
                    <a:pt x="1361323" y="4149"/>
                    <a:pt x="136640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A1B4D5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grpSp>
          <p:nvGrpSpPr>
            <p:cNvPr id="487" name="图形 4">
              <a:extLst>
                <a:ext uri="{FF2B5EF4-FFF2-40B4-BE49-F238E27FC236}">
                  <a16:creationId xmlns:a16="http://schemas.microsoft.com/office/drawing/2014/main" id="{53AAD0E7-BD24-DF45-BAAB-4EB0E6E48564}"/>
                </a:ext>
              </a:extLst>
            </p:cNvPr>
            <p:cNvGrpSpPr/>
            <p:nvPr userDrawn="1"/>
          </p:nvGrpSpPr>
          <p:grpSpPr>
            <a:xfrm>
              <a:off x="513902" y="486934"/>
              <a:ext cx="2086251" cy="1919472"/>
              <a:chOff x="3164192" y="4752672"/>
              <a:chExt cx="555378" cy="510980"/>
            </a:xfrm>
            <a:solidFill>
              <a:schemeClr val="tx1">
                <a:lumMod val="95000"/>
                <a:lumOff val="5000"/>
              </a:schemeClr>
            </a:solidFill>
          </p:grpSpPr>
          <p:sp>
            <p:nvSpPr>
              <p:cNvPr id="488" name="任意多边形: 形状 487">
                <a:extLst>
                  <a:ext uri="{FF2B5EF4-FFF2-40B4-BE49-F238E27FC236}">
                    <a16:creationId xmlns:a16="http://schemas.microsoft.com/office/drawing/2014/main" id="{77878404-97D4-CF14-896E-0A81DE3E59D4}"/>
                  </a:ext>
                </a:extLst>
              </p:cNvPr>
              <p:cNvSpPr/>
              <p:nvPr/>
            </p:nvSpPr>
            <p:spPr>
              <a:xfrm>
                <a:off x="3379834" y="4752672"/>
                <a:ext cx="87341" cy="85294"/>
              </a:xfrm>
              <a:custGeom>
                <a:avLst/>
                <a:gdLst>
                  <a:gd name="connsiteX0" fmla="*/ 3497 w 87341"/>
                  <a:gd name="connsiteY0" fmla="*/ 19776 h 85294"/>
                  <a:gd name="connsiteX1" fmla="*/ 67407 w 87341"/>
                  <a:gd name="connsiteY1" fmla="*/ 81944 h 85294"/>
                  <a:gd name="connsiteX2" fmla="*/ 83842 w 87341"/>
                  <a:gd name="connsiteY2" fmla="*/ 65519 h 85294"/>
                  <a:gd name="connsiteX3" fmla="*/ 19936 w 87341"/>
                  <a:gd name="connsiteY3" fmla="*/ 3351 h 85294"/>
                  <a:gd name="connsiteX4" fmla="*/ 3497 w 87341"/>
                  <a:gd name="connsiteY4" fmla="*/ 19776 h 85294"/>
                  <a:gd name="connsiteX5" fmla="*/ 3497 w 87341"/>
                  <a:gd name="connsiteY5" fmla="*/ 19776 h 852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7341" h="85294">
                    <a:moveTo>
                      <a:pt x="3497" y="19776"/>
                    </a:moveTo>
                    <a:cubicBezTo>
                      <a:pt x="24802" y="40521"/>
                      <a:pt x="46103" y="61232"/>
                      <a:pt x="67407" y="81944"/>
                    </a:cubicBezTo>
                    <a:cubicBezTo>
                      <a:pt x="78136" y="92402"/>
                      <a:pt x="94589" y="75977"/>
                      <a:pt x="83842" y="65519"/>
                    </a:cubicBezTo>
                    <a:cubicBezTo>
                      <a:pt x="62541" y="44807"/>
                      <a:pt x="41237" y="24062"/>
                      <a:pt x="19936" y="3351"/>
                    </a:cubicBezTo>
                    <a:cubicBezTo>
                      <a:pt x="9207" y="-7108"/>
                      <a:pt x="-7246" y="9317"/>
                      <a:pt x="3497" y="19776"/>
                    </a:cubicBezTo>
                    <a:lnTo>
                      <a:pt x="3497" y="19776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9" name="任意多边形: 形状 488">
                <a:extLst>
                  <a:ext uri="{FF2B5EF4-FFF2-40B4-BE49-F238E27FC236}">
                    <a16:creationId xmlns:a16="http://schemas.microsoft.com/office/drawing/2014/main" id="{5E6C6C0A-0E0B-7FFC-8CF2-02FD0898BA23}"/>
                  </a:ext>
                </a:extLst>
              </p:cNvPr>
              <p:cNvSpPr/>
              <p:nvPr/>
            </p:nvSpPr>
            <p:spPr>
              <a:xfrm>
                <a:off x="3629630" y="4834805"/>
                <a:ext cx="89939" cy="94535"/>
              </a:xfrm>
              <a:custGeom>
                <a:avLst/>
                <a:gdLst>
                  <a:gd name="connsiteX0" fmla="*/ 3253 w 89939"/>
                  <a:gd name="connsiteY0" fmla="*/ 20008 h 94535"/>
                  <a:gd name="connsiteX1" fmla="*/ 70249 w 89939"/>
                  <a:gd name="connsiteY1" fmla="*/ 90953 h 94535"/>
                  <a:gd name="connsiteX2" fmla="*/ 86684 w 89939"/>
                  <a:gd name="connsiteY2" fmla="*/ 74494 h 94535"/>
                  <a:gd name="connsiteX3" fmla="*/ 19689 w 89939"/>
                  <a:gd name="connsiteY3" fmla="*/ 3582 h 94535"/>
                  <a:gd name="connsiteX4" fmla="*/ 3253 w 89939"/>
                  <a:gd name="connsiteY4" fmla="*/ 20008 h 94535"/>
                  <a:gd name="connsiteX5" fmla="*/ 3253 w 89939"/>
                  <a:gd name="connsiteY5" fmla="*/ 20008 h 94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9939" h="94535">
                    <a:moveTo>
                      <a:pt x="3253" y="20008"/>
                    </a:moveTo>
                    <a:cubicBezTo>
                      <a:pt x="25586" y="43667"/>
                      <a:pt x="47916" y="67293"/>
                      <a:pt x="70249" y="90953"/>
                    </a:cubicBezTo>
                    <a:cubicBezTo>
                      <a:pt x="80543" y="101858"/>
                      <a:pt x="96958" y="85398"/>
                      <a:pt x="86684" y="74494"/>
                    </a:cubicBezTo>
                    <a:cubicBezTo>
                      <a:pt x="64351" y="50869"/>
                      <a:pt x="42022" y="27208"/>
                      <a:pt x="19689" y="3582"/>
                    </a:cubicBezTo>
                    <a:cubicBezTo>
                      <a:pt x="9398" y="-7322"/>
                      <a:pt x="-7016" y="9137"/>
                      <a:pt x="3253" y="20008"/>
                    </a:cubicBezTo>
                    <a:lnTo>
                      <a:pt x="3253" y="20008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0" name="任意多边形: 形状 489">
                <a:extLst>
                  <a:ext uri="{FF2B5EF4-FFF2-40B4-BE49-F238E27FC236}">
                    <a16:creationId xmlns:a16="http://schemas.microsoft.com/office/drawing/2014/main" id="{385CF568-3AFD-3439-0A56-3F715BE2165B}"/>
                  </a:ext>
                </a:extLst>
              </p:cNvPr>
              <p:cNvSpPr/>
              <p:nvPr/>
            </p:nvSpPr>
            <p:spPr>
              <a:xfrm>
                <a:off x="3242465" y="5001863"/>
                <a:ext cx="74067" cy="78853"/>
              </a:xfrm>
              <a:custGeom>
                <a:avLst/>
                <a:gdLst>
                  <a:gd name="connsiteX0" fmla="*/ 3203 w 74067"/>
                  <a:gd name="connsiteY0" fmla="*/ 20044 h 78853"/>
                  <a:gd name="connsiteX1" fmla="*/ 54428 w 74067"/>
                  <a:gd name="connsiteY1" fmla="*/ 75217 h 78853"/>
                  <a:gd name="connsiteX2" fmla="*/ 70864 w 74067"/>
                  <a:gd name="connsiteY2" fmla="*/ 58792 h 78853"/>
                  <a:gd name="connsiteX3" fmla="*/ 19638 w 74067"/>
                  <a:gd name="connsiteY3" fmla="*/ 3619 h 78853"/>
                  <a:gd name="connsiteX4" fmla="*/ 3203 w 74067"/>
                  <a:gd name="connsiteY4" fmla="*/ 20044 h 78853"/>
                  <a:gd name="connsiteX5" fmla="*/ 3203 w 74067"/>
                  <a:gd name="connsiteY5" fmla="*/ 20044 h 78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067" h="78853">
                    <a:moveTo>
                      <a:pt x="3203" y="20044"/>
                    </a:moveTo>
                    <a:cubicBezTo>
                      <a:pt x="20279" y="38458"/>
                      <a:pt x="37355" y="56837"/>
                      <a:pt x="54428" y="75217"/>
                    </a:cubicBezTo>
                    <a:cubicBezTo>
                      <a:pt x="64630" y="86224"/>
                      <a:pt x="81037" y="69765"/>
                      <a:pt x="70864" y="58792"/>
                    </a:cubicBezTo>
                    <a:cubicBezTo>
                      <a:pt x="53787" y="40412"/>
                      <a:pt x="36711" y="21998"/>
                      <a:pt x="19638" y="3619"/>
                    </a:cubicBezTo>
                    <a:cubicBezTo>
                      <a:pt x="9440" y="-7354"/>
                      <a:pt x="-6968" y="9105"/>
                      <a:pt x="3203" y="20044"/>
                    </a:cubicBezTo>
                    <a:lnTo>
                      <a:pt x="3203" y="2004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1" name="任意多边形: 形状 490">
                <a:extLst>
                  <a:ext uri="{FF2B5EF4-FFF2-40B4-BE49-F238E27FC236}">
                    <a16:creationId xmlns:a16="http://schemas.microsoft.com/office/drawing/2014/main" id="{2E5170A6-39E7-E386-7AD6-56760A527723}"/>
                  </a:ext>
                </a:extLst>
              </p:cNvPr>
              <p:cNvSpPr/>
              <p:nvPr/>
            </p:nvSpPr>
            <p:spPr>
              <a:xfrm>
                <a:off x="3168368" y="4773330"/>
                <a:ext cx="77655" cy="87045"/>
              </a:xfrm>
              <a:custGeom>
                <a:avLst/>
                <a:gdLst>
                  <a:gd name="connsiteX0" fmla="*/ 3024 w 77655"/>
                  <a:gd name="connsiteY0" fmla="*/ 20206 h 87045"/>
                  <a:gd name="connsiteX1" fmla="*/ 58197 w 77655"/>
                  <a:gd name="connsiteY1" fmla="*/ 83265 h 87045"/>
                  <a:gd name="connsiteX2" fmla="*/ 74632 w 77655"/>
                  <a:gd name="connsiteY2" fmla="*/ 66840 h 87045"/>
                  <a:gd name="connsiteX3" fmla="*/ 19459 w 77655"/>
                  <a:gd name="connsiteY3" fmla="*/ 3781 h 87045"/>
                  <a:gd name="connsiteX4" fmla="*/ 3024 w 77655"/>
                  <a:gd name="connsiteY4" fmla="*/ 20206 h 87045"/>
                  <a:gd name="connsiteX5" fmla="*/ 3024 w 77655"/>
                  <a:gd name="connsiteY5" fmla="*/ 20206 h 870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7655" h="87045">
                    <a:moveTo>
                      <a:pt x="3024" y="20206"/>
                    </a:moveTo>
                    <a:cubicBezTo>
                      <a:pt x="21414" y="41225"/>
                      <a:pt x="39803" y="62245"/>
                      <a:pt x="58197" y="83265"/>
                    </a:cubicBezTo>
                    <a:cubicBezTo>
                      <a:pt x="68065" y="94546"/>
                      <a:pt x="84449" y="78053"/>
                      <a:pt x="74632" y="66840"/>
                    </a:cubicBezTo>
                    <a:cubicBezTo>
                      <a:pt x="56242" y="45821"/>
                      <a:pt x="37849" y="24801"/>
                      <a:pt x="19459" y="3781"/>
                    </a:cubicBezTo>
                    <a:cubicBezTo>
                      <a:pt x="9591" y="-7501"/>
                      <a:pt x="-6793" y="8993"/>
                      <a:pt x="3024" y="20206"/>
                    </a:cubicBezTo>
                    <a:lnTo>
                      <a:pt x="3024" y="20206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2" name="任意多边形: 形状 491">
                <a:extLst>
                  <a:ext uri="{FF2B5EF4-FFF2-40B4-BE49-F238E27FC236}">
                    <a16:creationId xmlns:a16="http://schemas.microsoft.com/office/drawing/2014/main" id="{CF8F7A83-0017-A155-AE1A-4978E2CA3428}"/>
                  </a:ext>
                </a:extLst>
              </p:cNvPr>
              <p:cNvSpPr/>
              <p:nvPr/>
            </p:nvSpPr>
            <p:spPr>
              <a:xfrm>
                <a:off x="3164192" y="5173076"/>
                <a:ext cx="86004" cy="90576"/>
              </a:xfrm>
              <a:custGeom>
                <a:avLst/>
                <a:gdLst>
                  <a:gd name="connsiteX0" fmla="*/ 3246 w 86004"/>
                  <a:gd name="connsiteY0" fmla="*/ 20007 h 90576"/>
                  <a:gd name="connsiteX1" fmla="*/ 66323 w 86004"/>
                  <a:gd name="connsiteY1" fmla="*/ 86976 h 90576"/>
                  <a:gd name="connsiteX2" fmla="*/ 82758 w 86004"/>
                  <a:gd name="connsiteY2" fmla="*/ 70551 h 90576"/>
                  <a:gd name="connsiteX3" fmla="*/ 19681 w 86004"/>
                  <a:gd name="connsiteY3" fmla="*/ 3582 h 90576"/>
                  <a:gd name="connsiteX4" fmla="*/ 3246 w 86004"/>
                  <a:gd name="connsiteY4" fmla="*/ 20007 h 90576"/>
                  <a:gd name="connsiteX5" fmla="*/ 3246 w 86004"/>
                  <a:gd name="connsiteY5" fmla="*/ 20007 h 905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6004" h="90576">
                    <a:moveTo>
                      <a:pt x="3246" y="20007"/>
                    </a:moveTo>
                    <a:cubicBezTo>
                      <a:pt x="24273" y="42330"/>
                      <a:pt x="45296" y="64653"/>
                      <a:pt x="66323" y="86976"/>
                    </a:cubicBezTo>
                    <a:cubicBezTo>
                      <a:pt x="76599" y="97914"/>
                      <a:pt x="93014" y="81455"/>
                      <a:pt x="82758" y="70551"/>
                    </a:cubicBezTo>
                    <a:cubicBezTo>
                      <a:pt x="61731" y="48228"/>
                      <a:pt x="40708" y="25905"/>
                      <a:pt x="19681" y="3582"/>
                    </a:cubicBezTo>
                    <a:cubicBezTo>
                      <a:pt x="9405" y="-7322"/>
                      <a:pt x="-7010" y="9137"/>
                      <a:pt x="3246" y="20007"/>
                    </a:cubicBezTo>
                    <a:lnTo>
                      <a:pt x="3246" y="20007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3" name="任意多边形: 形状 492">
                <a:extLst>
                  <a:ext uri="{FF2B5EF4-FFF2-40B4-BE49-F238E27FC236}">
                    <a16:creationId xmlns:a16="http://schemas.microsoft.com/office/drawing/2014/main" id="{D46F947B-8C74-89AD-EF7A-BBDD70C532AB}"/>
                  </a:ext>
                </a:extLst>
              </p:cNvPr>
              <p:cNvSpPr/>
              <p:nvPr/>
            </p:nvSpPr>
            <p:spPr>
              <a:xfrm>
                <a:off x="3468582" y="4953454"/>
                <a:ext cx="74655" cy="85608"/>
              </a:xfrm>
              <a:custGeom>
                <a:avLst/>
                <a:gdLst>
                  <a:gd name="connsiteX0" fmla="*/ 2940 w 74655"/>
                  <a:gd name="connsiteY0" fmla="*/ 20276 h 85608"/>
                  <a:gd name="connsiteX1" fmla="*/ 55280 w 74655"/>
                  <a:gd name="connsiteY1" fmla="*/ 81758 h 85608"/>
                  <a:gd name="connsiteX2" fmla="*/ 71715 w 74655"/>
                  <a:gd name="connsiteY2" fmla="*/ 65333 h 85608"/>
                  <a:gd name="connsiteX3" fmla="*/ 19375 w 74655"/>
                  <a:gd name="connsiteY3" fmla="*/ 3851 h 85608"/>
                  <a:gd name="connsiteX4" fmla="*/ 2940 w 74655"/>
                  <a:gd name="connsiteY4" fmla="*/ 20276 h 85608"/>
                  <a:gd name="connsiteX5" fmla="*/ 2940 w 74655"/>
                  <a:gd name="connsiteY5" fmla="*/ 20276 h 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55" h="85608">
                    <a:moveTo>
                      <a:pt x="2940" y="20276"/>
                    </a:moveTo>
                    <a:cubicBezTo>
                      <a:pt x="20387" y="40781"/>
                      <a:pt x="37833" y="61287"/>
                      <a:pt x="55280" y="81758"/>
                    </a:cubicBezTo>
                    <a:cubicBezTo>
                      <a:pt x="64991" y="93176"/>
                      <a:pt x="81365" y="76649"/>
                      <a:pt x="71715" y="65333"/>
                    </a:cubicBezTo>
                    <a:cubicBezTo>
                      <a:pt x="54269" y="44828"/>
                      <a:pt x="36822" y="24357"/>
                      <a:pt x="19375" y="3851"/>
                    </a:cubicBezTo>
                    <a:cubicBezTo>
                      <a:pt x="9664" y="-7568"/>
                      <a:pt x="-6709" y="8960"/>
                      <a:pt x="2940" y="20276"/>
                    </a:cubicBezTo>
                    <a:lnTo>
                      <a:pt x="2940" y="20276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3A206B17-2F2F-C1AF-3872-B6AC0D231932}"/>
              </a:ext>
            </a:extLst>
          </p:cNvPr>
          <p:cNvGrpSpPr/>
          <p:nvPr userDrawn="1"/>
        </p:nvGrpSpPr>
        <p:grpSpPr>
          <a:xfrm>
            <a:off x="9702779" y="5485660"/>
            <a:ext cx="2489217" cy="1422485"/>
            <a:chOff x="7771283" y="4381890"/>
            <a:chExt cx="4420713" cy="2526255"/>
          </a:xfrm>
        </p:grpSpPr>
        <p:sp>
          <p:nvSpPr>
            <p:cNvPr id="7" name="任意多边形: 形状 6" descr="D:\51PPT模板网\51pptmoban.com\图片.jpg">
              <a:extLst>
                <a:ext uri="{FF2B5EF4-FFF2-40B4-BE49-F238E27FC236}">
                  <a16:creationId xmlns:a16="http://schemas.microsoft.com/office/drawing/2014/main" id="{4DA24216-24C6-25E8-D03F-99D5B4C20DEC}"/>
                </a:ext>
              </a:extLst>
            </p:cNvPr>
            <p:cNvSpPr/>
            <p:nvPr userDrawn="1"/>
          </p:nvSpPr>
          <p:spPr>
            <a:xfrm>
              <a:off x="7889883" y="4499938"/>
              <a:ext cx="4302113" cy="2358062"/>
            </a:xfrm>
            <a:custGeom>
              <a:avLst/>
              <a:gdLst>
                <a:gd name="connsiteX0" fmla="*/ 4302113 w 4302113"/>
                <a:gd name="connsiteY0" fmla="*/ 0 h 2358062"/>
                <a:gd name="connsiteX1" fmla="*/ 4302113 w 4302113"/>
                <a:gd name="connsiteY1" fmla="*/ 2358062 h 2358062"/>
                <a:gd name="connsiteX2" fmla="*/ 0 w 4302113"/>
                <a:gd name="connsiteY2" fmla="*/ 2358062 h 2358062"/>
                <a:gd name="connsiteX3" fmla="*/ 8079 w 4302113"/>
                <a:gd name="connsiteY3" fmla="*/ 2309497 h 2358062"/>
                <a:gd name="connsiteX4" fmla="*/ 108997 w 4302113"/>
                <a:gd name="connsiteY4" fmla="*/ 1750293 h 2358062"/>
                <a:gd name="connsiteX5" fmla="*/ 837891 w 4302113"/>
                <a:gd name="connsiteY5" fmla="*/ 1567245 h 2358062"/>
                <a:gd name="connsiteX6" fmla="*/ 1598703 w 4302113"/>
                <a:gd name="connsiteY6" fmla="*/ 1465500 h 2358062"/>
                <a:gd name="connsiteX7" fmla="*/ 1947586 w 4302113"/>
                <a:gd name="connsiteY7" fmla="*/ 498190 h 2358062"/>
                <a:gd name="connsiteX8" fmla="*/ 2802060 w 4302113"/>
                <a:gd name="connsiteY8" fmla="*/ 132655 h 2358062"/>
                <a:gd name="connsiteX9" fmla="*/ 3780669 w 4302113"/>
                <a:gd name="connsiteY9" fmla="*/ 185443 h 2358062"/>
                <a:gd name="connsiteX10" fmla="*/ 4302113 w 4302113"/>
                <a:gd name="connsiteY10" fmla="*/ 0 h 2358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2113" h="2358062">
                  <a:moveTo>
                    <a:pt x="4302113" y="0"/>
                  </a:moveTo>
                  <a:lnTo>
                    <a:pt x="4302113" y="2358062"/>
                  </a:lnTo>
                  <a:lnTo>
                    <a:pt x="0" y="2358062"/>
                  </a:lnTo>
                  <a:lnTo>
                    <a:pt x="8079" y="2309497"/>
                  </a:lnTo>
                  <a:cubicBezTo>
                    <a:pt x="19900" y="2117745"/>
                    <a:pt x="-6577" y="1907384"/>
                    <a:pt x="108997" y="1750293"/>
                  </a:cubicBezTo>
                  <a:cubicBezTo>
                    <a:pt x="261310" y="1543365"/>
                    <a:pt x="575393" y="1537216"/>
                    <a:pt x="837891" y="1567245"/>
                  </a:cubicBezTo>
                  <a:cubicBezTo>
                    <a:pt x="1100395" y="1597195"/>
                    <a:pt x="1399727" y="1632175"/>
                    <a:pt x="1598703" y="1465500"/>
                  </a:cubicBezTo>
                  <a:cubicBezTo>
                    <a:pt x="1871389" y="1237009"/>
                    <a:pt x="1765742" y="798236"/>
                    <a:pt x="1947586" y="498190"/>
                  </a:cubicBezTo>
                  <a:cubicBezTo>
                    <a:pt x="2111797" y="227133"/>
                    <a:pt x="2474923" y="129778"/>
                    <a:pt x="2802060" y="132655"/>
                  </a:cubicBezTo>
                  <a:cubicBezTo>
                    <a:pt x="3129197" y="135608"/>
                    <a:pt x="3454809" y="213315"/>
                    <a:pt x="3780669" y="185443"/>
                  </a:cubicBezTo>
                  <a:cubicBezTo>
                    <a:pt x="3965131" y="169710"/>
                    <a:pt x="4156823" y="106858"/>
                    <a:pt x="4302113" y="0"/>
                  </a:cubicBezTo>
                  <a:close/>
                </a:path>
              </a:pathLst>
            </a:custGeom>
            <a:solidFill>
              <a:srgbClr val="A1B4D5"/>
            </a:solidFill>
            <a:ln w="342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grpSp>
          <p:nvGrpSpPr>
            <p:cNvPr id="480" name="图形 4">
              <a:extLst>
                <a:ext uri="{FF2B5EF4-FFF2-40B4-BE49-F238E27FC236}">
                  <a16:creationId xmlns:a16="http://schemas.microsoft.com/office/drawing/2014/main" id="{C5312FFC-5B04-1E10-47DD-7DFB9375077C}"/>
                </a:ext>
              </a:extLst>
            </p:cNvPr>
            <p:cNvGrpSpPr/>
            <p:nvPr userDrawn="1"/>
          </p:nvGrpSpPr>
          <p:grpSpPr>
            <a:xfrm>
              <a:off x="9481180" y="5554026"/>
              <a:ext cx="2239371" cy="1306197"/>
              <a:chOff x="5112412" y="6009582"/>
              <a:chExt cx="753856" cy="439715"/>
            </a:xfrm>
            <a:solidFill>
              <a:schemeClr val="bg1"/>
            </a:solidFill>
          </p:grpSpPr>
          <p:sp>
            <p:nvSpPr>
              <p:cNvPr id="481" name="任意多边形: 形状 480">
                <a:extLst>
                  <a:ext uri="{FF2B5EF4-FFF2-40B4-BE49-F238E27FC236}">
                    <a16:creationId xmlns:a16="http://schemas.microsoft.com/office/drawing/2014/main" id="{1939229A-9C83-0AD5-8A83-81E4019BC90C}"/>
                  </a:ext>
                </a:extLst>
              </p:cNvPr>
              <p:cNvSpPr/>
              <p:nvPr/>
            </p:nvSpPr>
            <p:spPr>
              <a:xfrm>
                <a:off x="5282476" y="6009582"/>
                <a:ext cx="460365" cy="439715"/>
              </a:xfrm>
              <a:custGeom>
                <a:avLst/>
                <a:gdLst>
                  <a:gd name="connsiteX0" fmla="*/ 149422 w 460365"/>
                  <a:gd name="connsiteY0" fmla="*/ 417427 h 439715"/>
                  <a:gd name="connsiteX1" fmla="*/ 167249 w 460365"/>
                  <a:gd name="connsiteY1" fmla="*/ 439715 h 439715"/>
                  <a:gd name="connsiteX2" fmla="*/ 178771 w 460365"/>
                  <a:gd name="connsiteY2" fmla="*/ 439715 h 439715"/>
                  <a:gd name="connsiteX3" fmla="*/ 102993 w 460365"/>
                  <a:gd name="connsiteY3" fmla="*/ 331290 h 439715"/>
                  <a:gd name="connsiteX4" fmla="*/ 24455 w 460365"/>
                  <a:gd name="connsiteY4" fmla="*/ 126819 h 439715"/>
                  <a:gd name="connsiteX5" fmla="*/ 9261 w 460365"/>
                  <a:gd name="connsiteY5" fmla="*/ 12393 h 439715"/>
                  <a:gd name="connsiteX6" fmla="*/ 162534 w 460365"/>
                  <a:gd name="connsiteY6" fmla="*/ 155999 h 439715"/>
                  <a:gd name="connsiteX7" fmla="*/ 243593 w 460365"/>
                  <a:gd name="connsiteY7" fmla="*/ 374770 h 439715"/>
                  <a:gd name="connsiteX8" fmla="*/ 246380 w 460365"/>
                  <a:gd name="connsiteY8" fmla="*/ 439715 h 439715"/>
                  <a:gd name="connsiteX9" fmla="*/ 260758 w 460365"/>
                  <a:gd name="connsiteY9" fmla="*/ 439715 h 439715"/>
                  <a:gd name="connsiteX10" fmla="*/ 297956 w 460365"/>
                  <a:gd name="connsiteY10" fmla="*/ 324672 h 439715"/>
                  <a:gd name="connsiteX11" fmla="*/ 362689 w 460365"/>
                  <a:gd name="connsiteY11" fmla="*/ 188267 h 439715"/>
                  <a:gd name="connsiteX12" fmla="*/ 407674 w 460365"/>
                  <a:gd name="connsiteY12" fmla="*/ 115777 h 439715"/>
                  <a:gd name="connsiteX13" fmla="*/ 400017 w 460365"/>
                  <a:gd name="connsiteY13" fmla="*/ 111320 h 439715"/>
                  <a:gd name="connsiteX14" fmla="*/ 323937 w 460365"/>
                  <a:gd name="connsiteY14" fmla="*/ 243062 h 439715"/>
                  <a:gd name="connsiteX15" fmla="*/ 267740 w 460365"/>
                  <a:gd name="connsiteY15" fmla="*/ 383582 h 439715"/>
                  <a:gd name="connsiteX16" fmla="*/ 255340 w 460365"/>
                  <a:gd name="connsiteY16" fmla="*/ 425416 h 439715"/>
                  <a:gd name="connsiteX17" fmla="*/ 249847 w 460365"/>
                  <a:gd name="connsiteY17" fmla="*/ 354984 h 439715"/>
                  <a:gd name="connsiteX18" fmla="*/ 250625 w 460365"/>
                  <a:gd name="connsiteY18" fmla="*/ 352893 h 439715"/>
                  <a:gd name="connsiteX19" fmla="*/ 293978 w 460365"/>
                  <a:gd name="connsiteY19" fmla="*/ 203869 h 439715"/>
                  <a:gd name="connsiteX20" fmla="*/ 383880 w 460365"/>
                  <a:gd name="connsiteY20" fmla="*/ 77167 h 439715"/>
                  <a:gd name="connsiteX21" fmla="*/ 445873 w 460365"/>
                  <a:gd name="connsiteY21" fmla="*/ 25252 h 439715"/>
                  <a:gd name="connsiteX22" fmla="*/ 450368 w 460365"/>
                  <a:gd name="connsiteY22" fmla="*/ 133334 h 439715"/>
                  <a:gd name="connsiteX23" fmla="*/ 429983 w 460365"/>
                  <a:gd name="connsiteY23" fmla="*/ 246217 h 439715"/>
                  <a:gd name="connsiteX24" fmla="*/ 385937 w 460365"/>
                  <a:gd name="connsiteY24" fmla="*/ 352413 h 439715"/>
                  <a:gd name="connsiteX25" fmla="*/ 326300 w 460365"/>
                  <a:gd name="connsiteY25" fmla="*/ 439715 h 439715"/>
                  <a:gd name="connsiteX26" fmla="*/ 337818 w 460365"/>
                  <a:gd name="connsiteY26" fmla="*/ 439715 h 439715"/>
                  <a:gd name="connsiteX27" fmla="*/ 386355 w 460365"/>
                  <a:gd name="connsiteY27" fmla="*/ 369729 h 439715"/>
                  <a:gd name="connsiteX28" fmla="*/ 434169 w 460365"/>
                  <a:gd name="connsiteY28" fmla="*/ 262676 h 439715"/>
                  <a:gd name="connsiteX29" fmla="*/ 458032 w 460365"/>
                  <a:gd name="connsiteY29" fmla="*/ 147976 h 439715"/>
                  <a:gd name="connsiteX30" fmla="*/ 455673 w 460365"/>
                  <a:gd name="connsiteY30" fmla="*/ 30978 h 439715"/>
                  <a:gd name="connsiteX31" fmla="*/ 453430 w 460365"/>
                  <a:gd name="connsiteY31" fmla="*/ 16405 h 439715"/>
                  <a:gd name="connsiteX32" fmla="*/ 446918 w 460365"/>
                  <a:gd name="connsiteY32" fmla="*/ 13765 h 439715"/>
                  <a:gd name="connsiteX33" fmla="*/ 332369 w 460365"/>
                  <a:gd name="connsiteY33" fmla="*/ 123527 h 439715"/>
                  <a:gd name="connsiteX34" fmla="*/ 260185 w 460365"/>
                  <a:gd name="connsiteY34" fmla="*/ 264939 h 439715"/>
                  <a:gd name="connsiteX35" fmla="*/ 245136 w 460365"/>
                  <a:gd name="connsiteY35" fmla="*/ 328341 h 439715"/>
                  <a:gd name="connsiteX36" fmla="*/ 228423 w 460365"/>
                  <a:gd name="connsiteY36" fmla="*/ 267339 h 439715"/>
                  <a:gd name="connsiteX37" fmla="*/ 106806 w 460365"/>
                  <a:gd name="connsiteY37" fmla="*/ 76070 h 439715"/>
                  <a:gd name="connsiteX38" fmla="*/ 6673 w 460365"/>
                  <a:gd name="connsiteY38" fmla="*/ 563 h 439715"/>
                  <a:gd name="connsiteX39" fmla="*/ 3 w 460365"/>
                  <a:gd name="connsiteY39" fmla="*/ 4404 h 439715"/>
                  <a:gd name="connsiteX40" fmla="*/ 43037 w 460365"/>
                  <a:gd name="connsiteY40" fmla="*/ 222659 h 439715"/>
                  <a:gd name="connsiteX41" fmla="*/ 149422 w 460365"/>
                  <a:gd name="connsiteY41" fmla="*/ 417427 h 439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</a:cxnLst>
                <a:rect l="l" t="t" r="r" b="b"/>
                <a:pathLst>
                  <a:path w="460365" h="439715">
                    <a:moveTo>
                      <a:pt x="149422" y="417427"/>
                    </a:moveTo>
                    <a:cubicBezTo>
                      <a:pt x="155203" y="425005"/>
                      <a:pt x="161176" y="432412"/>
                      <a:pt x="167249" y="439715"/>
                    </a:cubicBezTo>
                    <a:lnTo>
                      <a:pt x="178771" y="439715"/>
                    </a:lnTo>
                    <a:cubicBezTo>
                      <a:pt x="150252" y="406042"/>
                      <a:pt x="124860" y="369695"/>
                      <a:pt x="102993" y="331290"/>
                    </a:cubicBezTo>
                    <a:cubicBezTo>
                      <a:pt x="66721" y="267579"/>
                      <a:pt x="40098" y="198451"/>
                      <a:pt x="24455" y="126819"/>
                    </a:cubicBezTo>
                    <a:cubicBezTo>
                      <a:pt x="16233" y="89134"/>
                      <a:pt x="11161" y="50867"/>
                      <a:pt x="9261" y="12393"/>
                    </a:cubicBezTo>
                    <a:cubicBezTo>
                      <a:pt x="69992" y="48397"/>
                      <a:pt x="122655" y="97741"/>
                      <a:pt x="162534" y="155999"/>
                    </a:cubicBezTo>
                    <a:cubicBezTo>
                      <a:pt x="206978" y="220945"/>
                      <a:pt x="234910" y="296555"/>
                      <a:pt x="243593" y="374770"/>
                    </a:cubicBezTo>
                    <a:cubicBezTo>
                      <a:pt x="245986" y="396338"/>
                      <a:pt x="246871" y="418044"/>
                      <a:pt x="246380" y="439715"/>
                    </a:cubicBezTo>
                    <a:lnTo>
                      <a:pt x="260758" y="439715"/>
                    </a:lnTo>
                    <a:cubicBezTo>
                      <a:pt x="270963" y="400727"/>
                      <a:pt x="283341" y="362288"/>
                      <a:pt x="297956" y="324672"/>
                    </a:cubicBezTo>
                    <a:cubicBezTo>
                      <a:pt x="316205" y="277729"/>
                      <a:pt x="337886" y="232124"/>
                      <a:pt x="362689" y="188267"/>
                    </a:cubicBezTo>
                    <a:cubicBezTo>
                      <a:pt x="376693" y="163509"/>
                      <a:pt x="391715" y="139335"/>
                      <a:pt x="407674" y="115777"/>
                    </a:cubicBezTo>
                    <a:cubicBezTo>
                      <a:pt x="410883" y="111045"/>
                      <a:pt x="403206" y="106622"/>
                      <a:pt x="400017" y="111320"/>
                    </a:cubicBezTo>
                    <a:cubicBezTo>
                      <a:pt x="371535" y="153325"/>
                      <a:pt x="346082" y="197388"/>
                      <a:pt x="323937" y="243062"/>
                    </a:cubicBezTo>
                    <a:cubicBezTo>
                      <a:pt x="301920" y="288496"/>
                      <a:pt x="283098" y="335474"/>
                      <a:pt x="267740" y="383582"/>
                    </a:cubicBezTo>
                    <a:cubicBezTo>
                      <a:pt x="263313" y="397436"/>
                      <a:pt x="259184" y="411392"/>
                      <a:pt x="255340" y="425416"/>
                    </a:cubicBezTo>
                    <a:cubicBezTo>
                      <a:pt x="255172" y="401859"/>
                      <a:pt x="253341" y="378302"/>
                      <a:pt x="249847" y="354984"/>
                    </a:cubicBezTo>
                    <a:cubicBezTo>
                      <a:pt x="250245" y="354402"/>
                      <a:pt x="250533" y="353716"/>
                      <a:pt x="250625" y="352893"/>
                    </a:cubicBezTo>
                    <a:cubicBezTo>
                      <a:pt x="256304" y="301218"/>
                      <a:pt x="271261" y="250572"/>
                      <a:pt x="293978" y="203869"/>
                    </a:cubicBezTo>
                    <a:cubicBezTo>
                      <a:pt x="316740" y="157063"/>
                      <a:pt x="347135" y="114029"/>
                      <a:pt x="383880" y="77167"/>
                    </a:cubicBezTo>
                    <a:cubicBezTo>
                      <a:pt x="402945" y="58033"/>
                      <a:pt x="423694" y="40648"/>
                      <a:pt x="445873" y="25252"/>
                    </a:cubicBezTo>
                    <a:cubicBezTo>
                      <a:pt x="451380" y="60948"/>
                      <a:pt x="452806" y="97261"/>
                      <a:pt x="450368" y="133334"/>
                    </a:cubicBezTo>
                    <a:cubicBezTo>
                      <a:pt x="447783" y="171567"/>
                      <a:pt x="440822" y="209458"/>
                      <a:pt x="429983" y="246217"/>
                    </a:cubicBezTo>
                    <a:cubicBezTo>
                      <a:pt x="419119" y="283044"/>
                      <a:pt x="404337" y="318706"/>
                      <a:pt x="385937" y="352413"/>
                    </a:cubicBezTo>
                    <a:cubicBezTo>
                      <a:pt x="369018" y="383411"/>
                      <a:pt x="349038" y="412729"/>
                      <a:pt x="326300" y="439715"/>
                    </a:cubicBezTo>
                    <a:lnTo>
                      <a:pt x="337818" y="439715"/>
                    </a:lnTo>
                    <a:cubicBezTo>
                      <a:pt x="355806" y="417701"/>
                      <a:pt x="372070" y="394281"/>
                      <a:pt x="386355" y="369729"/>
                    </a:cubicBezTo>
                    <a:cubicBezTo>
                      <a:pt x="406034" y="335885"/>
                      <a:pt x="422082" y="299881"/>
                      <a:pt x="434169" y="262676"/>
                    </a:cubicBezTo>
                    <a:cubicBezTo>
                      <a:pt x="446250" y="225437"/>
                      <a:pt x="454281" y="186929"/>
                      <a:pt x="458032" y="147976"/>
                    </a:cubicBezTo>
                    <a:cubicBezTo>
                      <a:pt x="461783" y="109022"/>
                      <a:pt x="461022" y="69760"/>
                      <a:pt x="455673" y="30978"/>
                    </a:cubicBezTo>
                    <a:cubicBezTo>
                      <a:pt x="455001" y="26109"/>
                      <a:pt x="454246" y="21274"/>
                      <a:pt x="453430" y="16405"/>
                    </a:cubicBezTo>
                    <a:cubicBezTo>
                      <a:pt x="452967" y="13662"/>
                      <a:pt x="449130" y="12290"/>
                      <a:pt x="446918" y="13765"/>
                    </a:cubicBezTo>
                    <a:cubicBezTo>
                      <a:pt x="402732" y="43460"/>
                      <a:pt x="364081" y="80802"/>
                      <a:pt x="332369" y="123527"/>
                    </a:cubicBezTo>
                    <a:cubicBezTo>
                      <a:pt x="300696" y="166218"/>
                      <a:pt x="276144" y="214224"/>
                      <a:pt x="260185" y="264939"/>
                    </a:cubicBezTo>
                    <a:cubicBezTo>
                      <a:pt x="253653" y="285685"/>
                      <a:pt x="248654" y="306876"/>
                      <a:pt x="245136" y="328341"/>
                    </a:cubicBezTo>
                    <a:cubicBezTo>
                      <a:pt x="240880" y="307665"/>
                      <a:pt x="235308" y="287296"/>
                      <a:pt x="228423" y="267339"/>
                    </a:cubicBezTo>
                    <a:cubicBezTo>
                      <a:pt x="203514" y="195159"/>
                      <a:pt x="161441" y="129357"/>
                      <a:pt x="106806" y="76070"/>
                    </a:cubicBezTo>
                    <a:cubicBezTo>
                      <a:pt x="76809" y="46786"/>
                      <a:pt x="43089" y="21343"/>
                      <a:pt x="6673" y="563"/>
                    </a:cubicBezTo>
                    <a:cubicBezTo>
                      <a:pt x="3847" y="-1048"/>
                      <a:pt x="-127" y="975"/>
                      <a:pt x="3" y="4404"/>
                    </a:cubicBezTo>
                    <a:cubicBezTo>
                      <a:pt x="2822" y="78813"/>
                      <a:pt x="17553" y="152708"/>
                      <a:pt x="43037" y="222659"/>
                    </a:cubicBezTo>
                    <a:cubicBezTo>
                      <a:pt x="68456" y="292440"/>
                      <a:pt x="104310" y="358413"/>
                      <a:pt x="149422" y="417427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2" name="任意多边形: 形状 481">
                <a:extLst>
                  <a:ext uri="{FF2B5EF4-FFF2-40B4-BE49-F238E27FC236}">
                    <a16:creationId xmlns:a16="http://schemas.microsoft.com/office/drawing/2014/main" id="{906402FE-1669-129E-6B57-7B8D851DCE8C}"/>
                  </a:ext>
                </a:extLst>
              </p:cNvPr>
              <p:cNvSpPr/>
              <p:nvPr/>
            </p:nvSpPr>
            <p:spPr>
              <a:xfrm>
                <a:off x="5350438" y="6136710"/>
                <a:ext cx="169129" cy="312587"/>
              </a:xfrm>
              <a:custGeom>
                <a:avLst/>
                <a:gdLst>
                  <a:gd name="connsiteX0" fmla="*/ 83504 w 169129"/>
                  <a:gd name="connsiteY0" fmla="*/ 132016 h 312587"/>
                  <a:gd name="connsiteX1" fmla="*/ 144907 w 169129"/>
                  <a:gd name="connsiteY1" fmla="*/ 267153 h 312587"/>
                  <a:gd name="connsiteX2" fmla="*/ 159905 w 169129"/>
                  <a:gd name="connsiteY2" fmla="*/ 312588 h 312587"/>
                  <a:gd name="connsiteX3" fmla="*/ 169130 w 169129"/>
                  <a:gd name="connsiteY3" fmla="*/ 312588 h 312587"/>
                  <a:gd name="connsiteX4" fmla="*/ 128616 w 169129"/>
                  <a:gd name="connsiteY4" fmla="*/ 202893 h 312587"/>
                  <a:gd name="connsiteX5" fmla="*/ 56696 w 169129"/>
                  <a:gd name="connsiteY5" fmla="*/ 70294 h 312587"/>
                  <a:gd name="connsiteX6" fmla="*/ 7298 w 169129"/>
                  <a:gd name="connsiteY6" fmla="*/ 1543 h 312587"/>
                  <a:gd name="connsiteX7" fmla="*/ 1030 w 169129"/>
                  <a:gd name="connsiteY7" fmla="*/ 7818 h 312587"/>
                  <a:gd name="connsiteX8" fmla="*/ 83504 w 169129"/>
                  <a:gd name="connsiteY8" fmla="*/ 132016 h 312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9129" h="312587">
                    <a:moveTo>
                      <a:pt x="83504" y="132016"/>
                    </a:moveTo>
                    <a:cubicBezTo>
                      <a:pt x="107517" y="175359"/>
                      <a:pt x="128095" y="220553"/>
                      <a:pt x="144907" y="267153"/>
                    </a:cubicBezTo>
                    <a:cubicBezTo>
                      <a:pt x="150321" y="282172"/>
                      <a:pt x="155280" y="297328"/>
                      <a:pt x="159905" y="312588"/>
                    </a:cubicBezTo>
                    <a:lnTo>
                      <a:pt x="169130" y="312588"/>
                    </a:lnTo>
                    <a:cubicBezTo>
                      <a:pt x="157896" y="275246"/>
                      <a:pt x="144396" y="238589"/>
                      <a:pt x="128616" y="202893"/>
                    </a:cubicBezTo>
                    <a:cubicBezTo>
                      <a:pt x="108255" y="156877"/>
                      <a:pt x="84183" y="112471"/>
                      <a:pt x="56696" y="70294"/>
                    </a:cubicBezTo>
                    <a:cubicBezTo>
                      <a:pt x="41283" y="46634"/>
                      <a:pt x="24765" y="23728"/>
                      <a:pt x="7298" y="1543"/>
                    </a:cubicBezTo>
                    <a:cubicBezTo>
                      <a:pt x="3769" y="-2949"/>
                      <a:pt x="-2464" y="3360"/>
                      <a:pt x="1030" y="7818"/>
                    </a:cubicBezTo>
                    <a:cubicBezTo>
                      <a:pt x="31812" y="46874"/>
                      <a:pt x="59388" y="88502"/>
                      <a:pt x="83504" y="132016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3" name="任意多边形: 形状 482">
                <a:extLst>
                  <a:ext uri="{FF2B5EF4-FFF2-40B4-BE49-F238E27FC236}">
                    <a16:creationId xmlns:a16="http://schemas.microsoft.com/office/drawing/2014/main" id="{8C26F93A-B6D6-2341-080C-C660AB8E5043}"/>
                  </a:ext>
                </a:extLst>
              </p:cNvPr>
              <p:cNvSpPr/>
              <p:nvPr/>
            </p:nvSpPr>
            <p:spPr>
              <a:xfrm>
                <a:off x="5112412" y="6230147"/>
                <a:ext cx="269164" cy="219150"/>
              </a:xfrm>
              <a:custGeom>
                <a:avLst/>
                <a:gdLst>
                  <a:gd name="connsiteX0" fmla="*/ 130830 w 269164"/>
                  <a:gd name="connsiteY0" fmla="*/ 212189 h 219150"/>
                  <a:gd name="connsiteX1" fmla="*/ 138600 w 269164"/>
                  <a:gd name="connsiteY1" fmla="*/ 219150 h 219150"/>
                  <a:gd name="connsiteX2" fmla="*/ 152395 w 269164"/>
                  <a:gd name="connsiteY2" fmla="*/ 219150 h 219150"/>
                  <a:gd name="connsiteX3" fmla="*/ 99962 w 269164"/>
                  <a:gd name="connsiteY3" fmla="*/ 167338 h 219150"/>
                  <a:gd name="connsiteX4" fmla="*/ 33868 w 269164"/>
                  <a:gd name="connsiteY4" fmla="*/ 66731 h 219150"/>
                  <a:gd name="connsiteX5" fmla="*/ 10787 w 269164"/>
                  <a:gd name="connsiteY5" fmla="*/ 9226 h 219150"/>
                  <a:gd name="connsiteX6" fmla="*/ 211723 w 269164"/>
                  <a:gd name="connsiteY6" fmla="*/ 70846 h 219150"/>
                  <a:gd name="connsiteX7" fmla="*/ 261337 w 269164"/>
                  <a:gd name="connsiteY7" fmla="*/ 106747 h 219150"/>
                  <a:gd name="connsiteX8" fmla="*/ 267674 w 269164"/>
                  <a:gd name="connsiteY8" fmla="*/ 100438 h 219150"/>
                  <a:gd name="connsiteX9" fmla="*/ 67774 w 269164"/>
                  <a:gd name="connsiteY9" fmla="*/ 6449 h 219150"/>
                  <a:gd name="connsiteX10" fmla="*/ 4499 w 269164"/>
                  <a:gd name="connsiteY10" fmla="*/ 3 h 219150"/>
                  <a:gd name="connsiteX11" fmla="*/ 178 w 269164"/>
                  <a:gd name="connsiteY11" fmla="*/ 5660 h 219150"/>
                  <a:gd name="connsiteX12" fmla="*/ 51918 w 269164"/>
                  <a:gd name="connsiteY12" fmla="*/ 117514 h 219150"/>
                  <a:gd name="connsiteX13" fmla="*/ 130830 w 269164"/>
                  <a:gd name="connsiteY13" fmla="*/ 212189 h 219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9164" h="219150">
                    <a:moveTo>
                      <a:pt x="130830" y="212189"/>
                    </a:moveTo>
                    <a:cubicBezTo>
                      <a:pt x="133388" y="214555"/>
                      <a:pt x="135983" y="216887"/>
                      <a:pt x="138600" y="219150"/>
                    </a:cubicBezTo>
                    <a:lnTo>
                      <a:pt x="152395" y="219150"/>
                    </a:lnTo>
                    <a:cubicBezTo>
                      <a:pt x="133587" y="203308"/>
                      <a:pt x="116027" y="185991"/>
                      <a:pt x="99962" y="167338"/>
                    </a:cubicBezTo>
                    <a:cubicBezTo>
                      <a:pt x="73699" y="136888"/>
                      <a:pt x="51442" y="102941"/>
                      <a:pt x="33868" y="66731"/>
                    </a:cubicBezTo>
                    <a:cubicBezTo>
                      <a:pt x="24832" y="48145"/>
                      <a:pt x="17186" y="28874"/>
                      <a:pt x="10787" y="9226"/>
                    </a:cubicBezTo>
                    <a:cubicBezTo>
                      <a:pt x="81627" y="12175"/>
                      <a:pt x="151345" y="33675"/>
                      <a:pt x="211723" y="70846"/>
                    </a:cubicBezTo>
                    <a:cubicBezTo>
                      <a:pt x="229136" y="81544"/>
                      <a:pt x="245725" y="93546"/>
                      <a:pt x="261337" y="106747"/>
                    </a:cubicBezTo>
                    <a:cubicBezTo>
                      <a:pt x="265716" y="110451"/>
                      <a:pt x="272087" y="104141"/>
                      <a:pt x="267674" y="100438"/>
                    </a:cubicBezTo>
                    <a:cubicBezTo>
                      <a:pt x="210763" y="52260"/>
                      <a:pt x="141178" y="19548"/>
                      <a:pt x="67774" y="6449"/>
                    </a:cubicBezTo>
                    <a:cubicBezTo>
                      <a:pt x="46878" y="2711"/>
                      <a:pt x="25717" y="551"/>
                      <a:pt x="4499" y="3"/>
                    </a:cubicBezTo>
                    <a:cubicBezTo>
                      <a:pt x="1649" y="-100"/>
                      <a:pt x="-672" y="2917"/>
                      <a:pt x="178" y="5660"/>
                    </a:cubicBezTo>
                    <a:cubicBezTo>
                      <a:pt x="12392" y="45025"/>
                      <a:pt x="29852" y="82710"/>
                      <a:pt x="51918" y="117514"/>
                    </a:cubicBezTo>
                    <a:cubicBezTo>
                      <a:pt x="73977" y="152285"/>
                      <a:pt x="100558" y="184277"/>
                      <a:pt x="130830" y="212189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4" name="任意多边形: 形状 483">
                <a:extLst>
                  <a:ext uri="{FF2B5EF4-FFF2-40B4-BE49-F238E27FC236}">
                    <a16:creationId xmlns:a16="http://schemas.microsoft.com/office/drawing/2014/main" id="{703F0A45-8D9C-2883-A81A-60D179D894C3}"/>
                  </a:ext>
                </a:extLst>
              </p:cNvPr>
              <p:cNvSpPr/>
              <p:nvPr/>
            </p:nvSpPr>
            <p:spPr>
              <a:xfrm>
                <a:off x="5706478" y="6224111"/>
                <a:ext cx="159790" cy="225186"/>
              </a:xfrm>
              <a:custGeom>
                <a:avLst/>
                <a:gdLst>
                  <a:gd name="connsiteX0" fmla="*/ 6506 w 159790"/>
                  <a:gd name="connsiteY0" fmla="*/ 58399 h 225186"/>
                  <a:gd name="connsiteX1" fmla="*/ 149303 w 159790"/>
                  <a:gd name="connsiteY1" fmla="*/ 9159 h 225186"/>
                  <a:gd name="connsiteX2" fmla="*/ 117084 w 159790"/>
                  <a:gd name="connsiteY2" fmla="*/ 215790 h 225186"/>
                  <a:gd name="connsiteX3" fmla="*/ 113059 w 159790"/>
                  <a:gd name="connsiteY3" fmla="*/ 225186 h 225186"/>
                  <a:gd name="connsiteX4" fmla="*/ 122684 w 159790"/>
                  <a:gd name="connsiteY4" fmla="*/ 225186 h 225186"/>
                  <a:gd name="connsiteX5" fmla="*/ 159292 w 159790"/>
                  <a:gd name="connsiteY5" fmla="*/ 66492 h 225186"/>
                  <a:gd name="connsiteX6" fmla="*/ 157910 w 159790"/>
                  <a:gd name="connsiteY6" fmla="*/ 4461 h 225186"/>
                  <a:gd name="connsiteX7" fmla="*/ 153428 w 159790"/>
                  <a:gd name="connsiteY7" fmla="*/ 3 h 225186"/>
                  <a:gd name="connsiteX8" fmla="*/ 1983 w 159790"/>
                  <a:gd name="connsiteY8" fmla="*/ 50650 h 225186"/>
                  <a:gd name="connsiteX9" fmla="*/ 6506 w 159790"/>
                  <a:gd name="connsiteY9" fmla="*/ 58399 h 225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9790" h="225186">
                    <a:moveTo>
                      <a:pt x="6506" y="58399"/>
                    </a:moveTo>
                    <a:cubicBezTo>
                      <a:pt x="48381" y="28910"/>
                      <a:pt x="98184" y="11731"/>
                      <a:pt x="149303" y="9159"/>
                    </a:cubicBezTo>
                    <a:cubicBezTo>
                      <a:pt x="154985" y="79419"/>
                      <a:pt x="143834" y="150605"/>
                      <a:pt x="117084" y="215790"/>
                    </a:cubicBezTo>
                    <a:cubicBezTo>
                      <a:pt x="115788" y="218945"/>
                      <a:pt x="114437" y="222100"/>
                      <a:pt x="113059" y="225186"/>
                    </a:cubicBezTo>
                    <a:lnTo>
                      <a:pt x="122684" y="225186"/>
                    </a:lnTo>
                    <a:cubicBezTo>
                      <a:pt x="144180" y="175054"/>
                      <a:pt x="156693" y="121081"/>
                      <a:pt x="159292" y="66492"/>
                    </a:cubicBezTo>
                    <a:cubicBezTo>
                      <a:pt x="160276" y="45815"/>
                      <a:pt x="159799" y="25104"/>
                      <a:pt x="157910" y="4461"/>
                    </a:cubicBezTo>
                    <a:cubicBezTo>
                      <a:pt x="157694" y="2129"/>
                      <a:pt x="156031" y="-100"/>
                      <a:pt x="153428" y="3"/>
                    </a:cubicBezTo>
                    <a:cubicBezTo>
                      <a:pt x="99363" y="1855"/>
                      <a:pt x="46245" y="19514"/>
                      <a:pt x="1983" y="50650"/>
                    </a:cubicBezTo>
                    <a:cubicBezTo>
                      <a:pt x="-2701" y="53942"/>
                      <a:pt x="1774" y="61725"/>
                      <a:pt x="6506" y="58399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5" name="任意多边形: 形状 484">
                <a:extLst>
                  <a:ext uri="{FF2B5EF4-FFF2-40B4-BE49-F238E27FC236}">
                    <a16:creationId xmlns:a16="http://schemas.microsoft.com/office/drawing/2014/main" id="{C213FAF1-EC56-6204-5258-7EF114D5DFEB}"/>
                  </a:ext>
                </a:extLst>
              </p:cNvPr>
              <p:cNvSpPr/>
              <p:nvPr/>
            </p:nvSpPr>
            <p:spPr>
              <a:xfrm>
                <a:off x="5667323" y="6267774"/>
                <a:ext cx="159812" cy="181523"/>
              </a:xfrm>
              <a:custGeom>
                <a:avLst/>
                <a:gdLst>
                  <a:gd name="connsiteX0" fmla="*/ 10760 w 159812"/>
                  <a:gd name="connsiteY0" fmla="*/ 181524 h 181523"/>
                  <a:gd name="connsiteX1" fmla="*/ 117776 w 159812"/>
                  <a:gd name="connsiteY1" fmla="*/ 47415 h 181523"/>
                  <a:gd name="connsiteX2" fmla="*/ 158410 w 159812"/>
                  <a:gd name="connsiteY2" fmla="*/ 7570 h 181523"/>
                  <a:gd name="connsiteX3" fmla="*/ 152073 w 159812"/>
                  <a:gd name="connsiteY3" fmla="*/ 1226 h 181523"/>
                  <a:gd name="connsiteX4" fmla="*/ 19093 w 159812"/>
                  <a:gd name="connsiteY4" fmla="*/ 153234 h 181523"/>
                  <a:gd name="connsiteX5" fmla="*/ 0 w 159812"/>
                  <a:gd name="connsiteY5" fmla="*/ 181524 h 181523"/>
                  <a:gd name="connsiteX6" fmla="*/ 10760 w 159812"/>
                  <a:gd name="connsiteY6" fmla="*/ 181524 h 1815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9812" h="181523">
                    <a:moveTo>
                      <a:pt x="10760" y="181524"/>
                    </a:moveTo>
                    <a:cubicBezTo>
                      <a:pt x="42307" y="133723"/>
                      <a:pt x="78082" y="88735"/>
                      <a:pt x="117776" y="47415"/>
                    </a:cubicBezTo>
                    <a:cubicBezTo>
                      <a:pt x="130916" y="33733"/>
                      <a:pt x="144478" y="20429"/>
                      <a:pt x="158410" y="7570"/>
                    </a:cubicBezTo>
                    <a:cubicBezTo>
                      <a:pt x="162655" y="3661"/>
                      <a:pt x="156304" y="-2683"/>
                      <a:pt x="152073" y="1226"/>
                    </a:cubicBezTo>
                    <a:cubicBezTo>
                      <a:pt x="102534" y="47003"/>
                      <a:pt x="57909" y="98027"/>
                      <a:pt x="19093" y="153234"/>
                    </a:cubicBezTo>
                    <a:cubicBezTo>
                      <a:pt x="12540" y="162527"/>
                      <a:pt x="6206" y="171991"/>
                      <a:pt x="0" y="181524"/>
                    </a:cubicBezTo>
                    <a:lnTo>
                      <a:pt x="10760" y="18152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6" name="任意多边形: 形状 485">
                <a:extLst>
                  <a:ext uri="{FF2B5EF4-FFF2-40B4-BE49-F238E27FC236}">
                    <a16:creationId xmlns:a16="http://schemas.microsoft.com/office/drawing/2014/main" id="{2D814A1B-F572-9231-0C3D-5C4AF36E8DBA}"/>
                  </a:ext>
                </a:extLst>
              </p:cNvPr>
              <p:cNvSpPr/>
              <p:nvPr/>
            </p:nvSpPr>
            <p:spPr>
              <a:xfrm>
                <a:off x="5194906" y="6280698"/>
                <a:ext cx="217371" cy="168598"/>
              </a:xfrm>
              <a:custGeom>
                <a:avLst/>
                <a:gdLst>
                  <a:gd name="connsiteX0" fmla="*/ 2003 w 217371"/>
                  <a:gd name="connsiteY0" fmla="*/ 8533 h 168598"/>
                  <a:gd name="connsiteX1" fmla="*/ 172085 w 217371"/>
                  <a:gd name="connsiteY1" fmla="*/ 140275 h 168598"/>
                  <a:gd name="connsiteX2" fmla="*/ 204009 w 217371"/>
                  <a:gd name="connsiteY2" fmla="*/ 168599 h 168598"/>
                  <a:gd name="connsiteX3" fmla="*/ 217371 w 217371"/>
                  <a:gd name="connsiteY3" fmla="*/ 168599 h 168598"/>
                  <a:gd name="connsiteX4" fmla="*/ 56524 w 217371"/>
                  <a:gd name="connsiteY4" fmla="*/ 36479 h 168598"/>
                  <a:gd name="connsiteX5" fmla="*/ 6526 w 217371"/>
                  <a:gd name="connsiteY5" fmla="*/ 783 h 168598"/>
                  <a:gd name="connsiteX6" fmla="*/ 2003 w 217371"/>
                  <a:gd name="connsiteY6" fmla="*/ 8533 h 168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7371" h="168598">
                    <a:moveTo>
                      <a:pt x="2003" y="8533"/>
                    </a:moveTo>
                    <a:cubicBezTo>
                      <a:pt x="61033" y="49338"/>
                      <a:pt x="117841" y="93298"/>
                      <a:pt x="172085" y="140275"/>
                    </a:cubicBezTo>
                    <a:cubicBezTo>
                      <a:pt x="182845" y="149568"/>
                      <a:pt x="193458" y="159066"/>
                      <a:pt x="204009" y="168599"/>
                    </a:cubicBezTo>
                    <a:lnTo>
                      <a:pt x="217371" y="168599"/>
                    </a:lnTo>
                    <a:cubicBezTo>
                      <a:pt x="166091" y="121827"/>
                      <a:pt x="112403" y="77662"/>
                      <a:pt x="56524" y="36479"/>
                    </a:cubicBezTo>
                    <a:cubicBezTo>
                      <a:pt x="40044" y="24340"/>
                      <a:pt x="23372" y="12442"/>
                      <a:pt x="6526" y="783"/>
                    </a:cubicBezTo>
                    <a:cubicBezTo>
                      <a:pt x="1770" y="-2474"/>
                      <a:pt x="-2716" y="5275"/>
                      <a:pt x="2003" y="8533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DCA073C1-61AC-5A97-68FF-C986CA7D4D86}"/>
                </a:ext>
              </a:extLst>
            </p:cNvPr>
            <p:cNvSpPr/>
            <p:nvPr userDrawn="1"/>
          </p:nvSpPr>
          <p:spPr>
            <a:xfrm>
              <a:off x="11336201" y="4381890"/>
              <a:ext cx="628442" cy="131407"/>
            </a:xfrm>
            <a:custGeom>
              <a:avLst/>
              <a:gdLst>
                <a:gd name="connsiteX0" fmla="*/ 450300 w 628442"/>
                <a:gd name="connsiteY0" fmla="*/ 77036 h 131407"/>
                <a:gd name="connsiteX1" fmla="*/ 626449 w 628442"/>
                <a:gd name="connsiteY1" fmla="*/ 0 h 131407"/>
                <a:gd name="connsiteX2" fmla="*/ 591491 w 628442"/>
                <a:gd name="connsiteY2" fmla="*/ 40550 h 131407"/>
                <a:gd name="connsiteX3" fmla="*/ 0 w 628442"/>
                <a:gd name="connsiteY3" fmla="*/ 91262 h 131407"/>
                <a:gd name="connsiteX4" fmla="*/ 71079 w 628442"/>
                <a:gd name="connsiteY4" fmla="*/ 91650 h 131407"/>
                <a:gd name="connsiteX5" fmla="*/ 450300 w 628442"/>
                <a:gd name="connsiteY5" fmla="*/ 77036 h 131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8442" h="131407">
                  <a:moveTo>
                    <a:pt x="450300" y="77036"/>
                  </a:moveTo>
                  <a:cubicBezTo>
                    <a:pt x="511696" y="58648"/>
                    <a:pt x="574060" y="38131"/>
                    <a:pt x="626449" y="0"/>
                  </a:cubicBezTo>
                  <a:cubicBezTo>
                    <a:pt x="636327" y="25356"/>
                    <a:pt x="607082" y="31356"/>
                    <a:pt x="591491" y="40550"/>
                  </a:cubicBezTo>
                  <a:cubicBezTo>
                    <a:pt x="411080" y="130748"/>
                    <a:pt x="191644" y="165008"/>
                    <a:pt x="0" y="91262"/>
                  </a:cubicBezTo>
                  <a:cubicBezTo>
                    <a:pt x="21595" y="76455"/>
                    <a:pt x="47741" y="88359"/>
                    <a:pt x="71079" y="91650"/>
                  </a:cubicBezTo>
                  <a:cubicBezTo>
                    <a:pt x="196098" y="119812"/>
                    <a:pt x="327605" y="112747"/>
                    <a:pt x="450300" y="77036"/>
                  </a:cubicBezTo>
                  <a:close/>
                </a:path>
              </a:pathLst>
            </a:custGeom>
            <a:solidFill>
              <a:srgbClr val="A1B4D5"/>
            </a:solidFill>
            <a:ln w="9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942F6F5F-5E94-B659-AB03-5867305ED2C3}"/>
                </a:ext>
              </a:extLst>
            </p:cNvPr>
            <p:cNvSpPr/>
            <p:nvPr userDrawn="1"/>
          </p:nvSpPr>
          <p:spPr>
            <a:xfrm>
              <a:off x="9725042" y="4511911"/>
              <a:ext cx="441972" cy="297401"/>
            </a:xfrm>
            <a:custGeom>
              <a:avLst/>
              <a:gdLst>
                <a:gd name="connsiteX0" fmla="*/ 124245 w 441972"/>
                <a:gd name="connsiteY0" fmla="*/ 125716 h 297401"/>
                <a:gd name="connsiteX1" fmla="*/ 441972 w 441972"/>
                <a:gd name="connsiteY1" fmla="*/ 0 h 297401"/>
                <a:gd name="connsiteX2" fmla="*/ 432385 w 441972"/>
                <a:gd name="connsiteY2" fmla="*/ 17130 h 297401"/>
                <a:gd name="connsiteX3" fmla="*/ 54811 w 441972"/>
                <a:gd name="connsiteY3" fmla="*/ 220559 h 297401"/>
                <a:gd name="connsiteX4" fmla="*/ 0 w 441972"/>
                <a:gd name="connsiteY4" fmla="*/ 297402 h 297401"/>
                <a:gd name="connsiteX5" fmla="*/ 124245 w 441972"/>
                <a:gd name="connsiteY5" fmla="*/ 125716 h 297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1972" h="297401">
                  <a:moveTo>
                    <a:pt x="124245" y="125716"/>
                  </a:moveTo>
                  <a:cubicBezTo>
                    <a:pt x="215563" y="55454"/>
                    <a:pt x="328478" y="14420"/>
                    <a:pt x="441972" y="0"/>
                  </a:cubicBezTo>
                  <a:cubicBezTo>
                    <a:pt x="439551" y="4258"/>
                    <a:pt x="434806" y="12871"/>
                    <a:pt x="432385" y="17130"/>
                  </a:cubicBezTo>
                  <a:cubicBezTo>
                    <a:pt x="289839" y="42970"/>
                    <a:pt x="149035" y="107618"/>
                    <a:pt x="54811" y="220559"/>
                  </a:cubicBezTo>
                  <a:cubicBezTo>
                    <a:pt x="33797" y="244270"/>
                    <a:pt x="25179" y="277271"/>
                    <a:pt x="0" y="297402"/>
                  </a:cubicBezTo>
                  <a:cubicBezTo>
                    <a:pt x="9491" y="223269"/>
                    <a:pt x="68175" y="169073"/>
                    <a:pt x="124245" y="125716"/>
                  </a:cubicBezTo>
                  <a:close/>
                </a:path>
              </a:pathLst>
            </a:custGeom>
            <a:solidFill>
              <a:srgbClr val="A1B4D5"/>
            </a:solidFill>
            <a:ln w="9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C40D36BD-BD7D-FCBF-17E8-D01319B1F7B0}"/>
                </a:ext>
              </a:extLst>
            </p:cNvPr>
            <p:cNvSpPr/>
            <p:nvPr userDrawn="1"/>
          </p:nvSpPr>
          <p:spPr>
            <a:xfrm rot="7230557">
              <a:off x="8118504" y="6517860"/>
              <a:ext cx="463944" cy="316625"/>
            </a:xfrm>
            <a:custGeom>
              <a:avLst/>
              <a:gdLst>
                <a:gd name="connsiteX0" fmla="*/ 22108 w 463944"/>
                <a:gd name="connsiteY0" fmla="*/ 271049 h 316625"/>
                <a:gd name="connsiteX1" fmla="*/ 32567 w 463944"/>
                <a:gd name="connsiteY1" fmla="*/ 143494 h 316625"/>
                <a:gd name="connsiteX2" fmla="*/ 165139 w 463944"/>
                <a:gd name="connsiteY2" fmla="*/ 102073 h 316625"/>
                <a:gd name="connsiteX3" fmla="*/ 273513 w 463944"/>
                <a:gd name="connsiteY3" fmla="*/ 57107 h 316625"/>
                <a:gd name="connsiteX4" fmla="*/ 349733 w 463944"/>
                <a:gd name="connsiteY4" fmla="*/ 0 h 316625"/>
                <a:gd name="connsiteX5" fmla="*/ 463944 w 463944"/>
                <a:gd name="connsiteY5" fmla="*/ 193819 h 316625"/>
                <a:gd name="connsiteX6" fmla="*/ 419244 w 463944"/>
                <a:gd name="connsiteY6" fmla="*/ 230886 h 316625"/>
                <a:gd name="connsiteX7" fmla="*/ 134538 w 463944"/>
                <a:gd name="connsiteY7" fmla="*/ 315567 h 316625"/>
                <a:gd name="connsiteX8" fmla="*/ 22108 w 463944"/>
                <a:gd name="connsiteY8" fmla="*/ 271049 h 316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3944" h="316625">
                  <a:moveTo>
                    <a:pt x="22108" y="271049"/>
                  </a:moveTo>
                  <a:cubicBezTo>
                    <a:pt x="-11301" y="235725"/>
                    <a:pt x="-6072" y="173013"/>
                    <a:pt x="32567" y="143494"/>
                  </a:cubicBezTo>
                  <a:cubicBezTo>
                    <a:pt x="69656" y="112912"/>
                    <a:pt x="120594" y="113590"/>
                    <a:pt x="165139" y="102073"/>
                  </a:cubicBezTo>
                  <a:cubicBezTo>
                    <a:pt x="203729" y="93121"/>
                    <a:pt x="239802" y="77249"/>
                    <a:pt x="273513" y="57107"/>
                  </a:cubicBezTo>
                  <a:lnTo>
                    <a:pt x="349733" y="0"/>
                  </a:lnTo>
                  <a:lnTo>
                    <a:pt x="463944" y="193819"/>
                  </a:lnTo>
                  <a:lnTo>
                    <a:pt x="419244" y="230886"/>
                  </a:lnTo>
                  <a:cubicBezTo>
                    <a:pt x="335188" y="284985"/>
                    <a:pt x="236025" y="323600"/>
                    <a:pt x="134538" y="315567"/>
                  </a:cubicBezTo>
                  <a:cubicBezTo>
                    <a:pt x="94253" y="311890"/>
                    <a:pt x="50192" y="302502"/>
                    <a:pt x="22108" y="271049"/>
                  </a:cubicBezTo>
                  <a:close/>
                </a:path>
              </a:pathLst>
            </a:custGeom>
            <a:solidFill>
              <a:schemeClr val="bg1"/>
            </a:solidFill>
            <a:ln w="968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247799AE-A2E3-DDA1-DD34-1C71F3A848BE}"/>
                </a:ext>
              </a:extLst>
            </p:cNvPr>
            <p:cNvSpPr/>
            <p:nvPr userDrawn="1"/>
          </p:nvSpPr>
          <p:spPr>
            <a:xfrm>
              <a:off x="7771283" y="5900453"/>
              <a:ext cx="586899" cy="514155"/>
            </a:xfrm>
            <a:custGeom>
              <a:avLst/>
              <a:gdLst>
                <a:gd name="connsiteX0" fmla="*/ 128561 w 586899"/>
                <a:gd name="connsiteY0" fmla="*/ 153945 h 514155"/>
                <a:gd name="connsiteX1" fmla="*/ 586899 w 586899"/>
                <a:gd name="connsiteY1" fmla="*/ 15744 h 514155"/>
                <a:gd name="connsiteX2" fmla="*/ 574504 w 586899"/>
                <a:gd name="connsiteY2" fmla="*/ 31616 h 514155"/>
                <a:gd name="connsiteX3" fmla="*/ 35112 w 586899"/>
                <a:gd name="connsiteY3" fmla="*/ 358922 h 514155"/>
                <a:gd name="connsiteX4" fmla="*/ 1122 w 586899"/>
                <a:gd name="connsiteY4" fmla="*/ 514156 h 514155"/>
                <a:gd name="connsiteX5" fmla="*/ 128561 w 586899"/>
                <a:gd name="connsiteY5" fmla="*/ 153945 h 514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86899" h="514155">
                  <a:moveTo>
                    <a:pt x="128561" y="153945"/>
                  </a:moveTo>
                  <a:cubicBezTo>
                    <a:pt x="242153" y="31616"/>
                    <a:pt x="423823" y="-31580"/>
                    <a:pt x="586899" y="15744"/>
                  </a:cubicBezTo>
                  <a:cubicBezTo>
                    <a:pt x="583801" y="19712"/>
                    <a:pt x="577603" y="27648"/>
                    <a:pt x="574504" y="31616"/>
                  </a:cubicBezTo>
                  <a:cubicBezTo>
                    <a:pt x="345868" y="-29935"/>
                    <a:pt x="92731" y="133621"/>
                    <a:pt x="35112" y="358922"/>
                  </a:cubicBezTo>
                  <a:cubicBezTo>
                    <a:pt x="20683" y="409925"/>
                    <a:pt x="14001" y="462669"/>
                    <a:pt x="1122" y="514156"/>
                  </a:cubicBezTo>
                  <a:cubicBezTo>
                    <a:pt x="-7594" y="384375"/>
                    <a:pt x="34434" y="246465"/>
                    <a:pt x="128561" y="153945"/>
                  </a:cubicBezTo>
                  <a:close/>
                </a:path>
              </a:pathLst>
            </a:custGeom>
            <a:solidFill>
              <a:srgbClr val="A1B4D5"/>
            </a:solidFill>
            <a:ln w="9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4FCD4E2E-A8A3-5B28-7EB0-B9548E9D73C4}"/>
                </a:ext>
              </a:extLst>
            </p:cNvPr>
            <p:cNvSpPr/>
            <p:nvPr userDrawn="1"/>
          </p:nvSpPr>
          <p:spPr>
            <a:xfrm rot="21147173">
              <a:off x="10033366" y="4820381"/>
              <a:ext cx="1129984" cy="475422"/>
            </a:xfrm>
            <a:custGeom>
              <a:avLst/>
              <a:gdLst>
                <a:gd name="connsiteX0" fmla="*/ 414361 w 1129984"/>
                <a:gd name="connsiteY0" fmla="*/ 6150 h 475422"/>
                <a:gd name="connsiteX1" fmla="*/ 836384 w 1129984"/>
                <a:gd name="connsiteY1" fmla="*/ 52217 h 475422"/>
                <a:gd name="connsiteX2" fmla="*/ 1062213 w 1129984"/>
                <a:gd name="connsiteY2" fmla="*/ 170094 h 475422"/>
                <a:gd name="connsiteX3" fmla="*/ 1102013 w 1129984"/>
                <a:gd name="connsiteY3" fmla="*/ 399460 h 475422"/>
                <a:gd name="connsiteX4" fmla="*/ 901073 w 1129984"/>
                <a:gd name="connsiteY4" fmla="*/ 464205 h 475422"/>
                <a:gd name="connsiteX5" fmla="*/ 774698 w 1129984"/>
                <a:gd name="connsiteY5" fmla="*/ 378458 h 475422"/>
                <a:gd name="connsiteX6" fmla="*/ 427919 w 1129984"/>
                <a:gd name="connsiteY6" fmla="*/ 340618 h 475422"/>
                <a:gd name="connsiteX7" fmla="*/ 233273 w 1129984"/>
                <a:gd name="connsiteY7" fmla="*/ 395975 h 475422"/>
                <a:gd name="connsiteX8" fmla="*/ 49666 w 1129984"/>
                <a:gd name="connsiteY8" fmla="*/ 367232 h 475422"/>
                <a:gd name="connsiteX9" fmla="*/ 10833 w 1129984"/>
                <a:gd name="connsiteY9" fmla="*/ 189740 h 475422"/>
                <a:gd name="connsiteX10" fmla="*/ 136627 w 1129984"/>
                <a:gd name="connsiteY10" fmla="*/ 71282 h 475422"/>
                <a:gd name="connsiteX11" fmla="*/ 414361 w 1129984"/>
                <a:gd name="connsiteY11" fmla="*/ 6150 h 475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29984" h="475422">
                  <a:moveTo>
                    <a:pt x="414361" y="6150"/>
                  </a:moveTo>
                  <a:cubicBezTo>
                    <a:pt x="556230" y="-11270"/>
                    <a:pt x="700810" y="9634"/>
                    <a:pt x="836384" y="52217"/>
                  </a:cubicBezTo>
                  <a:cubicBezTo>
                    <a:pt x="918600" y="76799"/>
                    <a:pt x="990552" y="124511"/>
                    <a:pt x="1062213" y="170094"/>
                  </a:cubicBezTo>
                  <a:cubicBezTo>
                    <a:pt x="1133389" y="220031"/>
                    <a:pt x="1151595" y="328327"/>
                    <a:pt x="1102013" y="399460"/>
                  </a:cubicBezTo>
                  <a:cubicBezTo>
                    <a:pt x="1060275" y="463624"/>
                    <a:pt x="972540" y="493335"/>
                    <a:pt x="901073" y="464205"/>
                  </a:cubicBezTo>
                  <a:cubicBezTo>
                    <a:pt x="850426" y="448623"/>
                    <a:pt x="824376" y="395782"/>
                    <a:pt x="774698" y="378458"/>
                  </a:cubicBezTo>
                  <a:cubicBezTo>
                    <a:pt x="665368" y="336069"/>
                    <a:pt x="543834" y="318262"/>
                    <a:pt x="427919" y="340618"/>
                  </a:cubicBezTo>
                  <a:cubicBezTo>
                    <a:pt x="361680" y="353393"/>
                    <a:pt x="293603" y="364329"/>
                    <a:pt x="233273" y="395975"/>
                  </a:cubicBezTo>
                  <a:cubicBezTo>
                    <a:pt x="174297" y="426558"/>
                    <a:pt x="96440" y="414557"/>
                    <a:pt x="49666" y="367232"/>
                  </a:cubicBezTo>
                  <a:cubicBezTo>
                    <a:pt x="2505" y="322907"/>
                    <a:pt x="-12504" y="249743"/>
                    <a:pt x="10833" y="189740"/>
                  </a:cubicBezTo>
                  <a:cubicBezTo>
                    <a:pt x="29718" y="131769"/>
                    <a:pt x="80848" y="91412"/>
                    <a:pt x="136627" y="71282"/>
                  </a:cubicBezTo>
                  <a:cubicBezTo>
                    <a:pt x="225913" y="37990"/>
                    <a:pt x="320137" y="18925"/>
                    <a:pt x="414361" y="6150"/>
                  </a:cubicBezTo>
                  <a:close/>
                </a:path>
              </a:pathLst>
            </a:custGeom>
            <a:solidFill>
              <a:schemeClr val="bg1"/>
            </a:solidFill>
            <a:ln w="968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42" name="任意多边形: 形状 41" descr="D:\51PPT模板网\51pptmoban.com\图片.jpg">
            <a:extLst>
              <a:ext uri="{FF2B5EF4-FFF2-40B4-BE49-F238E27FC236}">
                <a16:creationId xmlns:a16="http://schemas.microsoft.com/office/drawing/2014/main" id="{43FB4DA2-15A2-242E-98F7-59A5D6162912}"/>
              </a:ext>
            </a:extLst>
          </p:cNvPr>
          <p:cNvSpPr/>
          <p:nvPr userDrawn="1"/>
        </p:nvSpPr>
        <p:spPr>
          <a:xfrm>
            <a:off x="-448208" y="2773902"/>
            <a:ext cx="2776776" cy="1821388"/>
          </a:xfrm>
          <a:custGeom>
            <a:avLst/>
            <a:gdLst>
              <a:gd name="connsiteX0" fmla="*/ 1804823 w 2776776"/>
              <a:gd name="connsiteY0" fmla="*/ 754297 h 1821388"/>
              <a:gd name="connsiteX1" fmla="*/ 1793507 w 2776776"/>
              <a:gd name="connsiteY1" fmla="*/ 759097 h 1821388"/>
              <a:gd name="connsiteX2" fmla="*/ 1793507 w 2776776"/>
              <a:gd name="connsiteY2" fmla="*/ 757383 h 1821388"/>
              <a:gd name="connsiteX3" fmla="*/ 1790421 w 2776776"/>
              <a:gd name="connsiteY3" fmla="*/ 757040 h 1821388"/>
              <a:gd name="connsiteX4" fmla="*/ 1765732 w 2776776"/>
              <a:gd name="connsiteY4" fmla="*/ 770413 h 1821388"/>
              <a:gd name="connsiteX5" fmla="*/ 1760931 w 2776776"/>
              <a:gd name="connsiteY5" fmla="*/ 774528 h 1821388"/>
              <a:gd name="connsiteX6" fmla="*/ 1693380 w 2776776"/>
              <a:gd name="connsiteY6" fmla="*/ 817048 h 1821388"/>
              <a:gd name="connsiteX7" fmla="*/ 1656004 w 2776776"/>
              <a:gd name="connsiteY7" fmla="*/ 829735 h 1821388"/>
              <a:gd name="connsiteX8" fmla="*/ 1661490 w 2776776"/>
              <a:gd name="connsiteY8" fmla="*/ 834535 h 1821388"/>
              <a:gd name="connsiteX9" fmla="*/ 1590853 w 2776776"/>
              <a:gd name="connsiteY9" fmla="*/ 867797 h 1821388"/>
              <a:gd name="connsiteX10" fmla="*/ 1621371 w 2776776"/>
              <a:gd name="connsiteY10" fmla="*/ 839336 h 1821388"/>
              <a:gd name="connsiteX11" fmla="*/ 1715326 w 2776776"/>
              <a:gd name="connsiteY11" fmla="*/ 674401 h 1821388"/>
              <a:gd name="connsiteX12" fmla="*/ 1742415 w 2776776"/>
              <a:gd name="connsiteY12" fmla="*/ 498493 h 1821388"/>
              <a:gd name="connsiteX13" fmla="*/ 1793507 w 2776776"/>
              <a:gd name="connsiteY13" fmla="*/ 381907 h 1821388"/>
              <a:gd name="connsiteX14" fmla="*/ 1808937 w 2776776"/>
              <a:gd name="connsiteY14" fmla="*/ 247148 h 1821388"/>
              <a:gd name="connsiteX15" fmla="*/ 1767789 w 2776776"/>
              <a:gd name="connsiteY15" fmla="*/ 103473 h 1821388"/>
              <a:gd name="connsiteX16" fmla="*/ 1751330 w 2776776"/>
              <a:gd name="connsiteY16" fmla="*/ 91471 h 1821388"/>
              <a:gd name="connsiteX17" fmla="*/ 1727327 w 2776776"/>
              <a:gd name="connsiteY17" fmla="*/ 116846 h 1821388"/>
              <a:gd name="connsiteX18" fmla="*/ 1659090 w 2776776"/>
              <a:gd name="connsiteY18" fmla="*/ 235146 h 1821388"/>
              <a:gd name="connsiteX19" fmla="*/ 1594968 w 2776776"/>
              <a:gd name="connsiteY19" fmla="*/ 360648 h 1821388"/>
              <a:gd name="connsiteX20" fmla="*/ 1563421 w 2776776"/>
              <a:gd name="connsiteY20" fmla="*/ 543756 h 1821388"/>
              <a:gd name="connsiteX21" fmla="*/ 1591196 w 2776776"/>
              <a:gd name="connsiteY21" fmla="*/ 742295 h 1821388"/>
              <a:gd name="connsiteX22" fmla="*/ 1553820 w 2776776"/>
              <a:gd name="connsiteY22" fmla="*/ 877741 h 1821388"/>
              <a:gd name="connsiteX23" fmla="*/ 1538389 w 2776776"/>
              <a:gd name="connsiteY23" fmla="*/ 895229 h 1821388"/>
              <a:gd name="connsiteX24" fmla="*/ 1517815 w 2776776"/>
              <a:gd name="connsiteY24" fmla="*/ 908602 h 1821388"/>
              <a:gd name="connsiteX25" fmla="*/ 1419060 w 2776776"/>
              <a:gd name="connsiteY25" fmla="*/ 983354 h 1821388"/>
              <a:gd name="connsiteX26" fmla="*/ 1330935 w 2776776"/>
              <a:gd name="connsiteY26" fmla="*/ 1046448 h 1821388"/>
              <a:gd name="connsiteX27" fmla="*/ 1307618 w 2776776"/>
              <a:gd name="connsiteY27" fmla="*/ 1064964 h 1821388"/>
              <a:gd name="connsiteX28" fmla="*/ 1324077 w 2776776"/>
              <a:gd name="connsiteY28" fmla="*/ 1037875 h 1821388"/>
              <a:gd name="connsiteX29" fmla="*/ 1362824 w 2776776"/>
              <a:gd name="connsiteY29" fmla="*/ 905516 h 1821388"/>
              <a:gd name="connsiteX30" fmla="*/ 1386142 w 2776776"/>
              <a:gd name="connsiteY30" fmla="*/ 800588 h 1821388"/>
              <a:gd name="connsiteX31" fmla="*/ 1388542 w 2776776"/>
              <a:gd name="connsiteY31" fmla="*/ 724807 h 1821388"/>
              <a:gd name="connsiteX32" fmla="*/ 1409116 w 2776776"/>
              <a:gd name="connsiteY32" fmla="*/ 475176 h 1821388"/>
              <a:gd name="connsiteX33" fmla="*/ 1383741 w 2776776"/>
              <a:gd name="connsiteY33" fmla="*/ 372649 h 1821388"/>
              <a:gd name="connsiteX34" fmla="*/ 1346708 w 2776776"/>
              <a:gd name="connsiteY34" fmla="*/ 282809 h 1821388"/>
              <a:gd name="connsiteX35" fmla="*/ 1332306 w 2776776"/>
              <a:gd name="connsiteY35" fmla="*/ 237204 h 1821388"/>
              <a:gd name="connsiteX36" fmla="*/ 1301102 w 2776776"/>
              <a:gd name="connsiteY36" fmla="*/ 254692 h 1821388"/>
              <a:gd name="connsiteX37" fmla="*/ 1262012 w 2776776"/>
              <a:gd name="connsiteY37" fmla="*/ 327386 h 1821388"/>
              <a:gd name="connsiteX38" fmla="*/ 1218806 w 2776776"/>
              <a:gd name="connsiteY38" fmla="*/ 440200 h 1821388"/>
              <a:gd name="connsiteX39" fmla="*/ 1219492 w 2776776"/>
              <a:gd name="connsiteY39" fmla="*/ 594848 h 1821388"/>
              <a:gd name="connsiteX40" fmla="*/ 1250696 w 2776776"/>
              <a:gd name="connsiteY40" fmla="*/ 663428 h 1821388"/>
              <a:gd name="connsiteX41" fmla="*/ 1270584 w 2776776"/>
              <a:gd name="connsiteY41" fmla="*/ 793730 h 1821388"/>
              <a:gd name="connsiteX42" fmla="*/ 1303160 w 2776776"/>
              <a:gd name="connsiteY42" fmla="*/ 912031 h 1821388"/>
              <a:gd name="connsiteX43" fmla="*/ 1210920 w 2776776"/>
              <a:gd name="connsiteY43" fmla="*/ 1130801 h 1821388"/>
              <a:gd name="connsiteX44" fmla="*/ 1187945 w 2776776"/>
              <a:gd name="connsiteY44" fmla="*/ 1143831 h 1821388"/>
              <a:gd name="connsiteX45" fmla="*/ 1019239 w 2776776"/>
              <a:gd name="connsiteY45" fmla="*/ 1196981 h 1821388"/>
              <a:gd name="connsiteX46" fmla="*/ 893737 w 2776776"/>
              <a:gd name="connsiteY46" fmla="*/ 1226813 h 1821388"/>
              <a:gd name="connsiteX47" fmla="*/ 956831 w 2776776"/>
              <a:gd name="connsiteY47" fmla="*/ 1171606 h 1821388"/>
              <a:gd name="connsiteX48" fmla="*/ 1065873 w 2776776"/>
              <a:gd name="connsiteY48" fmla="*/ 1045419 h 1821388"/>
              <a:gd name="connsiteX49" fmla="*/ 1062101 w 2776776"/>
              <a:gd name="connsiteY49" fmla="*/ 888371 h 1821388"/>
              <a:gd name="connsiteX50" fmla="*/ 1080275 w 2776776"/>
              <a:gd name="connsiteY50" fmla="*/ 751554 h 1821388"/>
              <a:gd name="connsiteX51" fmla="*/ 1096734 w 2776776"/>
              <a:gd name="connsiteY51" fmla="*/ 680573 h 1821388"/>
              <a:gd name="connsiteX52" fmla="*/ 1082675 w 2776776"/>
              <a:gd name="connsiteY52" fmla="*/ 579761 h 1821388"/>
              <a:gd name="connsiteX53" fmla="*/ 1070674 w 2776776"/>
              <a:gd name="connsiteY53" fmla="*/ 485120 h 1821388"/>
              <a:gd name="connsiteX54" fmla="*/ 996950 w 2776776"/>
              <a:gd name="connsiteY54" fmla="*/ 538956 h 1821388"/>
              <a:gd name="connsiteX55" fmla="*/ 937628 w 2776776"/>
              <a:gd name="connsiteY55" fmla="*/ 631196 h 1821388"/>
              <a:gd name="connsiteX56" fmla="*/ 857390 w 2776776"/>
              <a:gd name="connsiteY56" fmla="*/ 905859 h 1821388"/>
              <a:gd name="connsiteX57" fmla="*/ 922541 w 2776776"/>
              <a:gd name="connsiteY57" fmla="*/ 1099254 h 1821388"/>
              <a:gd name="connsiteX58" fmla="*/ 842645 w 2776776"/>
              <a:gd name="connsiteY58" fmla="*/ 1235728 h 1821388"/>
              <a:gd name="connsiteX59" fmla="*/ 758292 w 2776776"/>
              <a:gd name="connsiteY59" fmla="*/ 1244987 h 1821388"/>
              <a:gd name="connsiteX60" fmla="*/ 579984 w 2776776"/>
              <a:gd name="connsiteY60" fmla="*/ 1275505 h 1821388"/>
              <a:gd name="connsiteX61" fmla="*/ 608102 w 2776776"/>
              <a:gd name="connsiteY61" fmla="*/ 1239843 h 1821388"/>
              <a:gd name="connsiteX62" fmla="*/ 644106 w 2776776"/>
              <a:gd name="connsiteY62" fmla="*/ 1148632 h 1821388"/>
              <a:gd name="connsiteX63" fmla="*/ 687654 w 2776776"/>
              <a:gd name="connsiteY63" fmla="*/ 1012501 h 1821388"/>
              <a:gd name="connsiteX64" fmla="*/ 683882 w 2776776"/>
              <a:gd name="connsiteY64" fmla="*/ 912031 h 1821388"/>
              <a:gd name="connsiteX65" fmla="*/ 681825 w 2776776"/>
              <a:gd name="connsiteY65" fmla="*/ 770756 h 1821388"/>
              <a:gd name="connsiteX66" fmla="*/ 691769 w 2776776"/>
              <a:gd name="connsiteY66" fmla="*/ 698404 h 1821388"/>
              <a:gd name="connsiteX67" fmla="*/ 672224 w 2776776"/>
              <a:gd name="connsiteY67" fmla="*/ 660685 h 1821388"/>
              <a:gd name="connsiteX68" fmla="*/ 634848 w 2776776"/>
              <a:gd name="connsiteY68" fmla="*/ 649369 h 1821388"/>
              <a:gd name="connsiteX69" fmla="*/ 569011 w 2776776"/>
              <a:gd name="connsiteY69" fmla="*/ 744353 h 1821388"/>
              <a:gd name="connsiteX70" fmla="*/ 529235 w 2776776"/>
              <a:gd name="connsiteY70" fmla="*/ 876712 h 1821388"/>
              <a:gd name="connsiteX71" fmla="*/ 498716 w 2776776"/>
              <a:gd name="connsiteY71" fmla="*/ 1062564 h 1821388"/>
              <a:gd name="connsiteX72" fmla="*/ 539179 w 2776776"/>
              <a:gd name="connsiteY72" fmla="*/ 1247730 h 1821388"/>
              <a:gd name="connsiteX73" fmla="*/ 540550 w 2776776"/>
              <a:gd name="connsiteY73" fmla="*/ 1280648 h 1821388"/>
              <a:gd name="connsiteX74" fmla="*/ 405791 w 2776776"/>
              <a:gd name="connsiteY74" fmla="*/ 1296079 h 1821388"/>
              <a:gd name="connsiteX75" fmla="*/ 418135 w 2776776"/>
              <a:gd name="connsiteY75" fmla="*/ 1258017 h 1821388"/>
              <a:gd name="connsiteX76" fmla="*/ 426022 w 2776776"/>
              <a:gd name="connsiteY76" fmla="*/ 1211725 h 1821388"/>
              <a:gd name="connsiteX77" fmla="*/ 448996 w 2776776"/>
              <a:gd name="connsiteY77" fmla="*/ 1102340 h 1821388"/>
              <a:gd name="connsiteX78" fmla="*/ 438709 w 2776776"/>
              <a:gd name="connsiteY78" fmla="*/ 1019359 h 1821388"/>
              <a:gd name="connsiteX79" fmla="*/ 424307 w 2776776"/>
              <a:gd name="connsiteY79" fmla="*/ 985411 h 1821388"/>
              <a:gd name="connsiteX80" fmla="*/ 394132 w 2776776"/>
              <a:gd name="connsiteY80" fmla="*/ 1017301 h 1821388"/>
              <a:gd name="connsiteX81" fmla="*/ 385559 w 2776776"/>
              <a:gd name="connsiteY81" fmla="*/ 1201438 h 1821388"/>
              <a:gd name="connsiteX82" fmla="*/ 376987 w 2776776"/>
              <a:gd name="connsiteY82" fmla="*/ 1276534 h 1821388"/>
              <a:gd name="connsiteX83" fmla="*/ 371843 w 2776776"/>
              <a:gd name="connsiteY83" fmla="*/ 1300879 h 1821388"/>
              <a:gd name="connsiteX84" fmla="*/ 316637 w 2776776"/>
              <a:gd name="connsiteY84" fmla="*/ 1308080 h 1821388"/>
              <a:gd name="connsiteX85" fmla="*/ 294348 w 2776776"/>
              <a:gd name="connsiteY85" fmla="*/ 1305337 h 1821388"/>
              <a:gd name="connsiteX86" fmla="*/ 233998 w 2776776"/>
              <a:gd name="connsiteY86" fmla="*/ 1299508 h 1821388"/>
              <a:gd name="connsiteX87" fmla="*/ 104724 w 2776776"/>
              <a:gd name="connsiteY87" fmla="*/ 1294364 h 1821388"/>
              <a:gd name="connsiteX88" fmla="*/ 29629 w 2776776"/>
              <a:gd name="connsiteY88" fmla="*/ 1280991 h 1821388"/>
              <a:gd name="connsiteX89" fmla="*/ 5969 w 2776776"/>
              <a:gd name="connsiteY89" fmla="*/ 1301565 h 1821388"/>
              <a:gd name="connsiteX90" fmla="*/ 2540 w 2776776"/>
              <a:gd name="connsiteY90" fmla="*/ 1310481 h 1821388"/>
              <a:gd name="connsiteX91" fmla="*/ 9741 w 2776776"/>
              <a:gd name="connsiteY91" fmla="*/ 1311852 h 1821388"/>
              <a:gd name="connsiteX92" fmla="*/ 11456 w 2776776"/>
              <a:gd name="connsiteY92" fmla="*/ 1311852 h 1821388"/>
              <a:gd name="connsiteX93" fmla="*/ 30658 w 2776776"/>
              <a:gd name="connsiteY93" fmla="*/ 1316310 h 1821388"/>
              <a:gd name="connsiteX94" fmla="*/ 71806 w 2776776"/>
              <a:gd name="connsiteY94" fmla="*/ 1321111 h 1821388"/>
              <a:gd name="connsiteX95" fmla="*/ 251486 w 2776776"/>
              <a:gd name="connsiteY95" fmla="*/ 1333112 h 1821388"/>
              <a:gd name="connsiteX96" fmla="*/ 304292 w 2776776"/>
              <a:gd name="connsiteY96" fmla="*/ 1326254 h 1821388"/>
              <a:gd name="connsiteX97" fmla="*/ 393446 w 2776776"/>
              <a:gd name="connsiteY97" fmla="*/ 1323511 h 1821388"/>
              <a:gd name="connsiteX98" fmla="*/ 419164 w 2776776"/>
              <a:gd name="connsiteY98" fmla="*/ 1343399 h 1821388"/>
              <a:gd name="connsiteX99" fmla="*/ 487401 w 2776776"/>
              <a:gd name="connsiteY99" fmla="*/ 1431524 h 1821388"/>
              <a:gd name="connsiteX100" fmla="*/ 559410 w 2776776"/>
              <a:gd name="connsiteY100" fmla="*/ 1536452 h 1821388"/>
              <a:gd name="connsiteX101" fmla="*/ 655079 w 2776776"/>
              <a:gd name="connsiteY101" fmla="*/ 1723332 h 1821388"/>
              <a:gd name="connsiteX102" fmla="*/ 708571 w 2776776"/>
              <a:gd name="connsiteY102" fmla="*/ 1738763 h 1821388"/>
              <a:gd name="connsiteX103" fmla="*/ 692112 w 2776776"/>
              <a:gd name="connsiteY103" fmla="*/ 1664353 h 1821388"/>
              <a:gd name="connsiteX104" fmla="*/ 653364 w 2776776"/>
              <a:gd name="connsiteY104" fmla="*/ 1552911 h 1821388"/>
              <a:gd name="connsiteX105" fmla="*/ 533349 w 2776776"/>
              <a:gd name="connsiteY105" fmla="*/ 1409236 h 1821388"/>
              <a:gd name="connsiteX106" fmla="*/ 491858 w 2776776"/>
              <a:gd name="connsiteY106" fmla="*/ 1356429 h 1821388"/>
              <a:gd name="connsiteX107" fmla="*/ 442824 w 2776776"/>
              <a:gd name="connsiteY107" fmla="*/ 1318710 h 1821388"/>
              <a:gd name="connsiteX108" fmla="*/ 567296 w 2776776"/>
              <a:gd name="connsiteY108" fmla="*/ 1295736 h 1821388"/>
              <a:gd name="connsiteX109" fmla="*/ 590614 w 2776776"/>
              <a:gd name="connsiteY109" fmla="*/ 1312538 h 1821388"/>
              <a:gd name="connsiteX110" fmla="*/ 663651 w 2776776"/>
              <a:gd name="connsiteY110" fmla="*/ 1379746 h 1821388"/>
              <a:gd name="connsiteX111" fmla="*/ 733603 w 2776776"/>
              <a:gd name="connsiteY111" fmla="*/ 1434953 h 1821388"/>
              <a:gd name="connsiteX112" fmla="*/ 770979 w 2776776"/>
              <a:gd name="connsiteY112" fmla="*/ 1561826 h 1821388"/>
              <a:gd name="connsiteX113" fmla="*/ 833730 w 2776776"/>
              <a:gd name="connsiteY113" fmla="*/ 1642065 h 1821388"/>
              <a:gd name="connsiteX114" fmla="*/ 958202 w 2776776"/>
              <a:gd name="connsiteY114" fmla="*/ 1780597 h 1821388"/>
              <a:gd name="connsiteX115" fmla="*/ 1068616 w 2776776"/>
              <a:gd name="connsiteY115" fmla="*/ 1817630 h 1821388"/>
              <a:gd name="connsiteX116" fmla="*/ 1075131 w 2776776"/>
              <a:gd name="connsiteY116" fmla="*/ 1800828 h 1821388"/>
              <a:gd name="connsiteX117" fmla="*/ 1056615 w 2776776"/>
              <a:gd name="connsiteY117" fmla="*/ 1664696 h 1821388"/>
              <a:gd name="connsiteX118" fmla="*/ 977062 w 2776776"/>
              <a:gd name="connsiteY118" fmla="*/ 1526851 h 1821388"/>
              <a:gd name="connsiteX119" fmla="*/ 830301 w 2776776"/>
              <a:gd name="connsiteY119" fmla="*/ 1412322 h 1821388"/>
              <a:gd name="connsiteX120" fmla="*/ 683540 w 2776776"/>
              <a:gd name="connsiteY120" fmla="*/ 1309452 h 1821388"/>
              <a:gd name="connsiteX121" fmla="*/ 623875 w 2776776"/>
              <a:gd name="connsiteY121" fmla="*/ 1287163 h 1821388"/>
              <a:gd name="connsiteX122" fmla="*/ 633476 w 2776776"/>
              <a:gd name="connsiteY122" fmla="*/ 1286135 h 1821388"/>
              <a:gd name="connsiteX123" fmla="*/ 757263 w 2776776"/>
              <a:gd name="connsiteY123" fmla="*/ 1280991 h 1821388"/>
              <a:gd name="connsiteX124" fmla="*/ 850189 w 2776776"/>
              <a:gd name="connsiteY124" fmla="*/ 1266247 h 1821388"/>
              <a:gd name="connsiteX125" fmla="*/ 861162 w 2776776"/>
              <a:gd name="connsiteY125" fmla="*/ 1270361 h 1821388"/>
              <a:gd name="connsiteX126" fmla="*/ 988721 w 2776776"/>
              <a:gd name="connsiteY126" fmla="*/ 1340313 h 1821388"/>
              <a:gd name="connsiteX127" fmla="*/ 1110793 w 2776776"/>
              <a:gd name="connsiteY127" fmla="*/ 1439068 h 1821388"/>
              <a:gd name="connsiteX128" fmla="*/ 1214692 w 2776776"/>
              <a:gd name="connsiteY128" fmla="*/ 1500447 h 1821388"/>
              <a:gd name="connsiteX129" fmla="*/ 1426947 w 2776776"/>
              <a:gd name="connsiteY129" fmla="*/ 1567656 h 1821388"/>
              <a:gd name="connsiteX130" fmla="*/ 1615199 w 2776776"/>
              <a:gd name="connsiteY130" fmla="*/ 1544681 h 1821388"/>
              <a:gd name="connsiteX131" fmla="*/ 1657718 w 2776776"/>
              <a:gd name="connsiteY131" fmla="*/ 1525136 h 1821388"/>
              <a:gd name="connsiteX132" fmla="*/ 1670063 w 2776776"/>
              <a:gd name="connsiteY132" fmla="*/ 1514849 h 1821388"/>
              <a:gd name="connsiteX133" fmla="*/ 1578509 w 2776776"/>
              <a:gd name="connsiteY133" fmla="*/ 1464786 h 1821388"/>
              <a:gd name="connsiteX134" fmla="*/ 1388199 w 2776776"/>
              <a:gd name="connsiteY134" fmla="*/ 1418494 h 1821388"/>
              <a:gd name="connsiteX135" fmla="*/ 1277785 w 2776776"/>
              <a:gd name="connsiteY135" fmla="*/ 1395520 h 1821388"/>
              <a:gd name="connsiteX136" fmla="*/ 1194461 w 2776776"/>
              <a:gd name="connsiteY136" fmla="*/ 1350257 h 1821388"/>
              <a:gd name="connsiteX137" fmla="*/ 1110450 w 2776776"/>
              <a:gd name="connsiteY137" fmla="*/ 1303280 h 1821388"/>
              <a:gd name="connsiteX138" fmla="*/ 985977 w 2776776"/>
              <a:gd name="connsiteY138" fmla="*/ 1269333 h 1821388"/>
              <a:gd name="connsiteX139" fmla="*/ 908139 w 2776776"/>
              <a:gd name="connsiteY139" fmla="*/ 1253902 h 1821388"/>
              <a:gd name="connsiteX140" fmla="*/ 927684 w 2776776"/>
              <a:gd name="connsiteY140" fmla="*/ 1250130 h 1821388"/>
              <a:gd name="connsiteX141" fmla="*/ 1069988 w 2776776"/>
              <a:gd name="connsiteY141" fmla="*/ 1219269 h 1821388"/>
              <a:gd name="connsiteX142" fmla="*/ 1205090 w 2776776"/>
              <a:gd name="connsiteY142" fmla="*/ 1157547 h 1821388"/>
              <a:gd name="connsiteX143" fmla="*/ 1208177 w 2776776"/>
              <a:gd name="connsiteY143" fmla="*/ 1156176 h 1821388"/>
              <a:gd name="connsiteX144" fmla="*/ 1260983 w 2776776"/>
              <a:gd name="connsiteY144" fmla="*/ 1169892 h 1821388"/>
              <a:gd name="connsiteX145" fmla="*/ 1501699 w 2776776"/>
              <a:gd name="connsiteY145" fmla="*/ 1291621 h 1821388"/>
              <a:gd name="connsiteX146" fmla="*/ 1872031 w 2776776"/>
              <a:gd name="connsiteY146" fmla="*/ 1335855 h 1821388"/>
              <a:gd name="connsiteX147" fmla="*/ 2088401 w 2776776"/>
              <a:gd name="connsiteY147" fmla="*/ 1275162 h 1821388"/>
              <a:gd name="connsiteX148" fmla="*/ 2058911 w 2776776"/>
              <a:gd name="connsiteY148" fmla="*/ 1247730 h 1821388"/>
              <a:gd name="connsiteX149" fmla="*/ 1974901 w 2776776"/>
              <a:gd name="connsiteY149" fmla="*/ 1252873 h 1821388"/>
              <a:gd name="connsiteX150" fmla="*/ 1820253 w 2776776"/>
              <a:gd name="connsiteY150" fmla="*/ 1196981 h 1821388"/>
              <a:gd name="connsiteX151" fmla="*/ 1615885 w 2776776"/>
              <a:gd name="connsiteY151" fmla="*/ 1176064 h 1821388"/>
              <a:gd name="connsiteX152" fmla="*/ 1538389 w 2776776"/>
              <a:gd name="connsiteY152" fmla="*/ 1192523 h 1821388"/>
              <a:gd name="connsiteX153" fmla="*/ 1403972 w 2776776"/>
              <a:gd name="connsiteY153" fmla="*/ 1179836 h 1821388"/>
              <a:gd name="connsiteX154" fmla="*/ 1253782 w 2776776"/>
              <a:gd name="connsiteY154" fmla="*/ 1134916 h 1821388"/>
              <a:gd name="connsiteX155" fmla="*/ 1328192 w 2776776"/>
              <a:gd name="connsiteY155" fmla="*/ 1092739 h 1821388"/>
              <a:gd name="connsiteX156" fmla="*/ 1442034 w 2776776"/>
              <a:gd name="connsiteY156" fmla="*/ 1002214 h 1821388"/>
              <a:gd name="connsiteX157" fmla="*/ 1489355 w 2776776"/>
              <a:gd name="connsiteY157" fmla="*/ 966895 h 1821388"/>
              <a:gd name="connsiteX158" fmla="*/ 1566850 w 2776776"/>
              <a:gd name="connsiteY158" fmla="*/ 978211 h 1821388"/>
              <a:gd name="connsiteX159" fmla="*/ 1682408 w 2776776"/>
              <a:gd name="connsiteY159" fmla="*/ 1044390 h 1821388"/>
              <a:gd name="connsiteX160" fmla="*/ 1802423 w 2776776"/>
              <a:gd name="connsiteY160" fmla="*/ 1106798 h 1821388"/>
              <a:gd name="connsiteX161" fmla="*/ 1964614 w 2776776"/>
              <a:gd name="connsiteY161" fmla="*/ 1112627 h 1821388"/>
              <a:gd name="connsiteX162" fmla="*/ 2057540 w 2776776"/>
              <a:gd name="connsiteY162" fmla="*/ 1075937 h 1821388"/>
              <a:gd name="connsiteX163" fmla="*/ 2247849 w 2776776"/>
              <a:gd name="connsiteY163" fmla="*/ 1082452 h 1821388"/>
              <a:gd name="connsiteX164" fmla="*/ 2416556 w 2776776"/>
              <a:gd name="connsiteY164" fmla="*/ 1043704 h 1821388"/>
              <a:gd name="connsiteX165" fmla="*/ 2429586 w 2776776"/>
              <a:gd name="connsiteY165" fmla="*/ 1032046 h 1821388"/>
              <a:gd name="connsiteX166" fmla="*/ 2374722 w 2776776"/>
              <a:gd name="connsiteY166" fmla="*/ 1004614 h 1821388"/>
              <a:gd name="connsiteX167" fmla="*/ 2273910 w 2776776"/>
              <a:gd name="connsiteY167" fmla="*/ 990898 h 1821388"/>
              <a:gd name="connsiteX168" fmla="*/ 2144637 w 2776776"/>
              <a:gd name="connsiteY168" fmla="*/ 974782 h 1821388"/>
              <a:gd name="connsiteX169" fmla="*/ 1961528 w 2776776"/>
              <a:gd name="connsiteY169" fmla="*/ 960723 h 1821388"/>
              <a:gd name="connsiteX170" fmla="*/ 1817167 w 2776776"/>
              <a:gd name="connsiteY170" fmla="*/ 1002556 h 1821388"/>
              <a:gd name="connsiteX171" fmla="*/ 1747901 w 2776776"/>
              <a:gd name="connsiteY171" fmla="*/ 988155 h 1821388"/>
              <a:gd name="connsiteX172" fmla="*/ 1557249 w 2776776"/>
              <a:gd name="connsiteY172" fmla="*/ 954208 h 1821388"/>
              <a:gd name="connsiteX173" fmla="*/ 1516101 w 2776776"/>
              <a:gd name="connsiteY173" fmla="*/ 947692 h 1821388"/>
              <a:gd name="connsiteX174" fmla="*/ 1623086 w 2776776"/>
              <a:gd name="connsiteY174" fmla="*/ 874998 h 1821388"/>
              <a:gd name="connsiteX175" fmla="*/ 1705382 w 2776776"/>
              <a:gd name="connsiteY175" fmla="*/ 828706 h 1821388"/>
              <a:gd name="connsiteX176" fmla="*/ 1729727 w 2776776"/>
              <a:gd name="connsiteY176" fmla="*/ 826306 h 1821388"/>
              <a:gd name="connsiteX177" fmla="*/ 1809966 w 2776776"/>
              <a:gd name="connsiteY177" fmla="*/ 849280 h 1821388"/>
              <a:gd name="connsiteX178" fmla="*/ 1900492 w 2776776"/>
              <a:gd name="connsiteY178" fmla="*/ 873626 h 1821388"/>
              <a:gd name="connsiteX179" fmla="*/ 2054454 w 2776776"/>
              <a:gd name="connsiteY179" fmla="*/ 883913 h 1821388"/>
              <a:gd name="connsiteX180" fmla="*/ 2180298 w 2776776"/>
              <a:gd name="connsiteY180" fmla="*/ 875683 h 1821388"/>
              <a:gd name="connsiteX181" fmla="*/ 2339404 w 2776776"/>
              <a:gd name="connsiteY181" fmla="*/ 882199 h 1821388"/>
              <a:gd name="connsiteX182" fmla="*/ 2455304 w 2776776"/>
              <a:gd name="connsiteY182" fmla="*/ 869854 h 1821388"/>
              <a:gd name="connsiteX183" fmla="*/ 2526970 w 2776776"/>
              <a:gd name="connsiteY183" fmla="*/ 852366 h 1821388"/>
              <a:gd name="connsiteX184" fmla="*/ 2596236 w 2776776"/>
              <a:gd name="connsiteY184" fmla="*/ 802303 h 1821388"/>
              <a:gd name="connsiteX185" fmla="*/ 2597265 w 2776776"/>
              <a:gd name="connsiteY185" fmla="*/ 778643 h 1821388"/>
              <a:gd name="connsiteX186" fmla="*/ 2482050 w 2776776"/>
              <a:gd name="connsiteY186" fmla="*/ 758412 h 1821388"/>
              <a:gd name="connsiteX187" fmla="*/ 2362721 w 2776776"/>
              <a:gd name="connsiteY187" fmla="*/ 785501 h 1821388"/>
              <a:gd name="connsiteX188" fmla="*/ 2294827 w 2776776"/>
              <a:gd name="connsiteY188" fmla="*/ 784815 h 1821388"/>
              <a:gd name="connsiteX189" fmla="*/ 2200872 w 2776776"/>
              <a:gd name="connsiteY189" fmla="*/ 784472 h 1821388"/>
              <a:gd name="connsiteX190" fmla="*/ 1973186 w 2776776"/>
              <a:gd name="connsiteY190" fmla="*/ 823563 h 1821388"/>
              <a:gd name="connsiteX191" fmla="*/ 1846313 w 2776776"/>
              <a:gd name="connsiteY191" fmla="*/ 807446 h 1821388"/>
              <a:gd name="connsiteX192" fmla="*/ 1732128 w 2776776"/>
              <a:gd name="connsiteY192" fmla="*/ 815333 h 1821388"/>
              <a:gd name="connsiteX193" fmla="*/ 1921066 w 2776776"/>
              <a:gd name="connsiteY193" fmla="*/ 732008 h 1821388"/>
              <a:gd name="connsiteX194" fmla="*/ 2020850 w 2776776"/>
              <a:gd name="connsiteY194" fmla="*/ 669943 h 1821388"/>
              <a:gd name="connsiteX195" fmla="*/ 2027708 w 2776776"/>
              <a:gd name="connsiteY195" fmla="*/ 671315 h 1821388"/>
              <a:gd name="connsiteX196" fmla="*/ 2090459 w 2776776"/>
              <a:gd name="connsiteY196" fmla="*/ 648684 h 1821388"/>
              <a:gd name="connsiteX197" fmla="*/ 2248193 w 2776776"/>
              <a:gd name="connsiteY197" fmla="*/ 651084 h 1821388"/>
              <a:gd name="connsiteX198" fmla="*/ 2596579 w 2776776"/>
              <a:gd name="connsiteY198" fmla="*/ 583533 h 1821388"/>
              <a:gd name="connsiteX199" fmla="*/ 2718651 w 2776776"/>
              <a:gd name="connsiteY199" fmla="*/ 507066 h 1821388"/>
              <a:gd name="connsiteX200" fmla="*/ 2753970 w 2776776"/>
              <a:gd name="connsiteY200" fmla="*/ 493007 h 1821388"/>
              <a:gd name="connsiteX201" fmla="*/ 2776259 w 2776776"/>
              <a:gd name="connsiteY201" fmla="*/ 479634 h 1821388"/>
              <a:gd name="connsiteX202" fmla="*/ 2741283 w 2776776"/>
              <a:gd name="connsiteY202" fmla="*/ 454259 h 1821388"/>
              <a:gd name="connsiteX203" fmla="*/ 2583891 w 2776776"/>
              <a:gd name="connsiteY203" fmla="*/ 506037 h 1821388"/>
              <a:gd name="connsiteX204" fmla="*/ 2521827 w 2776776"/>
              <a:gd name="connsiteY204" fmla="*/ 500894 h 1821388"/>
              <a:gd name="connsiteX205" fmla="*/ 2331517 w 2776776"/>
              <a:gd name="connsiteY205" fmla="*/ 550614 h 1821388"/>
              <a:gd name="connsiteX206" fmla="*/ 2220761 w 2776776"/>
              <a:gd name="connsiteY206" fmla="*/ 575989 h 1821388"/>
              <a:gd name="connsiteX207" fmla="*/ 2132978 w 2776776"/>
              <a:gd name="connsiteY207" fmla="*/ 613022 h 1821388"/>
              <a:gd name="connsiteX208" fmla="*/ 2059598 w 2776776"/>
              <a:gd name="connsiteY208" fmla="*/ 647312 h 1821388"/>
              <a:gd name="connsiteX209" fmla="*/ 2168297 w 2776776"/>
              <a:gd name="connsiteY209" fmla="*/ 551643 h 1821388"/>
              <a:gd name="connsiteX210" fmla="*/ 2273910 w 2776776"/>
              <a:gd name="connsiteY210" fmla="*/ 461803 h 1821388"/>
              <a:gd name="connsiteX211" fmla="*/ 2364435 w 2776776"/>
              <a:gd name="connsiteY211" fmla="*/ 352418 h 1821388"/>
              <a:gd name="connsiteX212" fmla="*/ 2438159 w 2776776"/>
              <a:gd name="connsiteY212" fmla="*/ 306469 h 1821388"/>
              <a:gd name="connsiteX213" fmla="*/ 2586635 w 2776776"/>
              <a:gd name="connsiteY213" fmla="*/ 114445 h 1821388"/>
              <a:gd name="connsiteX214" fmla="*/ 2612009 w 2776776"/>
              <a:gd name="connsiteY214" fmla="*/ 87699 h 1821388"/>
              <a:gd name="connsiteX215" fmla="*/ 2616810 w 2776776"/>
              <a:gd name="connsiteY215" fmla="*/ 78441 h 1821388"/>
              <a:gd name="connsiteX216" fmla="*/ 2557145 w 2776776"/>
              <a:gd name="connsiteY216" fmla="*/ 92157 h 1821388"/>
              <a:gd name="connsiteX217" fmla="*/ 2429244 w 2776776"/>
              <a:gd name="connsiteY217" fmla="*/ 147707 h 1821388"/>
              <a:gd name="connsiteX218" fmla="*/ 2316087 w 2776776"/>
              <a:gd name="connsiteY218" fmla="*/ 240976 h 1821388"/>
              <a:gd name="connsiteX219" fmla="*/ 2219389 w 2776776"/>
              <a:gd name="connsiteY219" fmla="*/ 313327 h 1821388"/>
              <a:gd name="connsiteX220" fmla="*/ 2179269 w 2776776"/>
              <a:gd name="connsiteY220" fmla="*/ 416883 h 1821388"/>
              <a:gd name="connsiteX221" fmla="*/ 2125434 w 2776776"/>
              <a:gd name="connsiteY221" fmla="*/ 557815 h 1821388"/>
              <a:gd name="connsiteX222" fmla="*/ 2088744 w 2776776"/>
              <a:gd name="connsiteY222" fmla="*/ 598963 h 1821388"/>
              <a:gd name="connsiteX223" fmla="*/ 2037309 w 2776776"/>
              <a:gd name="connsiteY223" fmla="*/ 631196 h 1821388"/>
              <a:gd name="connsiteX224" fmla="*/ 1960157 w 2776776"/>
              <a:gd name="connsiteY224" fmla="*/ 688117 h 1821388"/>
              <a:gd name="connsiteX225" fmla="*/ 1872031 w 2776776"/>
              <a:gd name="connsiteY225" fmla="*/ 729951 h 1821388"/>
              <a:gd name="connsiteX226" fmla="*/ 1961185 w 2776776"/>
              <a:gd name="connsiteY226" fmla="*/ 659999 h 1821388"/>
              <a:gd name="connsiteX227" fmla="*/ 2033537 w 2776776"/>
              <a:gd name="connsiteY227" fmla="*/ 568788 h 1821388"/>
              <a:gd name="connsiteX228" fmla="*/ 2072285 w 2776776"/>
              <a:gd name="connsiteY228" fmla="*/ 438143 h 1821388"/>
              <a:gd name="connsiteX229" fmla="*/ 2094230 w 2776776"/>
              <a:gd name="connsiteY229" fmla="*/ 381907 h 1821388"/>
              <a:gd name="connsiteX230" fmla="*/ 2128178 w 2776776"/>
              <a:gd name="connsiteY230" fmla="*/ 324643 h 1821388"/>
              <a:gd name="connsiteX231" fmla="*/ 2153895 w 2776776"/>
              <a:gd name="connsiteY231" fmla="*/ 232746 h 1821388"/>
              <a:gd name="connsiteX232" fmla="*/ 2171726 w 2776776"/>
              <a:gd name="connsiteY232" fmla="*/ 89071 h 1821388"/>
              <a:gd name="connsiteX233" fmla="*/ 2174126 w 2776776"/>
              <a:gd name="connsiteY233" fmla="*/ 13633 h 1821388"/>
              <a:gd name="connsiteX234" fmla="*/ 2171383 w 2776776"/>
              <a:gd name="connsiteY234" fmla="*/ 5060 h 1821388"/>
              <a:gd name="connsiteX235" fmla="*/ 2047253 w 2776776"/>
              <a:gd name="connsiteY235" fmla="*/ 168281 h 1821388"/>
              <a:gd name="connsiteX236" fmla="*/ 2000276 w 2776776"/>
              <a:gd name="connsiteY236" fmla="*/ 239604 h 1821388"/>
              <a:gd name="connsiteX237" fmla="*/ 1978673 w 2776776"/>
              <a:gd name="connsiteY237" fmla="*/ 335273 h 1821388"/>
              <a:gd name="connsiteX238" fmla="*/ 1974558 w 2776776"/>
              <a:gd name="connsiteY238" fmla="*/ 462146 h 1821388"/>
              <a:gd name="connsiteX239" fmla="*/ 1940611 w 2776776"/>
              <a:gd name="connsiteY239" fmla="*/ 601363 h 1821388"/>
              <a:gd name="connsiteX240" fmla="*/ 1881290 w 2776776"/>
              <a:gd name="connsiteY240" fmla="*/ 696347 h 1821388"/>
              <a:gd name="connsiteX241" fmla="*/ 1804823 w 2776776"/>
              <a:gd name="connsiteY241" fmla="*/ 753268 h 1821388"/>
              <a:gd name="connsiteX242" fmla="*/ 1804823 w 2776776"/>
              <a:gd name="connsiteY242" fmla="*/ 754297 h 1821388"/>
              <a:gd name="connsiteX243" fmla="*/ 2148408 w 2776776"/>
              <a:gd name="connsiteY243" fmla="*/ 553700 h 1821388"/>
              <a:gd name="connsiteX244" fmla="*/ 2184070 w 2776776"/>
              <a:gd name="connsiteY244" fmla="*/ 476205 h 1821388"/>
              <a:gd name="connsiteX245" fmla="*/ 2215960 w 2776776"/>
              <a:gd name="connsiteY245" fmla="*/ 387737 h 1821388"/>
              <a:gd name="connsiteX246" fmla="*/ 2251622 w 2776776"/>
              <a:gd name="connsiteY246" fmla="*/ 307498 h 1821388"/>
              <a:gd name="connsiteX247" fmla="*/ 2330831 w 2776776"/>
              <a:gd name="connsiteY247" fmla="*/ 258806 h 1821388"/>
              <a:gd name="connsiteX248" fmla="*/ 2435073 w 2776776"/>
              <a:gd name="connsiteY248" fmla="*/ 169309 h 1821388"/>
              <a:gd name="connsiteX249" fmla="*/ 2576005 w 2776776"/>
              <a:gd name="connsiteY249" fmla="*/ 107245 h 1821388"/>
              <a:gd name="connsiteX250" fmla="*/ 2497138 w 2776776"/>
              <a:gd name="connsiteY250" fmla="*/ 204285 h 1821388"/>
              <a:gd name="connsiteX251" fmla="*/ 2435073 w 2776776"/>
              <a:gd name="connsiteY251" fmla="*/ 281781 h 1821388"/>
              <a:gd name="connsiteX252" fmla="*/ 2363407 w 2776776"/>
              <a:gd name="connsiteY252" fmla="*/ 330472 h 1821388"/>
              <a:gd name="connsiteX253" fmla="*/ 2280768 w 2776776"/>
              <a:gd name="connsiteY253" fmla="*/ 414826 h 1821388"/>
              <a:gd name="connsiteX254" fmla="*/ 2148408 w 2776776"/>
              <a:gd name="connsiteY254" fmla="*/ 553700 h 1821388"/>
              <a:gd name="connsiteX255" fmla="*/ 2115147 w 2776776"/>
              <a:gd name="connsiteY255" fmla="*/ 639768 h 1821388"/>
              <a:gd name="connsiteX256" fmla="*/ 2240991 w 2776776"/>
              <a:gd name="connsiteY256" fmla="*/ 585590 h 1821388"/>
              <a:gd name="connsiteX257" fmla="*/ 2394268 w 2776776"/>
              <a:gd name="connsiteY257" fmla="*/ 546157 h 1821388"/>
              <a:gd name="connsiteX258" fmla="*/ 2525942 w 2776776"/>
              <a:gd name="connsiteY258" fmla="*/ 512895 h 1821388"/>
              <a:gd name="connsiteX259" fmla="*/ 2602408 w 2776776"/>
              <a:gd name="connsiteY259" fmla="*/ 514267 h 1821388"/>
              <a:gd name="connsiteX260" fmla="*/ 2753627 w 2776776"/>
              <a:gd name="connsiteY260" fmla="*/ 471061 h 1821388"/>
              <a:gd name="connsiteX261" fmla="*/ 2641842 w 2776776"/>
              <a:gd name="connsiteY261" fmla="*/ 522496 h 1821388"/>
              <a:gd name="connsiteX262" fmla="*/ 2571204 w 2776776"/>
              <a:gd name="connsiteY262" fmla="*/ 579075 h 1821388"/>
              <a:gd name="connsiteX263" fmla="*/ 2411756 w 2776776"/>
              <a:gd name="connsiteY263" fmla="*/ 613708 h 1821388"/>
              <a:gd name="connsiteX264" fmla="*/ 2242020 w 2776776"/>
              <a:gd name="connsiteY264" fmla="*/ 639082 h 1821388"/>
              <a:gd name="connsiteX265" fmla="*/ 2115147 w 2776776"/>
              <a:gd name="connsiteY265" fmla="*/ 639768 h 1821388"/>
              <a:gd name="connsiteX266" fmla="*/ 1738643 w 2776776"/>
              <a:gd name="connsiteY266" fmla="*/ 826649 h 1821388"/>
              <a:gd name="connsiteX267" fmla="*/ 2032166 w 2776776"/>
              <a:gd name="connsiteY267" fmla="*/ 837279 h 1821388"/>
              <a:gd name="connsiteX268" fmla="*/ 2174469 w 2776776"/>
              <a:gd name="connsiteY268" fmla="*/ 807789 h 1821388"/>
              <a:gd name="connsiteX269" fmla="*/ 2284197 w 2776776"/>
              <a:gd name="connsiteY269" fmla="*/ 807103 h 1821388"/>
              <a:gd name="connsiteX270" fmla="*/ 2542401 w 2776776"/>
              <a:gd name="connsiteY270" fmla="*/ 769042 h 1821388"/>
              <a:gd name="connsiteX271" fmla="*/ 2585949 w 2776776"/>
              <a:gd name="connsiteY271" fmla="*/ 776585 h 1821388"/>
              <a:gd name="connsiteX272" fmla="*/ 2589378 w 2776776"/>
              <a:gd name="connsiteY272" fmla="*/ 781386 h 1821388"/>
              <a:gd name="connsiteX273" fmla="*/ 2588006 w 2776776"/>
              <a:gd name="connsiteY273" fmla="*/ 788244 h 1821388"/>
              <a:gd name="connsiteX274" fmla="*/ 2549259 w 2776776"/>
              <a:gd name="connsiteY274" fmla="*/ 817048 h 1821388"/>
              <a:gd name="connsiteX275" fmla="*/ 2421357 w 2776776"/>
              <a:gd name="connsiteY275" fmla="*/ 850309 h 1821388"/>
              <a:gd name="connsiteX276" fmla="*/ 2205330 w 2776776"/>
              <a:gd name="connsiteY276" fmla="*/ 857510 h 1821388"/>
              <a:gd name="connsiteX277" fmla="*/ 2078457 w 2776776"/>
              <a:gd name="connsiteY277" fmla="*/ 869168 h 1821388"/>
              <a:gd name="connsiteX278" fmla="*/ 1933067 w 2776776"/>
              <a:gd name="connsiteY278" fmla="*/ 871226 h 1821388"/>
              <a:gd name="connsiteX279" fmla="*/ 1827111 w 2776776"/>
              <a:gd name="connsiteY279" fmla="*/ 845508 h 1821388"/>
              <a:gd name="connsiteX280" fmla="*/ 1738643 w 2776776"/>
              <a:gd name="connsiteY280" fmla="*/ 826649 h 1821388"/>
              <a:gd name="connsiteX281" fmla="*/ 1592567 w 2776776"/>
              <a:gd name="connsiteY281" fmla="*/ 979239 h 1821388"/>
              <a:gd name="connsiteX282" fmla="*/ 1679321 w 2776776"/>
              <a:gd name="connsiteY282" fmla="*/ 999470 h 1821388"/>
              <a:gd name="connsiteX283" fmla="*/ 1792478 w 2776776"/>
              <a:gd name="connsiteY283" fmla="*/ 1016958 h 1821388"/>
              <a:gd name="connsiteX284" fmla="*/ 1935467 w 2776776"/>
              <a:gd name="connsiteY284" fmla="*/ 995356 h 1821388"/>
              <a:gd name="connsiteX285" fmla="*/ 2037309 w 2776776"/>
              <a:gd name="connsiteY285" fmla="*/ 981982 h 1821388"/>
              <a:gd name="connsiteX286" fmla="*/ 2223504 w 2776776"/>
              <a:gd name="connsiteY286" fmla="*/ 1006328 h 1821388"/>
              <a:gd name="connsiteX287" fmla="*/ 2313686 w 2776776"/>
              <a:gd name="connsiteY287" fmla="*/ 1016958 h 1821388"/>
              <a:gd name="connsiteX288" fmla="*/ 2403526 w 2776776"/>
              <a:gd name="connsiteY288" fmla="*/ 1027588 h 1821388"/>
              <a:gd name="connsiteX289" fmla="*/ 2327402 w 2776776"/>
              <a:gd name="connsiteY289" fmla="*/ 1050220 h 1821388"/>
              <a:gd name="connsiteX290" fmla="*/ 2190242 w 2776776"/>
              <a:gd name="connsiteY290" fmla="*/ 1054677 h 1821388"/>
              <a:gd name="connsiteX291" fmla="*/ 2038337 w 2776776"/>
              <a:gd name="connsiteY291" fmla="*/ 1051591 h 1821388"/>
              <a:gd name="connsiteX292" fmla="*/ 1932381 w 2776776"/>
              <a:gd name="connsiteY292" fmla="*/ 1092739 h 1821388"/>
              <a:gd name="connsiteX293" fmla="*/ 1747215 w 2776776"/>
              <a:gd name="connsiteY293" fmla="*/ 1059478 h 1821388"/>
              <a:gd name="connsiteX294" fmla="*/ 1678635 w 2776776"/>
              <a:gd name="connsiteY294" fmla="*/ 1028960 h 1821388"/>
              <a:gd name="connsiteX295" fmla="*/ 1621028 w 2776776"/>
              <a:gd name="connsiteY295" fmla="*/ 997413 h 1821388"/>
              <a:gd name="connsiteX296" fmla="*/ 1592567 w 2776776"/>
              <a:gd name="connsiteY296" fmla="*/ 979239 h 1821388"/>
              <a:gd name="connsiteX297" fmla="*/ 1278814 w 2776776"/>
              <a:gd name="connsiteY297" fmla="*/ 1167491 h 1821388"/>
              <a:gd name="connsiteX298" fmla="*/ 1423518 w 2776776"/>
              <a:gd name="connsiteY298" fmla="*/ 1201781 h 1821388"/>
              <a:gd name="connsiteX299" fmla="*/ 1537361 w 2776776"/>
              <a:gd name="connsiteY299" fmla="*/ 1224756 h 1821388"/>
              <a:gd name="connsiteX300" fmla="*/ 1649146 w 2776776"/>
              <a:gd name="connsiteY300" fmla="*/ 1197324 h 1821388"/>
              <a:gd name="connsiteX301" fmla="*/ 1753388 w 2776776"/>
              <a:gd name="connsiteY301" fmla="*/ 1198009 h 1821388"/>
              <a:gd name="connsiteX302" fmla="*/ 1937868 w 2776776"/>
              <a:gd name="connsiteY302" fmla="*/ 1264189 h 1821388"/>
              <a:gd name="connsiteX303" fmla="*/ 2035595 w 2776776"/>
              <a:gd name="connsiteY303" fmla="*/ 1269676 h 1821388"/>
              <a:gd name="connsiteX304" fmla="*/ 1726298 w 2776776"/>
              <a:gd name="connsiteY304" fmla="*/ 1300194 h 1821388"/>
              <a:gd name="connsiteX305" fmla="*/ 1592567 w 2776776"/>
              <a:gd name="connsiteY305" fmla="*/ 1291278 h 1821388"/>
              <a:gd name="connsiteX306" fmla="*/ 1484211 w 2776776"/>
              <a:gd name="connsiteY306" fmla="*/ 1264875 h 1821388"/>
              <a:gd name="connsiteX307" fmla="*/ 1278814 w 2776776"/>
              <a:gd name="connsiteY307" fmla="*/ 1167491 h 1821388"/>
              <a:gd name="connsiteX308" fmla="*/ 932142 w 2776776"/>
              <a:gd name="connsiteY308" fmla="*/ 1282706 h 1821388"/>
              <a:gd name="connsiteX309" fmla="*/ 1148512 w 2776776"/>
              <a:gd name="connsiteY309" fmla="*/ 1346485 h 1821388"/>
              <a:gd name="connsiteX310" fmla="*/ 1264755 w 2776776"/>
              <a:gd name="connsiteY310" fmla="*/ 1410607 h 1821388"/>
              <a:gd name="connsiteX311" fmla="*/ 1399858 w 2776776"/>
              <a:gd name="connsiteY311" fmla="*/ 1438725 h 1821388"/>
              <a:gd name="connsiteX312" fmla="*/ 1495527 w 2776776"/>
              <a:gd name="connsiteY312" fmla="*/ 1455870 h 1821388"/>
              <a:gd name="connsiteX313" fmla="*/ 1574051 w 2776776"/>
              <a:gd name="connsiteY313" fmla="*/ 1492561 h 1821388"/>
              <a:gd name="connsiteX314" fmla="*/ 1648803 w 2776776"/>
              <a:gd name="connsiteY314" fmla="*/ 1511420 h 1821388"/>
              <a:gd name="connsiteX315" fmla="*/ 1488326 w 2776776"/>
              <a:gd name="connsiteY315" fmla="*/ 1541252 h 1821388"/>
              <a:gd name="connsiteX316" fmla="*/ 1395057 w 2776776"/>
              <a:gd name="connsiteY316" fmla="*/ 1540909 h 1821388"/>
              <a:gd name="connsiteX317" fmla="*/ 1279843 w 2776776"/>
              <a:gd name="connsiteY317" fmla="*/ 1508334 h 1821388"/>
              <a:gd name="connsiteX318" fmla="*/ 1159485 w 2776776"/>
              <a:gd name="connsiteY318" fmla="*/ 1432210 h 1821388"/>
              <a:gd name="connsiteX319" fmla="*/ 1045642 w 2776776"/>
              <a:gd name="connsiteY319" fmla="*/ 1365345 h 1821388"/>
              <a:gd name="connsiteX320" fmla="*/ 932142 w 2776776"/>
              <a:gd name="connsiteY320" fmla="*/ 1282706 h 1821388"/>
              <a:gd name="connsiteX321" fmla="*/ 395161 w 2776776"/>
              <a:gd name="connsiteY321" fmla="*/ 1256988 h 1821388"/>
              <a:gd name="connsiteX322" fmla="*/ 418135 w 2776776"/>
              <a:gd name="connsiteY322" fmla="*/ 1119142 h 1821388"/>
              <a:gd name="connsiteX323" fmla="*/ 414020 w 2776776"/>
              <a:gd name="connsiteY323" fmla="*/ 1007014 h 1821388"/>
              <a:gd name="connsiteX324" fmla="*/ 395161 w 2776776"/>
              <a:gd name="connsiteY324" fmla="*/ 1256988 h 1821388"/>
              <a:gd name="connsiteX325" fmla="*/ 1334707 w 2776776"/>
              <a:gd name="connsiteY325" fmla="*/ 891114 h 1821388"/>
              <a:gd name="connsiteX326" fmla="*/ 1312075 w 2776776"/>
              <a:gd name="connsiteY326" fmla="*/ 806075 h 1821388"/>
              <a:gd name="connsiteX327" fmla="*/ 1292530 w 2776776"/>
              <a:gd name="connsiteY327" fmla="*/ 696004 h 1821388"/>
              <a:gd name="connsiteX328" fmla="*/ 1253782 w 2776776"/>
              <a:gd name="connsiteY328" fmla="*/ 564330 h 1821388"/>
              <a:gd name="connsiteX329" fmla="*/ 1255154 w 2776776"/>
              <a:gd name="connsiteY329" fmla="*/ 493350 h 1821388"/>
              <a:gd name="connsiteX330" fmla="*/ 1255840 w 2776776"/>
              <a:gd name="connsiteY330" fmla="*/ 418598 h 1821388"/>
              <a:gd name="connsiteX331" fmla="*/ 1283957 w 2776776"/>
              <a:gd name="connsiteY331" fmla="*/ 317099 h 1821388"/>
              <a:gd name="connsiteX332" fmla="*/ 1324763 w 2776776"/>
              <a:gd name="connsiteY332" fmla="*/ 259835 h 1821388"/>
              <a:gd name="connsiteX333" fmla="*/ 1344308 w 2776776"/>
              <a:gd name="connsiteY333" fmla="*/ 340417 h 1821388"/>
              <a:gd name="connsiteX334" fmla="*/ 1368997 w 2776776"/>
              <a:gd name="connsiteY334" fmla="*/ 420655 h 1821388"/>
              <a:gd name="connsiteX335" fmla="*/ 1384770 w 2776776"/>
              <a:gd name="connsiteY335" fmla="*/ 615765 h 1821388"/>
              <a:gd name="connsiteX336" fmla="*/ 1353223 w 2776776"/>
              <a:gd name="connsiteY336" fmla="*/ 717949 h 1821388"/>
              <a:gd name="connsiteX337" fmla="*/ 1346022 w 2776776"/>
              <a:gd name="connsiteY337" fmla="*/ 809847 h 1821388"/>
              <a:gd name="connsiteX338" fmla="*/ 1334707 w 2776776"/>
              <a:gd name="connsiteY338" fmla="*/ 891114 h 1821388"/>
              <a:gd name="connsiteX339" fmla="*/ 596443 w 2776776"/>
              <a:gd name="connsiteY339" fmla="*/ 1290250 h 1821388"/>
              <a:gd name="connsiteX340" fmla="*/ 604330 w 2776776"/>
              <a:gd name="connsiteY340" fmla="*/ 1288878 h 1821388"/>
              <a:gd name="connsiteX341" fmla="*/ 623189 w 2776776"/>
              <a:gd name="connsiteY341" fmla="*/ 1293336 h 1821388"/>
              <a:gd name="connsiteX342" fmla="*/ 696227 w 2776776"/>
              <a:gd name="connsiteY342" fmla="*/ 1332083 h 1821388"/>
              <a:gd name="connsiteX343" fmla="*/ 754520 w 2776776"/>
              <a:gd name="connsiteY343" fmla="*/ 1378375 h 1821388"/>
              <a:gd name="connsiteX344" fmla="*/ 949287 w 2776776"/>
              <a:gd name="connsiteY344" fmla="*/ 1547082 h 1821388"/>
              <a:gd name="connsiteX345" fmla="*/ 1035355 w 2776776"/>
              <a:gd name="connsiteY345" fmla="*/ 1686299 h 1821388"/>
              <a:gd name="connsiteX346" fmla="*/ 1051128 w 2776776"/>
              <a:gd name="connsiteY346" fmla="*/ 1794655 h 1821388"/>
              <a:gd name="connsiteX347" fmla="*/ 878993 w 2776776"/>
              <a:gd name="connsiteY347" fmla="*/ 1670869 h 1821388"/>
              <a:gd name="connsiteX348" fmla="*/ 795325 w 2776776"/>
              <a:gd name="connsiteY348" fmla="*/ 1533023 h 1821388"/>
              <a:gd name="connsiteX349" fmla="*/ 782981 w 2776776"/>
              <a:gd name="connsiteY349" fmla="*/ 1467186 h 1821388"/>
              <a:gd name="connsiteX350" fmla="*/ 690398 w 2776776"/>
              <a:gd name="connsiteY350" fmla="*/ 1358144 h 1821388"/>
              <a:gd name="connsiteX351" fmla="*/ 596443 w 2776776"/>
              <a:gd name="connsiteY351" fmla="*/ 1290250 h 1821388"/>
              <a:gd name="connsiteX352" fmla="*/ 432194 w 2776776"/>
              <a:gd name="connsiteY352" fmla="*/ 1322825 h 1821388"/>
              <a:gd name="connsiteX353" fmla="*/ 479171 w 2776776"/>
              <a:gd name="connsiteY353" fmla="*/ 1365002 h 1821388"/>
              <a:gd name="connsiteX354" fmla="*/ 564210 w 2776776"/>
              <a:gd name="connsiteY354" fmla="*/ 1473015 h 1821388"/>
              <a:gd name="connsiteX355" fmla="*/ 680111 w 2776776"/>
              <a:gd name="connsiteY355" fmla="*/ 1706187 h 1821388"/>
              <a:gd name="connsiteX356" fmla="*/ 608787 w 2776776"/>
              <a:gd name="connsiteY356" fmla="*/ 1577943 h 1821388"/>
              <a:gd name="connsiteX357" fmla="*/ 550494 w 2776776"/>
              <a:gd name="connsiteY357" fmla="*/ 1496332 h 1821388"/>
              <a:gd name="connsiteX358" fmla="*/ 517919 w 2776776"/>
              <a:gd name="connsiteY358" fmla="*/ 1426381 h 1821388"/>
              <a:gd name="connsiteX359" fmla="*/ 466827 w 2776776"/>
              <a:gd name="connsiteY359" fmla="*/ 1357115 h 1821388"/>
              <a:gd name="connsiteX360" fmla="*/ 432194 w 2776776"/>
              <a:gd name="connsiteY360" fmla="*/ 1322825 h 1821388"/>
              <a:gd name="connsiteX361" fmla="*/ 563525 w 2776776"/>
              <a:gd name="connsiteY361" fmla="*/ 1277219 h 1821388"/>
              <a:gd name="connsiteX362" fmla="*/ 562496 w 2776776"/>
              <a:gd name="connsiteY362" fmla="*/ 1277219 h 1821388"/>
              <a:gd name="connsiteX363" fmla="*/ 564553 w 2776776"/>
              <a:gd name="connsiteY363" fmla="*/ 1266932 h 1821388"/>
              <a:gd name="connsiteX364" fmla="*/ 550837 w 2776776"/>
              <a:gd name="connsiteY364" fmla="*/ 1142460 h 1821388"/>
              <a:gd name="connsiteX365" fmla="*/ 541922 w 2776776"/>
              <a:gd name="connsiteY365" fmla="*/ 1045076 h 1821388"/>
              <a:gd name="connsiteX366" fmla="*/ 527863 w 2776776"/>
              <a:gd name="connsiteY366" fmla="*/ 983697 h 1821388"/>
              <a:gd name="connsiteX367" fmla="*/ 531978 w 2776776"/>
              <a:gd name="connsiteY367" fmla="*/ 939463 h 1821388"/>
              <a:gd name="connsiteX368" fmla="*/ 562839 w 2776776"/>
              <a:gd name="connsiteY368" fmla="*/ 831792 h 1821388"/>
              <a:gd name="connsiteX369" fmla="*/ 613588 w 2776776"/>
              <a:gd name="connsiteY369" fmla="*/ 700804 h 1821388"/>
              <a:gd name="connsiteX370" fmla="*/ 642049 w 2776776"/>
              <a:gd name="connsiteY370" fmla="*/ 661371 h 1821388"/>
              <a:gd name="connsiteX371" fmla="*/ 650621 w 2776776"/>
              <a:gd name="connsiteY371" fmla="*/ 679888 h 1821388"/>
              <a:gd name="connsiteX372" fmla="*/ 650278 w 2776776"/>
              <a:gd name="connsiteY372" fmla="*/ 741610 h 1821388"/>
              <a:gd name="connsiteX373" fmla="*/ 663994 w 2776776"/>
              <a:gd name="connsiteY373" fmla="*/ 829735 h 1821388"/>
              <a:gd name="connsiteX374" fmla="*/ 660565 w 2776776"/>
              <a:gd name="connsiteY374" fmla="*/ 944606 h 1821388"/>
              <a:gd name="connsiteX375" fmla="*/ 663651 w 2776776"/>
              <a:gd name="connsiteY375" fmla="*/ 1032732 h 1821388"/>
              <a:gd name="connsiteX376" fmla="*/ 630047 w 2776776"/>
              <a:gd name="connsiteY376" fmla="*/ 1126343 h 1821388"/>
              <a:gd name="connsiteX377" fmla="*/ 598843 w 2776776"/>
              <a:gd name="connsiteY377" fmla="*/ 1205896 h 1821388"/>
              <a:gd name="connsiteX378" fmla="*/ 563867 w 2776776"/>
              <a:gd name="connsiteY378" fmla="*/ 1276191 h 1821388"/>
              <a:gd name="connsiteX379" fmla="*/ 563525 w 2776776"/>
              <a:gd name="connsiteY379" fmla="*/ 1277219 h 1821388"/>
              <a:gd name="connsiteX380" fmla="*/ 925970 w 2776776"/>
              <a:gd name="connsiteY380" fmla="*/ 1187380 h 1821388"/>
              <a:gd name="connsiteX381" fmla="*/ 940372 w 2776776"/>
              <a:gd name="connsiteY381" fmla="*/ 1056392 h 1821388"/>
              <a:gd name="connsiteX382" fmla="*/ 885851 w 2776776"/>
              <a:gd name="connsiteY382" fmla="*/ 801617 h 1821388"/>
              <a:gd name="connsiteX383" fmla="*/ 955459 w 2776776"/>
              <a:gd name="connsiteY383" fmla="*/ 653141 h 1821388"/>
              <a:gd name="connsiteX384" fmla="*/ 1037069 w 2776776"/>
              <a:gd name="connsiteY384" fmla="*/ 513581 h 1821388"/>
              <a:gd name="connsiteX385" fmla="*/ 1053529 w 2776776"/>
              <a:gd name="connsiteY385" fmla="*/ 644226 h 1821388"/>
              <a:gd name="connsiteX386" fmla="*/ 1030554 w 2776776"/>
              <a:gd name="connsiteY386" fmla="*/ 793730 h 1821388"/>
              <a:gd name="connsiteX387" fmla="*/ 1039813 w 2776776"/>
              <a:gd name="connsiteY387" fmla="*/ 882199 h 1821388"/>
              <a:gd name="connsiteX388" fmla="*/ 1037069 w 2776776"/>
              <a:gd name="connsiteY388" fmla="*/ 1035818 h 1821388"/>
              <a:gd name="connsiteX389" fmla="*/ 928370 w 2776776"/>
              <a:gd name="connsiteY389" fmla="*/ 1185665 h 1821388"/>
              <a:gd name="connsiteX390" fmla="*/ 925970 w 2776776"/>
              <a:gd name="connsiteY390" fmla="*/ 1187380 h 1821388"/>
              <a:gd name="connsiteX391" fmla="*/ 1616570 w 2776776"/>
              <a:gd name="connsiteY391" fmla="*/ 807103 h 1821388"/>
              <a:gd name="connsiteX392" fmla="*/ 1624114 w 2776776"/>
              <a:gd name="connsiteY392" fmla="*/ 726179 h 1821388"/>
              <a:gd name="connsiteX393" fmla="*/ 1623086 w 2776776"/>
              <a:gd name="connsiteY393" fmla="*/ 631196 h 1821388"/>
              <a:gd name="connsiteX394" fmla="*/ 1614170 w 2776776"/>
              <a:gd name="connsiteY394" fmla="*/ 385679 h 1821388"/>
              <a:gd name="connsiteX395" fmla="*/ 1672806 w 2776776"/>
              <a:gd name="connsiteY395" fmla="*/ 244405 h 1821388"/>
              <a:gd name="connsiteX396" fmla="*/ 1709153 w 2776776"/>
              <a:gd name="connsiteY396" fmla="*/ 185426 h 1821388"/>
              <a:gd name="connsiteX397" fmla="*/ 1743443 w 2776776"/>
              <a:gd name="connsiteY397" fmla="*/ 113074 h 1821388"/>
              <a:gd name="connsiteX398" fmla="*/ 1779105 w 2776776"/>
              <a:gd name="connsiteY398" fmla="*/ 202571 h 1821388"/>
              <a:gd name="connsiteX399" fmla="*/ 1734528 w 2776776"/>
              <a:gd name="connsiteY399" fmla="*/ 457003 h 1821388"/>
              <a:gd name="connsiteX400" fmla="*/ 1683779 w 2776776"/>
              <a:gd name="connsiteY400" fmla="*/ 629824 h 1821388"/>
              <a:gd name="connsiteX401" fmla="*/ 1616570 w 2776776"/>
              <a:gd name="connsiteY401" fmla="*/ 807103 h 1821388"/>
              <a:gd name="connsiteX402" fmla="*/ 1900149 w 2776776"/>
              <a:gd name="connsiteY402" fmla="*/ 699433 h 1821388"/>
              <a:gd name="connsiteX403" fmla="*/ 1850085 w 2776776"/>
              <a:gd name="connsiteY403" fmla="*/ 734409 h 1821388"/>
              <a:gd name="connsiteX404" fmla="*/ 1981416 w 2776776"/>
              <a:gd name="connsiteY404" fmla="*/ 562959 h 1821388"/>
              <a:gd name="connsiteX405" fmla="*/ 2018106 w 2776776"/>
              <a:gd name="connsiteY405" fmla="*/ 379164 h 1821388"/>
              <a:gd name="connsiteX406" fmla="*/ 2020507 w 2776776"/>
              <a:gd name="connsiteY406" fmla="*/ 289667 h 1821388"/>
              <a:gd name="connsiteX407" fmla="*/ 2048282 w 2776776"/>
              <a:gd name="connsiteY407" fmla="*/ 197084 h 1821388"/>
              <a:gd name="connsiteX408" fmla="*/ 2103831 w 2776776"/>
              <a:gd name="connsiteY408" fmla="*/ 97300 h 1821388"/>
              <a:gd name="connsiteX409" fmla="*/ 2158353 w 2776776"/>
              <a:gd name="connsiteY409" fmla="*/ 12947 h 1821388"/>
              <a:gd name="connsiteX410" fmla="*/ 2158353 w 2776776"/>
              <a:gd name="connsiteY410" fmla="*/ 12947 h 1821388"/>
              <a:gd name="connsiteX411" fmla="*/ 2159724 w 2776776"/>
              <a:gd name="connsiteY411" fmla="*/ 12604 h 1821388"/>
              <a:gd name="connsiteX412" fmla="*/ 2148066 w 2776776"/>
              <a:gd name="connsiteY412" fmla="*/ 113417 h 1821388"/>
              <a:gd name="connsiteX413" fmla="*/ 2140522 w 2776776"/>
              <a:gd name="connsiteY413" fmla="*/ 195713 h 1821388"/>
              <a:gd name="connsiteX414" fmla="*/ 2094916 w 2776776"/>
              <a:gd name="connsiteY414" fmla="*/ 329787 h 1821388"/>
              <a:gd name="connsiteX415" fmla="*/ 2048624 w 2776776"/>
              <a:gd name="connsiteY415" fmla="*/ 439515 h 1821388"/>
              <a:gd name="connsiteX416" fmla="*/ 1998561 w 2776776"/>
              <a:gd name="connsiteY416" fmla="*/ 565702 h 1821388"/>
              <a:gd name="connsiteX417" fmla="*/ 1900149 w 2776776"/>
              <a:gd name="connsiteY417" fmla="*/ 699433 h 1821388"/>
              <a:gd name="connsiteX418" fmla="*/ 1839455 w 2776776"/>
              <a:gd name="connsiteY418" fmla="*/ 741610 h 1821388"/>
              <a:gd name="connsiteX419" fmla="*/ 1836026 w 2776776"/>
              <a:gd name="connsiteY419" fmla="*/ 742981 h 1821388"/>
              <a:gd name="connsiteX420" fmla="*/ 1844942 w 2776776"/>
              <a:gd name="connsiteY420" fmla="*/ 738181 h 1821388"/>
              <a:gd name="connsiteX421" fmla="*/ 1839455 w 2776776"/>
              <a:gd name="connsiteY421" fmla="*/ 741610 h 18213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</a:cxnLst>
            <a:rect l="l" t="t" r="r" b="b"/>
            <a:pathLst>
              <a:path w="2776776" h="1821388">
                <a:moveTo>
                  <a:pt x="1804823" y="754297"/>
                </a:moveTo>
                <a:cubicBezTo>
                  <a:pt x="1801051" y="755668"/>
                  <a:pt x="1797279" y="757383"/>
                  <a:pt x="1793507" y="759097"/>
                </a:cubicBezTo>
                <a:cubicBezTo>
                  <a:pt x="1793850" y="758412"/>
                  <a:pt x="1793850" y="758069"/>
                  <a:pt x="1793507" y="757383"/>
                </a:cubicBezTo>
                <a:cubicBezTo>
                  <a:pt x="1792821" y="756354"/>
                  <a:pt x="1791107" y="756697"/>
                  <a:pt x="1790421" y="757040"/>
                </a:cubicBezTo>
                <a:cubicBezTo>
                  <a:pt x="1781849" y="761155"/>
                  <a:pt x="1773619" y="765613"/>
                  <a:pt x="1765732" y="770413"/>
                </a:cubicBezTo>
                <a:cubicBezTo>
                  <a:pt x="1764017" y="771099"/>
                  <a:pt x="1761617" y="772813"/>
                  <a:pt x="1760931" y="774528"/>
                </a:cubicBezTo>
                <a:cubicBezTo>
                  <a:pt x="1737614" y="787558"/>
                  <a:pt x="1716011" y="803332"/>
                  <a:pt x="1693380" y="817048"/>
                </a:cubicBezTo>
                <a:cubicBezTo>
                  <a:pt x="1674863" y="818419"/>
                  <a:pt x="1655661" y="821505"/>
                  <a:pt x="1656004" y="829735"/>
                </a:cubicBezTo>
                <a:cubicBezTo>
                  <a:pt x="1656347" y="832478"/>
                  <a:pt x="1658747" y="834193"/>
                  <a:pt x="1661490" y="834535"/>
                </a:cubicBezTo>
                <a:cubicBezTo>
                  <a:pt x="1638173" y="846194"/>
                  <a:pt x="1614513" y="856824"/>
                  <a:pt x="1590853" y="867797"/>
                </a:cubicBezTo>
                <a:cubicBezTo>
                  <a:pt x="1601140" y="858538"/>
                  <a:pt x="1611427" y="848937"/>
                  <a:pt x="1621371" y="839336"/>
                </a:cubicBezTo>
                <a:cubicBezTo>
                  <a:pt x="1665263" y="793045"/>
                  <a:pt x="1699553" y="736466"/>
                  <a:pt x="1715326" y="674401"/>
                </a:cubicBezTo>
                <a:cubicBezTo>
                  <a:pt x="1730756" y="616794"/>
                  <a:pt x="1720812" y="554729"/>
                  <a:pt x="1742415" y="498493"/>
                </a:cubicBezTo>
                <a:cubicBezTo>
                  <a:pt x="1758874" y="459060"/>
                  <a:pt x="1783563" y="423741"/>
                  <a:pt x="1793507" y="381907"/>
                </a:cubicBezTo>
                <a:cubicBezTo>
                  <a:pt x="1804137" y="338016"/>
                  <a:pt x="1819568" y="292411"/>
                  <a:pt x="1808937" y="247148"/>
                </a:cubicBezTo>
                <a:cubicBezTo>
                  <a:pt x="1800022" y="197770"/>
                  <a:pt x="1779791" y="151822"/>
                  <a:pt x="1767789" y="103473"/>
                </a:cubicBezTo>
                <a:cubicBezTo>
                  <a:pt x="1767104" y="95586"/>
                  <a:pt x="1758874" y="89757"/>
                  <a:pt x="1751330" y="91471"/>
                </a:cubicBezTo>
                <a:cubicBezTo>
                  <a:pt x="1739329" y="94557"/>
                  <a:pt x="1734871" y="108273"/>
                  <a:pt x="1727327" y="116846"/>
                </a:cubicBezTo>
                <a:cubicBezTo>
                  <a:pt x="1698866" y="153193"/>
                  <a:pt x="1678635" y="193655"/>
                  <a:pt x="1659090" y="235146"/>
                </a:cubicBezTo>
                <a:cubicBezTo>
                  <a:pt x="1637144" y="276637"/>
                  <a:pt x="1611084" y="316071"/>
                  <a:pt x="1594968" y="360648"/>
                </a:cubicBezTo>
                <a:cubicBezTo>
                  <a:pt x="1570622" y="417912"/>
                  <a:pt x="1541818" y="481006"/>
                  <a:pt x="1563421" y="543756"/>
                </a:cubicBezTo>
                <a:cubicBezTo>
                  <a:pt x="1610398" y="642169"/>
                  <a:pt x="1608341" y="634282"/>
                  <a:pt x="1591196" y="742295"/>
                </a:cubicBezTo>
                <a:cubicBezTo>
                  <a:pt x="1579194" y="787558"/>
                  <a:pt x="1578851" y="836936"/>
                  <a:pt x="1553820" y="877741"/>
                </a:cubicBezTo>
                <a:cubicBezTo>
                  <a:pt x="1549019" y="884256"/>
                  <a:pt x="1543533" y="889742"/>
                  <a:pt x="1538389" y="895229"/>
                </a:cubicBezTo>
                <a:cubicBezTo>
                  <a:pt x="1531531" y="899344"/>
                  <a:pt x="1524673" y="903801"/>
                  <a:pt x="1517815" y="908602"/>
                </a:cubicBezTo>
                <a:cubicBezTo>
                  <a:pt x="1482154" y="930890"/>
                  <a:pt x="1451636" y="959351"/>
                  <a:pt x="1419060" y="983354"/>
                </a:cubicBezTo>
                <a:cubicBezTo>
                  <a:pt x="1389571" y="1004271"/>
                  <a:pt x="1359395" y="1024159"/>
                  <a:pt x="1330935" y="1046448"/>
                </a:cubicBezTo>
                <a:cubicBezTo>
                  <a:pt x="1323048" y="1052963"/>
                  <a:pt x="1315161" y="1058792"/>
                  <a:pt x="1307618" y="1064964"/>
                </a:cubicBezTo>
                <a:cubicBezTo>
                  <a:pt x="1313447" y="1056049"/>
                  <a:pt x="1319276" y="1047133"/>
                  <a:pt x="1324077" y="1037875"/>
                </a:cubicBezTo>
                <a:cubicBezTo>
                  <a:pt x="1345679" y="996727"/>
                  <a:pt x="1351852" y="950093"/>
                  <a:pt x="1362824" y="905516"/>
                </a:cubicBezTo>
                <a:cubicBezTo>
                  <a:pt x="1371740" y="870883"/>
                  <a:pt x="1383056" y="836593"/>
                  <a:pt x="1386142" y="800588"/>
                </a:cubicBezTo>
                <a:cubicBezTo>
                  <a:pt x="1388885" y="775214"/>
                  <a:pt x="1385113" y="749839"/>
                  <a:pt x="1388542" y="724807"/>
                </a:cubicBezTo>
                <a:cubicBezTo>
                  <a:pt x="1402258" y="642511"/>
                  <a:pt x="1423518" y="558844"/>
                  <a:pt x="1409116" y="475176"/>
                </a:cubicBezTo>
                <a:cubicBezTo>
                  <a:pt x="1403287" y="440200"/>
                  <a:pt x="1396429" y="405568"/>
                  <a:pt x="1383741" y="372649"/>
                </a:cubicBezTo>
                <a:cubicBezTo>
                  <a:pt x="1371397" y="341445"/>
                  <a:pt x="1355281" y="315042"/>
                  <a:pt x="1346708" y="282809"/>
                </a:cubicBezTo>
                <a:cubicBezTo>
                  <a:pt x="1341222" y="268065"/>
                  <a:pt x="1339164" y="251263"/>
                  <a:pt x="1332306" y="237204"/>
                </a:cubicBezTo>
                <a:cubicBezTo>
                  <a:pt x="1319619" y="229660"/>
                  <a:pt x="1308303" y="246119"/>
                  <a:pt x="1301102" y="254692"/>
                </a:cubicBezTo>
                <a:cubicBezTo>
                  <a:pt x="1284986" y="276980"/>
                  <a:pt x="1269556" y="301326"/>
                  <a:pt x="1262012" y="327386"/>
                </a:cubicBezTo>
                <a:cubicBezTo>
                  <a:pt x="1249667" y="365791"/>
                  <a:pt x="1232522" y="402481"/>
                  <a:pt x="1218806" y="440200"/>
                </a:cubicBezTo>
                <a:cubicBezTo>
                  <a:pt x="1203376" y="489235"/>
                  <a:pt x="1199947" y="546499"/>
                  <a:pt x="1219492" y="594848"/>
                </a:cubicBezTo>
                <a:cubicBezTo>
                  <a:pt x="1230465" y="617480"/>
                  <a:pt x="1243152" y="639425"/>
                  <a:pt x="1250696" y="663428"/>
                </a:cubicBezTo>
                <a:cubicBezTo>
                  <a:pt x="1263726" y="705605"/>
                  <a:pt x="1264412" y="750182"/>
                  <a:pt x="1270584" y="793730"/>
                </a:cubicBezTo>
                <a:cubicBezTo>
                  <a:pt x="1282243" y="832821"/>
                  <a:pt x="1295959" y="871569"/>
                  <a:pt x="1303160" y="912031"/>
                </a:cubicBezTo>
                <a:cubicBezTo>
                  <a:pt x="1330249" y="1009072"/>
                  <a:pt x="1286358" y="1073537"/>
                  <a:pt x="1210920" y="1130801"/>
                </a:cubicBezTo>
                <a:cubicBezTo>
                  <a:pt x="1202690" y="1131144"/>
                  <a:pt x="1184516" y="1132516"/>
                  <a:pt x="1187945" y="1143831"/>
                </a:cubicBezTo>
                <a:cubicBezTo>
                  <a:pt x="1139254" y="1168520"/>
                  <a:pt x="1086790" y="1185665"/>
                  <a:pt x="1019239" y="1196981"/>
                </a:cubicBezTo>
                <a:cubicBezTo>
                  <a:pt x="976719" y="1204867"/>
                  <a:pt x="935571" y="1217555"/>
                  <a:pt x="893737" y="1226813"/>
                </a:cubicBezTo>
                <a:cubicBezTo>
                  <a:pt x="917054" y="1211383"/>
                  <a:pt x="939000" y="1193895"/>
                  <a:pt x="956831" y="1171606"/>
                </a:cubicBezTo>
                <a:cubicBezTo>
                  <a:pt x="995921" y="1132516"/>
                  <a:pt x="1042556" y="1096854"/>
                  <a:pt x="1065873" y="1045419"/>
                </a:cubicBezTo>
                <a:cubicBezTo>
                  <a:pt x="1084390" y="994670"/>
                  <a:pt x="1062444" y="940149"/>
                  <a:pt x="1062101" y="888371"/>
                </a:cubicBezTo>
                <a:cubicBezTo>
                  <a:pt x="1059701" y="841736"/>
                  <a:pt x="1066216" y="795788"/>
                  <a:pt x="1080275" y="751554"/>
                </a:cubicBezTo>
                <a:cubicBezTo>
                  <a:pt x="1088847" y="728579"/>
                  <a:pt x="1097763" y="705262"/>
                  <a:pt x="1096734" y="680573"/>
                </a:cubicBezTo>
                <a:cubicBezTo>
                  <a:pt x="1096391" y="646626"/>
                  <a:pt x="1087819" y="613365"/>
                  <a:pt x="1082675" y="579761"/>
                </a:cubicBezTo>
                <a:cubicBezTo>
                  <a:pt x="1076160" y="548557"/>
                  <a:pt x="1078560" y="515638"/>
                  <a:pt x="1070674" y="485120"/>
                </a:cubicBezTo>
                <a:cubicBezTo>
                  <a:pt x="1038441" y="451516"/>
                  <a:pt x="1008952" y="514610"/>
                  <a:pt x="996950" y="538956"/>
                </a:cubicBezTo>
                <a:cubicBezTo>
                  <a:pt x="980491" y="571531"/>
                  <a:pt x="960946" y="602735"/>
                  <a:pt x="937628" y="631196"/>
                </a:cubicBezTo>
                <a:cubicBezTo>
                  <a:pt x="865962" y="712120"/>
                  <a:pt x="823100" y="796474"/>
                  <a:pt x="857390" y="905859"/>
                </a:cubicBezTo>
                <a:cubicBezTo>
                  <a:pt x="879678" y="970324"/>
                  <a:pt x="919112" y="1028960"/>
                  <a:pt x="922541" y="1099254"/>
                </a:cubicBezTo>
                <a:cubicBezTo>
                  <a:pt x="919112" y="1153775"/>
                  <a:pt x="875221" y="1195266"/>
                  <a:pt x="842645" y="1235728"/>
                </a:cubicBezTo>
                <a:cubicBezTo>
                  <a:pt x="814527" y="1238815"/>
                  <a:pt x="786410" y="1241215"/>
                  <a:pt x="758292" y="1244987"/>
                </a:cubicBezTo>
                <a:cubicBezTo>
                  <a:pt x="698284" y="1252531"/>
                  <a:pt x="639648" y="1267618"/>
                  <a:pt x="579984" y="1275505"/>
                </a:cubicBezTo>
                <a:cubicBezTo>
                  <a:pt x="588899" y="1263160"/>
                  <a:pt x="599872" y="1252531"/>
                  <a:pt x="608102" y="1239843"/>
                </a:cubicBezTo>
                <a:cubicBezTo>
                  <a:pt x="625589" y="1211725"/>
                  <a:pt x="632447" y="1179150"/>
                  <a:pt x="644106" y="1148632"/>
                </a:cubicBezTo>
                <a:cubicBezTo>
                  <a:pt x="659194" y="1103369"/>
                  <a:pt x="677367" y="1058792"/>
                  <a:pt x="687654" y="1012501"/>
                </a:cubicBezTo>
                <a:cubicBezTo>
                  <a:pt x="692112" y="979239"/>
                  <a:pt x="685597" y="945635"/>
                  <a:pt x="683882" y="912031"/>
                </a:cubicBezTo>
                <a:cubicBezTo>
                  <a:pt x="682854" y="865054"/>
                  <a:pt x="682168" y="817733"/>
                  <a:pt x="681825" y="770756"/>
                </a:cubicBezTo>
                <a:cubicBezTo>
                  <a:pt x="682511" y="746410"/>
                  <a:pt x="690740" y="722750"/>
                  <a:pt x="691769" y="698404"/>
                </a:cubicBezTo>
                <a:cubicBezTo>
                  <a:pt x="694169" y="681945"/>
                  <a:pt x="686626" y="668572"/>
                  <a:pt x="672224" y="660685"/>
                </a:cubicBezTo>
                <a:cubicBezTo>
                  <a:pt x="664680" y="647998"/>
                  <a:pt x="648564" y="642169"/>
                  <a:pt x="634848" y="649369"/>
                </a:cubicBezTo>
                <a:cubicBezTo>
                  <a:pt x="598500" y="667886"/>
                  <a:pt x="585470" y="710063"/>
                  <a:pt x="569011" y="744353"/>
                </a:cubicBezTo>
                <a:cubicBezTo>
                  <a:pt x="548780" y="786187"/>
                  <a:pt x="536435" y="830764"/>
                  <a:pt x="529235" y="876712"/>
                </a:cubicBezTo>
                <a:cubicBezTo>
                  <a:pt x="514490" y="937748"/>
                  <a:pt x="486372" y="998099"/>
                  <a:pt x="498716" y="1062564"/>
                </a:cubicBezTo>
                <a:cubicBezTo>
                  <a:pt x="508318" y="1124972"/>
                  <a:pt x="529577" y="1184979"/>
                  <a:pt x="539179" y="1247730"/>
                </a:cubicBezTo>
                <a:cubicBezTo>
                  <a:pt x="539864" y="1257331"/>
                  <a:pt x="543636" y="1270704"/>
                  <a:pt x="540550" y="1280648"/>
                </a:cubicBezTo>
                <a:cubicBezTo>
                  <a:pt x="495287" y="1284077"/>
                  <a:pt x="450368" y="1289907"/>
                  <a:pt x="405791" y="1296079"/>
                </a:cubicBezTo>
                <a:cubicBezTo>
                  <a:pt x="409562" y="1283392"/>
                  <a:pt x="415735" y="1271047"/>
                  <a:pt x="418135" y="1258017"/>
                </a:cubicBezTo>
                <a:cubicBezTo>
                  <a:pt x="421564" y="1242586"/>
                  <a:pt x="422936" y="1226813"/>
                  <a:pt x="426022" y="1211725"/>
                </a:cubicBezTo>
                <a:cubicBezTo>
                  <a:pt x="432880" y="1174692"/>
                  <a:pt x="449339" y="1140745"/>
                  <a:pt x="448996" y="1102340"/>
                </a:cubicBezTo>
                <a:cubicBezTo>
                  <a:pt x="449339" y="1074565"/>
                  <a:pt x="442824" y="1047133"/>
                  <a:pt x="438709" y="1019359"/>
                </a:cubicBezTo>
                <a:cubicBezTo>
                  <a:pt x="435966" y="1007700"/>
                  <a:pt x="435623" y="991927"/>
                  <a:pt x="424307" y="985411"/>
                </a:cubicBezTo>
                <a:cubicBezTo>
                  <a:pt x="404419" y="978211"/>
                  <a:pt x="396189" y="1002214"/>
                  <a:pt x="394132" y="1017301"/>
                </a:cubicBezTo>
                <a:cubicBezTo>
                  <a:pt x="379387" y="1077994"/>
                  <a:pt x="392417" y="1140059"/>
                  <a:pt x="385559" y="1201438"/>
                </a:cubicBezTo>
                <a:cubicBezTo>
                  <a:pt x="383159" y="1226470"/>
                  <a:pt x="382130" y="1251845"/>
                  <a:pt x="376987" y="1276534"/>
                </a:cubicBezTo>
                <a:cubicBezTo>
                  <a:pt x="376987" y="1283049"/>
                  <a:pt x="369786" y="1294364"/>
                  <a:pt x="371843" y="1300879"/>
                </a:cubicBezTo>
                <a:cubicBezTo>
                  <a:pt x="353327" y="1303280"/>
                  <a:pt x="335153" y="1306023"/>
                  <a:pt x="316637" y="1308080"/>
                </a:cubicBezTo>
                <a:cubicBezTo>
                  <a:pt x="309093" y="1307395"/>
                  <a:pt x="301892" y="1306366"/>
                  <a:pt x="294348" y="1305337"/>
                </a:cubicBezTo>
                <a:cubicBezTo>
                  <a:pt x="274117" y="1304651"/>
                  <a:pt x="253886" y="1302937"/>
                  <a:pt x="233998" y="1299508"/>
                </a:cubicBezTo>
                <a:cubicBezTo>
                  <a:pt x="191135" y="1295393"/>
                  <a:pt x="147930" y="1298479"/>
                  <a:pt x="104724" y="1294364"/>
                </a:cubicBezTo>
                <a:cubicBezTo>
                  <a:pt x="79693" y="1290935"/>
                  <a:pt x="55004" y="1283049"/>
                  <a:pt x="29629" y="1280991"/>
                </a:cubicBezTo>
                <a:cubicBezTo>
                  <a:pt x="18656" y="1280991"/>
                  <a:pt x="5626" y="1289907"/>
                  <a:pt x="5969" y="1301565"/>
                </a:cubicBezTo>
                <a:cubicBezTo>
                  <a:pt x="1511" y="1301908"/>
                  <a:pt x="-2946" y="1306709"/>
                  <a:pt x="2540" y="1310481"/>
                </a:cubicBezTo>
                <a:cubicBezTo>
                  <a:pt x="4598" y="1311852"/>
                  <a:pt x="7684" y="1311509"/>
                  <a:pt x="9741" y="1311852"/>
                </a:cubicBezTo>
                <a:cubicBezTo>
                  <a:pt x="10427" y="1311852"/>
                  <a:pt x="10770" y="1311852"/>
                  <a:pt x="11456" y="1311852"/>
                </a:cubicBezTo>
                <a:cubicBezTo>
                  <a:pt x="16599" y="1315281"/>
                  <a:pt x="24143" y="1315967"/>
                  <a:pt x="30658" y="1316310"/>
                </a:cubicBezTo>
                <a:cubicBezTo>
                  <a:pt x="44031" y="1318024"/>
                  <a:pt x="58776" y="1319053"/>
                  <a:pt x="71806" y="1321111"/>
                </a:cubicBezTo>
                <a:cubicBezTo>
                  <a:pt x="131128" y="1329340"/>
                  <a:pt x="191135" y="1333798"/>
                  <a:pt x="251486" y="1333112"/>
                </a:cubicBezTo>
                <a:cubicBezTo>
                  <a:pt x="268973" y="1330712"/>
                  <a:pt x="286461" y="1328654"/>
                  <a:pt x="304292" y="1326254"/>
                </a:cubicBezTo>
                <a:cubicBezTo>
                  <a:pt x="334124" y="1325911"/>
                  <a:pt x="363614" y="1325568"/>
                  <a:pt x="393446" y="1323511"/>
                </a:cubicBezTo>
                <a:cubicBezTo>
                  <a:pt x="402362" y="1330026"/>
                  <a:pt x="411277" y="1336198"/>
                  <a:pt x="419164" y="1343399"/>
                </a:cubicBezTo>
                <a:cubicBezTo>
                  <a:pt x="440766" y="1373574"/>
                  <a:pt x="462026" y="1404092"/>
                  <a:pt x="487401" y="1431524"/>
                </a:cubicBezTo>
                <a:cubicBezTo>
                  <a:pt x="511404" y="1466157"/>
                  <a:pt x="535064" y="1501819"/>
                  <a:pt x="559410" y="1536452"/>
                </a:cubicBezTo>
                <a:cubicBezTo>
                  <a:pt x="596443" y="1596116"/>
                  <a:pt x="613588" y="1666411"/>
                  <a:pt x="655079" y="1723332"/>
                </a:cubicBezTo>
                <a:cubicBezTo>
                  <a:pt x="666052" y="1738420"/>
                  <a:pt x="694855" y="1763109"/>
                  <a:pt x="708571" y="1738763"/>
                </a:cubicBezTo>
                <a:cubicBezTo>
                  <a:pt x="708571" y="1713731"/>
                  <a:pt x="698284" y="1688699"/>
                  <a:pt x="692112" y="1664353"/>
                </a:cubicBezTo>
                <a:cubicBezTo>
                  <a:pt x="679768" y="1626977"/>
                  <a:pt x="670166" y="1588573"/>
                  <a:pt x="653364" y="1552911"/>
                </a:cubicBezTo>
                <a:cubicBezTo>
                  <a:pt x="624218" y="1496675"/>
                  <a:pt x="576555" y="1454156"/>
                  <a:pt x="533349" y="1409236"/>
                </a:cubicBezTo>
                <a:cubicBezTo>
                  <a:pt x="518605" y="1392434"/>
                  <a:pt x="505917" y="1373917"/>
                  <a:pt x="491858" y="1356429"/>
                </a:cubicBezTo>
                <a:cubicBezTo>
                  <a:pt x="477457" y="1342370"/>
                  <a:pt x="460997" y="1328997"/>
                  <a:pt x="442824" y="1318710"/>
                </a:cubicBezTo>
                <a:cubicBezTo>
                  <a:pt x="484658" y="1312881"/>
                  <a:pt x="525806" y="1303280"/>
                  <a:pt x="567296" y="1295736"/>
                </a:cubicBezTo>
                <a:cubicBezTo>
                  <a:pt x="574497" y="1301908"/>
                  <a:pt x="583070" y="1306709"/>
                  <a:pt x="590614" y="1312538"/>
                </a:cubicBezTo>
                <a:cubicBezTo>
                  <a:pt x="617017" y="1332426"/>
                  <a:pt x="637591" y="1359172"/>
                  <a:pt x="663651" y="1379746"/>
                </a:cubicBezTo>
                <a:cubicBezTo>
                  <a:pt x="686283" y="1398606"/>
                  <a:pt x="714743" y="1411293"/>
                  <a:pt x="733603" y="1434953"/>
                </a:cubicBezTo>
                <a:cubicBezTo>
                  <a:pt x="758635" y="1472672"/>
                  <a:pt x="747662" y="1522736"/>
                  <a:pt x="770979" y="1561826"/>
                </a:cubicBezTo>
                <a:cubicBezTo>
                  <a:pt x="787095" y="1592002"/>
                  <a:pt x="813499" y="1614633"/>
                  <a:pt x="833730" y="1642065"/>
                </a:cubicBezTo>
                <a:cubicBezTo>
                  <a:pt x="869048" y="1693500"/>
                  <a:pt x="901624" y="1749736"/>
                  <a:pt x="958202" y="1780597"/>
                </a:cubicBezTo>
                <a:cubicBezTo>
                  <a:pt x="990092" y="1797056"/>
                  <a:pt x="1032612" y="1833060"/>
                  <a:pt x="1068616" y="1817630"/>
                </a:cubicBezTo>
                <a:cubicBezTo>
                  <a:pt x="1074446" y="1814201"/>
                  <a:pt x="1078903" y="1807343"/>
                  <a:pt x="1075131" y="1800828"/>
                </a:cubicBezTo>
                <a:cubicBezTo>
                  <a:pt x="1067245" y="1755908"/>
                  <a:pt x="1058672" y="1709959"/>
                  <a:pt x="1056615" y="1664696"/>
                </a:cubicBezTo>
                <a:cubicBezTo>
                  <a:pt x="1043927" y="1612918"/>
                  <a:pt x="1007237" y="1569713"/>
                  <a:pt x="977062" y="1526851"/>
                </a:cubicBezTo>
                <a:cubicBezTo>
                  <a:pt x="937971" y="1477130"/>
                  <a:pt x="882422" y="1446269"/>
                  <a:pt x="830301" y="1412322"/>
                </a:cubicBezTo>
                <a:cubicBezTo>
                  <a:pt x="784009" y="1372203"/>
                  <a:pt x="736346" y="1340313"/>
                  <a:pt x="683540" y="1309452"/>
                </a:cubicBezTo>
                <a:cubicBezTo>
                  <a:pt x="665023" y="1298822"/>
                  <a:pt x="644106" y="1293336"/>
                  <a:pt x="623875" y="1287163"/>
                </a:cubicBezTo>
                <a:cubicBezTo>
                  <a:pt x="626961" y="1286821"/>
                  <a:pt x="630390" y="1286478"/>
                  <a:pt x="633476" y="1286135"/>
                </a:cubicBezTo>
                <a:cubicBezTo>
                  <a:pt x="674624" y="1282363"/>
                  <a:pt x="716115" y="1285792"/>
                  <a:pt x="757263" y="1280991"/>
                </a:cubicBezTo>
                <a:cubicBezTo>
                  <a:pt x="788467" y="1277905"/>
                  <a:pt x="819328" y="1272419"/>
                  <a:pt x="850189" y="1266247"/>
                </a:cubicBezTo>
                <a:cubicBezTo>
                  <a:pt x="853961" y="1267618"/>
                  <a:pt x="857733" y="1268990"/>
                  <a:pt x="861162" y="1270361"/>
                </a:cubicBezTo>
                <a:cubicBezTo>
                  <a:pt x="904367" y="1290935"/>
                  <a:pt x="946544" y="1318710"/>
                  <a:pt x="988721" y="1340313"/>
                </a:cubicBezTo>
                <a:cubicBezTo>
                  <a:pt x="1031583" y="1370488"/>
                  <a:pt x="1068959" y="1407521"/>
                  <a:pt x="1110793" y="1439068"/>
                </a:cubicBezTo>
                <a:cubicBezTo>
                  <a:pt x="1142340" y="1464100"/>
                  <a:pt x="1180059" y="1481931"/>
                  <a:pt x="1214692" y="1500447"/>
                </a:cubicBezTo>
                <a:cubicBezTo>
                  <a:pt x="1279843" y="1537823"/>
                  <a:pt x="1350137" y="1569370"/>
                  <a:pt x="1426947" y="1567656"/>
                </a:cubicBezTo>
                <a:cubicBezTo>
                  <a:pt x="1490383" y="1569370"/>
                  <a:pt x="1556220" y="1572113"/>
                  <a:pt x="1615199" y="1544681"/>
                </a:cubicBezTo>
                <a:cubicBezTo>
                  <a:pt x="1630286" y="1538166"/>
                  <a:pt x="1643317" y="1531651"/>
                  <a:pt x="1657718" y="1525136"/>
                </a:cubicBezTo>
                <a:cubicBezTo>
                  <a:pt x="1662519" y="1522736"/>
                  <a:pt x="1667663" y="1520335"/>
                  <a:pt x="1670063" y="1514849"/>
                </a:cubicBezTo>
                <a:cubicBezTo>
                  <a:pt x="1675550" y="1487760"/>
                  <a:pt x="1598397" y="1471987"/>
                  <a:pt x="1578509" y="1464786"/>
                </a:cubicBezTo>
                <a:cubicBezTo>
                  <a:pt x="1515415" y="1447298"/>
                  <a:pt x="1452664" y="1429810"/>
                  <a:pt x="1388199" y="1418494"/>
                </a:cubicBezTo>
                <a:cubicBezTo>
                  <a:pt x="1351509" y="1410607"/>
                  <a:pt x="1313790" y="1406493"/>
                  <a:pt x="1277785" y="1395520"/>
                </a:cubicBezTo>
                <a:cubicBezTo>
                  <a:pt x="1249667" y="1381118"/>
                  <a:pt x="1221893" y="1365688"/>
                  <a:pt x="1194461" y="1350257"/>
                </a:cubicBezTo>
                <a:cubicBezTo>
                  <a:pt x="1168743" y="1331398"/>
                  <a:pt x="1141654" y="1313224"/>
                  <a:pt x="1110450" y="1303280"/>
                </a:cubicBezTo>
                <a:cubicBezTo>
                  <a:pt x="1070331" y="1286821"/>
                  <a:pt x="1027811" y="1278591"/>
                  <a:pt x="985977" y="1269333"/>
                </a:cubicBezTo>
                <a:cubicBezTo>
                  <a:pt x="960603" y="1262818"/>
                  <a:pt x="934542" y="1257331"/>
                  <a:pt x="908139" y="1253902"/>
                </a:cubicBezTo>
                <a:cubicBezTo>
                  <a:pt x="914654" y="1252531"/>
                  <a:pt x="921169" y="1251159"/>
                  <a:pt x="927684" y="1250130"/>
                </a:cubicBezTo>
                <a:cubicBezTo>
                  <a:pt x="975347" y="1240186"/>
                  <a:pt x="1023353" y="1233328"/>
                  <a:pt x="1069988" y="1219269"/>
                </a:cubicBezTo>
                <a:cubicBezTo>
                  <a:pt x="1117308" y="1204525"/>
                  <a:pt x="1161542" y="1181207"/>
                  <a:pt x="1205090" y="1157547"/>
                </a:cubicBezTo>
                <a:cubicBezTo>
                  <a:pt x="1206119" y="1157204"/>
                  <a:pt x="1207148" y="1156519"/>
                  <a:pt x="1208177" y="1156176"/>
                </a:cubicBezTo>
                <a:cubicBezTo>
                  <a:pt x="1225664" y="1161319"/>
                  <a:pt x="1244524" y="1161662"/>
                  <a:pt x="1260983" y="1169892"/>
                </a:cubicBezTo>
                <a:cubicBezTo>
                  <a:pt x="1343622" y="1206239"/>
                  <a:pt x="1414602" y="1265561"/>
                  <a:pt x="1501699" y="1291621"/>
                </a:cubicBezTo>
                <a:cubicBezTo>
                  <a:pt x="1621714" y="1325568"/>
                  <a:pt x="1746872" y="1343056"/>
                  <a:pt x="1872031" y="1335855"/>
                </a:cubicBezTo>
                <a:cubicBezTo>
                  <a:pt x="1951584" y="1334484"/>
                  <a:pt x="2024279" y="1327969"/>
                  <a:pt x="2088401" y="1275162"/>
                </a:cubicBezTo>
                <a:cubicBezTo>
                  <a:pt x="2110004" y="1252531"/>
                  <a:pt x="2079485" y="1239500"/>
                  <a:pt x="2058911" y="1247730"/>
                </a:cubicBezTo>
                <a:cubicBezTo>
                  <a:pt x="2030794" y="1253559"/>
                  <a:pt x="2003019" y="1256645"/>
                  <a:pt x="1974901" y="1252873"/>
                </a:cubicBezTo>
                <a:cubicBezTo>
                  <a:pt x="1919009" y="1247044"/>
                  <a:pt x="1871345" y="1217212"/>
                  <a:pt x="1820253" y="1196981"/>
                </a:cubicBezTo>
                <a:cubicBezTo>
                  <a:pt x="1755102" y="1174006"/>
                  <a:pt x="1684465" y="1167148"/>
                  <a:pt x="1615885" y="1176064"/>
                </a:cubicBezTo>
                <a:cubicBezTo>
                  <a:pt x="1589481" y="1178121"/>
                  <a:pt x="1564793" y="1191494"/>
                  <a:pt x="1538389" y="1192523"/>
                </a:cubicBezTo>
                <a:cubicBezTo>
                  <a:pt x="1493469" y="1189780"/>
                  <a:pt x="1447864" y="1191151"/>
                  <a:pt x="1403972" y="1179836"/>
                </a:cubicBezTo>
                <a:cubicBezTo>
                  <a:pt x="1353566" y="1165777"/>
                  <a:pt x="1306589" y="1140059"/>
                  <a:pt x="1253782" y="1134916"/>
                </a:cubicBezTo>
                <a:cubicBezTo>
                  <a:pt x="1279500" y="1122571"/>
                  <a:pt x="1304874" y="1109541"/>
                  <a:pt x="1328192" y="1092739"/>
                </a:cubicBezTo>
                <a:cubicBezTo>
                  <a:pt x="1368311" y="1065650"/>
                  <a:pt x="1404658" y="1033075"/>
                  <a:pt x="1442034" y="1002214"/>
                </a:cubicBezTo>
                <a:cubicBezTo>
                  <a:pt x="1457808" y="990212"/>
                  <a:pt x="1473581" y="978553"/>
                  <a:pt x="1489355" y="966895"/>
                </a:cubicBezTo>
                <a:cubicBezTo>
                  <a:pt x="1514729" y="973067"/>
                  <a:pt x="1540104" y="978896"/>
                  <a:pt x="1566850" y="978211"/>
                </a:cubicBezTo>
                <a:cubicBezTo>
                  <a:pt x="1605255" y="1000156"/>
                  <a:pt x="1644002" y="1022445"/>
                  <a:pt x="1682408" y="1044390"/>
                </a:cubicBezTo>
                <a:cubicBezTo>
                  <a:pt x="1720127" y="1068736"/>
                  <a:pt x="1759217" y="1093082"/>
                  <a:pt x="1802423" y="1106798"/>
                </a:cubicBezTo>
                <a:cubicBezTo>
                  <a:pt x="1855572" y="1121200"/>
                  <a:pt x="1911122" y="1125658"/>
                  <a:pt x="1964614" y="1112627"/>
                </a:cubicBezTo>
                <a:cubicBezTo>
                  <a:pt x="1997876" y="1104398"/>
                  <a:pt x="2026679" y="1086910"/>
                  <a:pt x="2057540" y="1075937"/>
                </a:cubicBezTo>
                <a:cubicBezTo>
                  <a:pt x="2119605" y="1060849"/>
                  <a:pt x="2184413" y="1086910"/>
                  <a:pt x="2247849" y="1082452"/>
                </a:cubicBezTo>
                <a:cubicBezTo>
                  <a:pt x="2306142" y="1080738"/>
                  <a:pt x="2363750" y="1068393"/>
                  <a:pt x="2416556" y="1043704"/>
                </a:cubicBezTo>
                <a:cubicBezTo>
                  <a:pt x="2422043" y="1040961"/>
                  <a:pt x="2427186" y="1037875"/>
                  <a:pt x="2429586" y="1032046"/>
                </a:cubicBezTo>
                <a:cubicBezTo>
                  <a:pt x="2432330" y="1004957"/>
                  <a:pt x="2393582" y="1005985"/>
                  <a:pt x="2374722" y="1004614"/>
                </a:cubicBezTo>
                <a:cubicBezTo>
                  <a:pt x="2340090" y="1005643"/>
                  <a:pt x="2307514" y="999127"/>
                  <a:pt x="2273910" y="990898"/>
                </a:cubicBezTo>
                <a:cubicBezTo>
                  <a:pt x="2231048" y="985069"/>
                  <a:pt x="2187842" y="980611"/>
                  <a:pt x="2144637" y="974782"/>
                </a:cubicBezTo>
                <a:cubicBezTo>
                  <a:pt x="2083601" y="967238"/>
                  <a:pt x="2022907" y="948035"/>
                  <a:pt x="1961528" y="960723"/>
                </a:cubicBezTo>
                <a:cubicBezTo>
                  <a:pt x="1911807" y="968952"/>
                  <a:pt x="1867916" y="998442"/>
                  <a:pt x="1817167" y="1002556"/>
                </a:cubicBezTo>
                <a:cubicBezTo>
                  <a:pt x="1793164" y="1004271"/>
                  <a:pt x="1770875" y="992612"/>
                  <a:pt x="1747901" y="988155"/>
                </a:cubicBezTo>
                <a:cubicBezTo>
                  <a:pt x="1684465" y="975124"/>
                  <a:pt x="1622057" y="958322"/>
                  <a:pt x="1557249" y="954208"/>
                </a:cubicBezTo>
                <a:cubicBezTo>
                  <a:pt x="1543533" y="952836"/>
                  <a:pt x="1529474" y="951121"/>
                  <a:pt x="1516101" y="947692"/>
                </a:cubicBezTo>
                <a:cubicBezTo>
                  <a:pt x="1551419" y="923004"/>
                  <a:pt x="1587424" y="899001"/>
                  <a:pt x="1623086" y="874998"/>
                </a:cubicBezTo>
                <a:cubicBezTo>
                  <a:pt x="1649832" y="858538"/>
                  <a:pt x="1677264" y="843108"/>
                  <a:pt x="1705382" y="828706"/>
                </a:cubicBezTo>
                <a:cubicBezTo>
                  <a:pt x="1713611" y="827335"/>
                  <a:pt x="1721498" y="826306"/>
                  <a:pt x="1729727" y="826306"/>
                </a:cubicBezTo>
                <a:cubicBezTo>
                  <a:pt x="1753388" y="842422"/>
                  <a:pt x="1782877" y="843451"/>
                  <a:pt x="1809966" y="849280"/>
                </a:cubicBezTo>
                <a:cubicBezTo>
                  <a:pt x="1841170" y="854424"/>
                  <a:pt x="1871003" y="862653"/>
                  <a:pt x="1900492" y="873626"/>
                </a:cubicBezTo>
                <a:cubicBezTo>
                  <a:pt x="1950555" y="888028"/>
                  <a:pt x="2003019" y="885970"/>
                  <a:pt x="2054454" y="883913"/>
                </a:cubicBezTo>
                <a:cubicBezTo>
                  <a:pt x="2096288" y="883570"/>
                  <a:pt x="2139150" y="880484"/>
                  <a:pt x="2180298" y="875683"/>
                </a:cubicBezTo>
                <a:cubicBezTo>
                  <a:pt x="2233448" y="869854"/>
                  <a:pt x="2286254" y="881856"/>
                  <a:pt x="2339404" y="882199"/>
                </a:cubicBezTo>
                <a:cubicBezTo>
                  <a:pt x="2378495" y="883227"/>
                  <a:pt x="2417585" y="878770"/>
                  <a:pt x="2455304" y="869854"/>
                </a:cubicBezTo>
                <a:cubicBezTo>
                  <a:pt x="2479307" y="864368"/>
                  <a:pt x="2504682" y="862996"/>
                  <a:pt x="2526970" y="852366"/>
                </a:cubicBezTo>
                <a:cubicBezTo>
                  <a:pt x="2552002" y="838993"/>
                  <a:pt x="2575662" y="822191"/>
                  <a:pt x="2596236" y="802303"/>
                </a:cubicBezTo>
                <a:cubicBezTo>
                  <a:pt x="2603437" y="796131"/>
                  <a:pt x="2604123" y="785501"/>
                  <a:pt x="2597265" y="778643"/>
                </a:cubicBezTo>
                <a:cubicBezTo>
                  <a:pt x="2569490" y="743667"/>
                  <a:pt x="2520798" y="753954"/>
                  <a:pt x="2482050" y="758412"/>
                </a:cubicBezTo>
                <a:cubicBezTo>
                  <a:pt x="2440902" y="761498"/>
                  <a:pt x="2402498" y="776928"/>
                  <a:pt x="2362721" y="785501"/>
                </a:cubicBezTo>
                <a:cubicBezTo>
                  <a:pt x="2340090" y="789958"/>
                  <a:pt x="2317458" y="784815"/>
                  <a:pt x="2294827" y="784815"/>
                </a:cubicBezTo>
                <a:cubicBezTo>
                  <a:pt x="2263623" y="785158"/>
                  <a:pt x="2232076" y="784472"/>
                  <a:pt x="2200872" y="784472"/>
                </a:cubicBezTo>
                <a:cubicBezTo>
                  <a:pt x="2123720" y="789273"/>
                  <a:pt x="2051025" y="822534"/>
                  <a:pt x="1973186" y="823563"/>
                </a:cubicBezTo>
                <a:cubicBezTo>
                  <a:pt x="1929981" y="823220"/>
                  <a:pt x="1888833" y="810532"/>
                  <a:pt x="1846313" y="807446"/>
                </a:cubicBezTo>
                <a:cubicBezTo>
                  <a:pt x="1807909" y="806418"/>
                  <a:pt x="1770190" y="814990"/>
                  <a:pt x="1732128" y="815333"/>
                </a:cubicBezTo>
                <a:cubicBezTo>
                  <a:pt x="1793850" y="784815"/>
                  <a:pt x="1857629" y="758412"/>
                  <a:pt x="1921066" y="732008"/>
                </a:cubicBezTo>
                <a:cubicBezTo>
                  <a:pt x="1955699" y="713835"/>
                  <a:pt x="1986560" y="688460"/>
                  <a:pt x="2020850" y="669943"/>
                </a:cubicBezTo>
                <a:cubicBezTo>
                  <a:pt x="2022564" y="671658"/>
                  <a:pt x="2025650" y="672001"/>
                  <a:pt x="2027708" y="671315"/>
                </a:cubicBezTo>
                <a:cubicBezTo>
                  <a:pt x="2048967" y="664457"/>
                  <a:pt x="2069541" y="656913"/>
                  <a:pt x="2090459" y="648684"/>
                </a:cubicBezTo>
                <a:cubicBezTo>
                  <a:pt x="2142922" y="642511"/>
                  <a:pt x="2195386" y="654856"/>
                  <a:pt x="2248193" y="651084"/>
                </a:cubicBezTo>
                <a:cubicBezTo>
                  <a:pt x="2366493" y="650741"/>
                  <a:pt x="2493709" y="649369"/>
                  <a:pt x="2596579" y="583533"/>
                </a:cubicBezTo>
                <a:cubicBezTo>
                  <a:pt x="2637384" y="558501"/>
                  <a:pt x="2675446" y="527640"/>
                  <a:pt x="2718651" y="507066"/>
                </a:cubicBezTo>
                <a:cubicBezTo>
                  <a:pt x="2730310" y="502265"/>
                  <a:pt x="2741969" y="497465"/>
                  <a:pt x="2753970" y="493007"/>
                </a:cubicBezTo>
                <a:cubicBezTo>
                  <a:pt x="2762199" y="490607"/>
                  <a:pt x="2772144" y="487864"/>
                  <a:pt x="2776259" y="479634"/>
                </a:cubicBezTo>
                <a:cubicBezTo>
                  <a:pt x="2780716" y="461460"/>
                  <a:pt x="2755341" y="454602"/>
                  <a:pt x="2741283" y="454259"/>
                </a:cubicBezTo>
                <a:cubicBezTo>
                  <a:pt x="2684361" y="453916"/>
                  <a:pt x="2638070" y="495407"/>
                  <a:pt x="2583891" y="506037"/>
                </a:cubicBezTo>
                <a:cubicBezTo>
                  <a:pt x="2562975" y="507066"/>
                  <a:pt x="2542743" y="499522"/>
                  <a:pt x="2521827" y="500894"/>
                </a:cubicBezTo>
                <a:cubicBezTo>
                  <a:pt x="2455647" y="502951"/>
                  <a:pt x="2393239" y="530383"/>
                  <a:pt x="2331517" y="550614"/>
                </a:cubicBezTo>
                <a:cubicBezTo>
                  <a:pt x="2295170" y="561930"/>
                  <a:pt x="2256079" y="560901"/>
                  <a:pt x="2220761" y="575989"/>
                </a:cubicBezTo>
                <a:cubicBezTo>
                  <a:pt x="2191271" y="587990"/>
                  <a:pt x="2162124" y="600335"/>
                  <a:pt x="2132978" y="613022"/>
                </a:cubicBezTo>
                <a:cubicBezTo>
                  <a:pt x="2107946" y="622966"/>
                  <a:pt x="2085658" y="640111"/>
                  <a:pt x="2059598" y="647312"/>
                </a:cubicBezTo>
                <a:cubicBezTo>
                  <a:pt x="2102460" y="623995"/>
                  <a:pt x="2134350" y="585247"/>
                  <a:pt x="2168297" y="551643"/>
                </a:cubicBezTo>
                <a:cubicBezTo>
                  <a:pt x="2201901" y="520096"/>
                  <a:pt x="2242363" y="495750"/>
                  <a:pt x="2273910" y="461803"/>
                </a:cubicBezTo>
                <a:cubicBezTo>
                  <a:pt x="2306828" y="427170"/>
                  <a:pt x="2325002" y="379850"/>
                  <a:pt x="2364435" y="352418"/>
                </a:cubicBezTo>
                <a:cubicBezTo>
                  <a:pt x="2389467" y="337673"/>
                  <a:pt x="2416556" y="326358"/>
                  <a:pt x="2438159" y="306469"/>
                </a:cubicBezTo>
                <a:cubicBezTo>
                  <a:pt x="2501595" y="254692"/>
                  <a:pt x="2536229" y="177539"/>
                  <a:pt x="2586635" y="114445"/>
                </a:cubicBezTo>
                <a:cubicBezTo>
                  <a:pt x="2594864" y="105187"/>
                  <a:pt x="2602408" y="95243"/>
                  <a:pt x="2612009" y="87699"/>
                </a:cubicBezTo>
                <a:cubicBezTo>
                  <a:pt x="2615096" y="85642"/>
                  <a:pt x="2617153" y="82213"/>
                  <a:pt x="2616810" y="78441"/>
                </a:cubicBezTo>
                <a:cubicBezTo>
                  <a:pt x="2603780" y="54781"/>
                  <a:pt x="2571890" y="82899"/>
                  <a:pt x="2557145" y="92157"/>
                </a:cubicBezTo>
                <a:cubicBezTo>
                  <a:pt x="2519769" y="123018"/>
                  <a:pt x="2470392" y="124732"/>
                  <a:pt x="2429244" y="147707"/>
                </a:cubicBezTo>
                <a:cubicBezTo>
                  <a:pt x="2387067" y="173081"/>
                  <a:pt x="2360321" y="218687"/>
                  <a:pt x="2316087" y="240976"/>
                </a:cubicBezTo>
                <a:cubicBezTo>
                  <a:pt x="2279396" y="257435"/>
                  <a:pt x="2237562" y="274237"/>
                  <a:pt x="2219389" y="313327"/>
                </a:cubicBezTo>
                <a:cubicBezTo>
                  <a:pt x="2206359" y="347960"/>
                  <a:pt x="2190242" y="381565"/>
                  <a:pt x="2179269" y="416883"/>
                </a:cubicBezTo>
                <a:cubicBezTo>
                  <a:pt x="2166582" y="465918"/>
                  <a:pt x="2156295" y="516667"/>
                  <a:pt x="2125434" y="557815"/>
                </a:cubicBezTo>
                <a:cubicBezTo>
                  <a:pt x="2114118" y="572560"/>
                  <a:pt x="2101774" y="585933"/>
                  <a:pt x="2088744" y="598963"/>
                </a:cubicBezTo>
                <a:cubicBezTo>
                  <a:pt x="2071256" y="609250"/>
                  <a:pt x="2053768" y="619194"/>
                  <a:pt x="2037309" y="631196"/>
                </a:cubicBezTo>
                <a:cubicBezTo>
                  <a:pt x="2011248" y="649369"/>
                  <a:pt x="1986902" y="670629"/>
                  <a:pt x="1960157" y="688117"/>
                </a:cubicBezTo>
                <a:cubicBezTo>
                  <a:pt x="1932725" y="706634"/>
                  <a:pt x="1902549" y="718978"/>
                  <a:pt x="1872031" y="729951"/>
                </a:cubicBezTo>
                <a:cubicBezTo>
                  <a:pt x="1904606" y="710749"/>
                  <a:pt x="1935810" y="688803"/>
                  <a:pt x="1961185" y="659999"/>
                </a:cubicBezTo>
                <a:cubicBezTo>
                  <a:pt x="1989303" y="633253"/>
                  <a:pt x="2016049" y="603764"/>
                  <a:pt x="2033537" y="568788"/>
                </a:cubicBezTo>
                <a:cubicBezTo>
                  <a:pt x="2052740" y="527640"/>
                  <a:pt x="2056511" y="480320"/>
                  <a:pt x="2072285" y="438143"/>
                </a:cubicBezTo>
                <a:cubicBezTo>
                  <a:pt x="2078800" y="418941"/>
                  <a:pt x="2086001" y="400081"/>
                  <a:pt x="2094230" y="381907"/>
                </a:cubicBezTo>
                <a:cubicBezTo>
                  <a:pt x="2105546" y="362705"/>
                  <a:pt x="2118919" y="344874"/>
                  <a:pt x="2128178" y="324643"/>
                </a:cubicBezTo>
                <a:cubicBezTo>
                  <a:pt x="2142236" y="295840"/>
                  <a:pt x="2146694" y="263607"/>
                  <a:pt x="2153895" y="232746"/>
                </a:cubicBezTo>
                <a:cubicBezTo>
                  <a:pt x="2165211" y="185769"/>
                  <a:pt x="2171383" y="137420"/>
                  <a:pt x="2171726" y="89071"/>
                </a:cubicBezTo>
                <a:cubicBezTo>
                  <a:pt x="2172755" y="64039"/>
                  <a:pt x="2174469" y="38665"/>
                  <a:pt x="2174126" y="13633"/>
                </a:cubicBezTo>
                <a:cubicBezTo>
                  <a:pt x="2173783" y="10890"/>
                  <a:pt x="2173440" y="7461"/>
                  <a:pt x="2171383" y="5060"/>
                </a:cubicBezTo>
                <a:cubicBezTo>
                  <a:pt x="2137093" y="-31973"/>
                  <a:pt x="2066456" y="145649"/>
                  <a:pt x="2047253" y="168281"/>
                </a:cubicBezTo>
                <a:cubicBezTo>
                  <a:pt x="2032508" y="192627"/>
                  <a:pt x="2012963" y="213886"/>
                  <a:pt x="2000276" y="239604"/>
                </a:cubicBezTo>
                <a:cubicBezTo>
                  <a:pt x="1985531" y="268750"/>
                  <a:pt x="1977644" y="302698"/>
                  <a:pt x="1978673" y="335273"/>
                </a:cubicBezTo>
                <a:cubicBezTo>
                  <a:pt x="1988960" y="378478"/>
                  <a:pt x="1986217" y="419969"/>
                  <a:pt x="1974558" y="462146"/>
                </a:cubicBezTo>
                <a:cubicBezTo>
                  <a:pt x="1963586" y="508780"/>
                  <a:pt x="1954327" y="555758"/>
                  <a:pt x="1940611" y="601363"/>
                </a:cubicBezTo>
                <a:cubicBezTo>
                  <a:pt x="1928609" y="638397"/>
                  <a:pt x="1914551" y="673715"/>
                  <a:pt x="1881290" y="696347"/>
                </a:cubicBezTo>
                <a:cubicBezTo>
                  <a:pt x="1855572" y="714863"/>
                  <a:pt x="1830883" y="735437"/>
                  <a:pt x="1804823" y="753268"/>
                </a:cubicBezTo>
                <a:cubicBezTo>
                  <a:pt x="1805852" y="753954"/>
                  <a:pt x="1805165" y="754297"/>
                  <a:pt x="1804823" y="754297"/>
                </a:cubicBezTo>
                <a:close/>
                <a:moveTo>
                  <a:pt x="2148408" y="553700"/>
                </a:moveTo>
                <a:cubicBezTo>
                  <a:pt x="2160067" y="527640"/>
                  <a:pt x="2174812" y="502951"/>
                  <a:pt x="2184070" y="476205"/>
                </a:cubicBezTo>
                <a:cubicBezTo>
                  <a:pt x="2192985" y="446030"/>
                  <a:pt x="2203616" y="416540"/>
                  <a:pt x="2215960" y="387737"/>
                </a:cubicBezTo>
                <a:cubicBezTo>
                  <a:pt x="2228990" y="361676"/>
                  <a:pt x="2232076" y="329787"/>
                  <a:pt x="2251622" y="307498"/>
                </a:cubicBezTo>
                <a:cubicBezTo>
                  <a:pt x="2273224" y="284524"/>
                  <a:pt x="2304771" y="275608"/>
                  <a:pt x="2330831" y="258806"/>
                </a:cubicBezTo>
                <a:cubicBezTo>
                  <a:pt x="2369236" y="233432"/>
                  <a:pt x="2398725" y="197084"/>
                  <a:pt x="2435073" y="169309"/>
                </a:cubicBezTo>
                <a:cubicBezTo>
                  <a:pt x="2475535" y="134677"/>
                  <a:pt x="2530399" y="131248"/>
                  <a:pt x="2576005" y="107245"/>
                </a:cubicBezTo>
                <a:cubicBezTo>
                  <a:pt x="2551659" y="141535"/>
                  <a:pt x="2524227" y="172738"/>
                  <a:pt x="2497138" y="204285"/>
                </a:cubicBezTo>
                <a:cubicBezTo>
                  <a:pt x="2476564" y="231374"/>
                  <a:pt x="2460105" y="259149"/>
                  <a:pt x="2435073" y="281781"/>
                </a:cubicBezTo>
                <a:cubicBezTo>
                  <a:pt x="2413470" y="300983"/>
                  <a:pt x="2387410" y="314356"/>
                  <a:pt x="2363407" y="330472"/>
                </a:cubicBezTo>
                <a:cubicBezTo>
                  <a:pt x="2328774" y="350704"/>
                  <a:pt x="2308543" y="387051"/>
                  <a:pt x="2280768" y="414826"/>
                </a:cubicBezTo>
                <a:cubicBezTo>
                  <a:pt x="2231733" y="456317"/>
                  <a:pt x="2197443" y="511867"/>
                  <a:pt x="2148408" y="553700"/>
                </a:cubicBezTo>
                <a:close/>
                <a:moveTo>
                  <a:pt x="2115147" y="639768"/>
                </a:moveTo>
                <a:cubicBezTo>
                  <a:pt x="2158353" y="623995"/>
                  <a:pt x="2197100" y="599649"/>
                  <a:pt x="2240991" y="585590"/>
                </a:cubicBezTo>
                <a:cubicBezTo>
                  <a:pt x="2292770" y="574617"/>
                  <a:pt x="2342147" y="555415"/>
                  <a:pt x="2394268" y="546157"/>
                </a:cubicBezTo>
                <a:cubicBezTo>
                  <a:pt x="2438502" y="534155"/>
                  <a:pt x="2479650" y="510152"/>
                  <a:pt x="2525942" y="512895"/>
                </a:cubicBezTo>
                <a:cubicBezTo>
                  <a:pt x="2552345" y="512209"/>
                  <a:pt x="2577033" y="522154"/>
                  <a:pt x="2602408" y="514267"/>
                </a:cubicBezTo>
                <a:cubicBezTo>
                  <a:pt x="2651443" y="495750"/>
                  <a:pt x="2698763" y="460774"/>
                  <a:pt x="2753627" y="471061"/>
                </a:cubicBezTo>
                <a:cubicBezTo>
                  <a:pt x="2712136" y="476205"/>
                  <a:pt x="2673045" y="494722"/>
                  <a:pt x="2641842" y="522496"/>
                </a:cubicBezTo>
                <a:cubicBezTo>
                  <a:pt x="2619896" y="543070"/>
                  <a:pt x="2599322" y="566388"/>
                  <a:pt x="2571204" y="579075"/>
                </a:cubicBezTo>
                <a:cubicBezTo>
                  <a:pt x="2521484" y="603078"/>
                  <a:pt x="2465934" y="606850"/>
                  <a:pt x="2411756" y="613708"/>
                </a:cubicBezTo>
                <a:cubicBezTo>
                  <a:pt x="2355520" y="622966"/>
                  <a:pt x="2299628" y="644226"/>
                  <a:pt x="2242020" y="639082"/>
                </a:cubicBezTo>
                <a:cubicBezTo>
                  <a:pt x="2199501" y="634282"/>
                  <a:pt x="2157324" y="633939"/>
                  <a:pt x="2115147" y="639768"/>
                </a:cubicBezTo>
                <a:close/>
                <a:moveTo>
                  <a:pt x="1738643" y="826649"/>
                </a:moveTo>
                <a:cubicBezTo>
                  <a:pt x="1836713" y="824934"/>
                  <a:pt x="1934096" y="849280"/>
                  <a:pt x="2032166" y="837279"/>
                </a:cubicBezTo>
                <a:cubicBezTo>
                  <a:pt x="2081200" y="835564"/>
                  <a:pt x="2126463" y="815676"/>
                  <a:pt x="2174469" y="807789"/>
                </a:cubicBezTo>
                <a:cubicBezTo>
                  <a:pt x="2210816" y="800588"/>
                  <a:pt x="2247507" y="809161"/>
                  <a:pt x="2284197" y="807103"/>
                </a:cubicBezTo>
                <a:cubicBezTo>
                  <a:pt x="2372665" y="814647"/>
                  <a:pt x="2454275" y="763555"/>
                  <a:pt x="2542401" y="769042"/>
                </a:cubicBezTo>
                <a:cubicBezTo>
                  <a:pt x="2556803" y="770070"/>
                  <a:pt x="2573604" y="767327"/>
                  <a:pt x="2585949" y="776585"/>
                </a:cubicBezTo>
                <a:cubicBezTo>
                  <a:pt x="2587320" y="777957"/>
                  <a:pt x="2588692" y="780357"/>
                  <a:pt x="2589378" y="781386"/>
                </a:cubicBezTo>
                <a:cubicBezTo>
                  <a:pt x="2590407" y="784129"/>
                  <a:pt x="2589721" y="786187"/>
                  <a:pt x="2588006" y="788244"/>
                </a:cubicBezTo>
                <a:cubicBezTo>
                  <a:pt x="2575319" y="798531"/>
                  <a:pt x="2562975" y="808132"/>
                  <a:pt x="2549259" y="817048"/>
                </a:cubicBezTo>
                <a:cubicBezTo>
                  <a:pt x="2511882" y="849623"/>
                  <a:pt x="2467991" y="849280"/>
                  <a:pt x="2421357" y="850309"/>
                </a:cubicBezTo>
                <a:cubicBezTo>
                  <a:pt x="2349348" y="854767"/>
                  <a:pt x="2277339" y="860596"/>
                  <a:pt x="2205330" y="857510"/>
                </a:cubicBezTo>
                <a:cubicBezTo>
                  <a:pt x="2162810" y="856481"/>
                  <a:pt x="2120976" y="865054"/>
                  <a:pt x="2078457" y="869168"/>
                </a:cubicBezTo>
                <a:cubicBezTo>
                  <a:pt x="2030451" y="871569"/>
                  <a:pt x="1981073" y="873969"/>
                  <a:pt x="1933067" y="871226"/>
                </a:cubicBezTo>
                <a:cubicBezTo>
                  <a:pt x="1896720" y="865739"/>
                  <a:pt x="1862430" y="854081"/>
                  <a:pt x="1827111" y="845508"/>
                </a:cubicBezTo>
                <a:cubicBezTo>
                  <a:pt x="1797279" y="840708"/>
                  <a:pt x="1766075" y="840365"/>
                  <a:pt x="1738643" y="826649"/>
                </a:cubicBezTo>
                <a:close/>
                <a:moveTo>
                  <a:pt x="1592567" y="979239"/>
                </a:moveTo>
                <a:cubicBezTo>
                  <a:pt x="1622400" y="982325"/>
                  <a:pt x="1651547" y="988498"/>
                  <a:pt x="1679321" y="999470"/>
                </a:cubicBezTo>
                <a:cubicBezTo>
                  <a:pt x="1716011" y="1010100"/>
                  <a:pt x="1754417" y="1014558"/>
                  <a:pt x="1792478" y="1016958"/>
                </a:cubicBezTo>
                <a:cubicBezTo>
                  <a:pt x="1840827" y="1017301"/>
                  <a:pt x="1888490" y="1007014"/>
                  <a:pt x="1935467" y="995356"/>
                </a:cubicBezTo>
                <a:cubicBezTo>
                  <a:pt x="1968729" y="989183"/>
                  <a:pt x="2004047" y="985754"/>
                  <a:pt x="2037309" y="981982"/>
                </a:cubicBezTo>
                <a:cubicBezTo>
                  <a:pt x="2101088" y="977182"/>
                  <a:pt x="2162468" y="991241"/>
                  <a:pt x="2223504" y="1006328"/>
                </a:cubicBezTo>
                <a:cubicBezTo>
                  <a:pt x="2253336" y="1012158"/>
                  <a:pt x="2283168" y="1015587"/>
                  <a:pt x="2313686" y="1016958"/>
                </a:cubicBezTo>
                <a:cubicBezTo>
                  <a:pt x="2344205" y="1020044"/>
                  <a:pt x="2376437" y="1011815"/>
                  <a:pt x="2403526" y="1027588"/>
                </a:cubicBezTo>
                <a:cubicBezTo>
                  <a:pt x="2378151" y="1036161"/>
                  <a:pt x="2353463" y="1044390"/>
                  <a:pt x="2327402" y="1050220"/>
                </a:cubicBezTo>
                <a:cubicBezTo>
                  <a:pt x="2282139" y="1058449"/>
                  <a:pt x="2235848" y="1055706"/>
                  <a:pt x="2190242" y="1054677"/>
                </a:cubicBezTo>
                <a:cubicBezTo>
                  <a:pt x="2139493" y="1053306"/>
                  <a:pt x="2088744" y="1039247"/>
                  <a:pt x="2038337" y="1051591"/>
                </a:cubicBezTo>
                <a:cubicBezTo>
                  <a:pt x="2001305" y="1060164"/>
                  <a:pt x="1968386" y="1080395"/>
                  <a:pt x="1932381" y="1092739"/>
                </a:cubicBezTo>
                <a:cubicBezTo>
                  <a:pt x="1865516" y="1116056"/>
                  <a:pt x="1803108" y="1099254"/>
                  <a:pt x="1747215" y="1059478"/>
                </a:cubicBezTo>
                <a:cubicBezTo>
                  <a:pt x="1726298" y="1045419"/>
                  <a:pt x="1701953" y="1037532"/>
                  <a:pt x="1678635" y="1028960"/>
                </a:cubicBezTo>
                <a:cubicBezTo>
                  <a:pt x="1658061" y="1021416"/>
                  <a:pt x="1639888" y="1008729"/>
                  <a:pt x="1621028" y="997413"/>
                </a:cubicBezTo>
                <a:cubicBezTo>
                  <a:pt x="1611084" y="990898"/>
                  <a:pt x="1602169" y="984726"/>
                  <a:pt x="1592567" y="979239"/>
                </a:cubicBezTo>
                <a:close/>
                <a:moveTo>
                  <a:pt x="1278814" y="1167491"/>
                </a:moveTo>
                <a:cubicBezTo>
                  <a:pt x="1329220" y="1171263"/>
                  <a:pt x="1375512" y="1189437"/>
                  <a:pt x="1423518" y="1201781"/>
                </a:cubicBezTo>
                <a:cubicBezTo>
                  <a:pt x="1460894" y="1212068"/>
                  <a:pt x="1499984" y="1215840"/>
                  <a:pt x="1537361" y="1224756"/>
                </a:cubicBezTo>
                <a:cubicBezTo>
                  <a:pt x="1576451" y="1227499"/>
                  <a:pt x="1611427" y="1204182"/>
                  <a:pt x="1649146" y="1197324"/>
                </a:cubicBezTo>
                <a:cubicBezTo>
                  <a:pt x="1683436" y="1190123"/>
                  <a:pt x="1719440" y="1187037"/>
                  <a:pt x="1753388" y="1198009"/>
                </a:cubicBezTo>
                <a:cubicBezTo>
                  <a:pt x="1817510" y="1212411"/>
                  <a:pt x="1875117" y="1245673"/>
                  <a:pt x="1937868" y="1264189"/>
                </a:cubicBezTo>
                <a:cubicBezTo>
                  <a:pt x="1969757" y="1272076"/>
                  <a:pt x="2003019" y="1270704"/>
                  <a:pt x="2035595" y="1269676"/>
                </a:cubicBezTo>
                <a:cubicBezTo>
                  <a:pt x="1945069" y="1334827"/>
                  <a:pt x="1829168" y="1313567"/>
                  <a:pt x="1726298" y="1300194"/>
                </a:cubicBezTo>
                <a:cubicBezTo>
                  <a:pt x="1682064" y="1293679"/>
                  <a:pt x="1637487" y="1290935"/>
                  <a:pt x="1592567" y="1291278"/>
                </a:cubicBezTo>
                <a:cubicBezTo>
                  <a:pt x="1554848" y="1291278"/>
                  <a:pt x="1518158" y="1279963"/>
                  <a:pt x="1484211" y="1264875"/>
                </a:cubicBezTo>
                <a:cubicBezTo>
                  <a:pt x="1414259" y="1235728"/>
                  <a:pt x="1349108" y="1195609"/>
                  <a:pt x="1278814" y="1167491"/>
                </a:cubicBezTo>
                <a:close/>
                <a:moveTo>
                  <a:pt x="932142" y="1282706"/>
                </a:moveTo>
                <a:cubicBezTo>
                  <a:pt x="1005523" y="1301908"/>
                  <a:pt x="1078903" y="1319396"/>
                  <a:pt x="1148512" y="1346485"/>
                </a:cubicBezTo>
                <a:cubicBezTo>
                  <a:pt x="1186574" y="1368774"/>
                  <a:pt x="1222235" y="1397234"/>
                  <a:pt x="1264755" y="1410607"/>
                </a:cubicBezTo>
                <a:cubicBezTo>
                  <a:pt x="1310018" y="1419180"/>
                  <a:pt x="1354938" y="1429124"/>
                  <a:pt x="1399858" y="1438725"/>
                </a:cubicBezTo>
                <a:cubicBezTo>
                  <a:pt x="1433119" y="1443526"/>
                  <a:pt x="1464323" y="1445240"/>
                  <a:pt x="1495527" y="1455870"/>
                </a:cubicBezTo>
                <a:cubicBezTo>
                  <a:pt x="1522959" y="1465471"/>
                  <a:pt x="1546962" y="1481931"/>
                  <a:pt x="1574051" y="1492561"/>
                </a:cubicBezTo>
                <a:cubicBezTo>
                  <a:pt x="1598054" y="1502162"/>
                  <a:pt x="1624114" y="1505248"/>
                  <a:pt x="1648803" y="1511420"/>
                </a:cubicBezTo>
                <a:cubicBezTo>
                  <a:pt x="1597711" y="1533366"/>
                  <a:pt x="1543190" y="1540224"/>
                  <a:pt x="1488326" y="1541252"/>
                </a:cubicBezTo>
                <a:cubicBezTo>
                  <a:pt x="1457465" y="1542624"/>
                  <a:pt x="1426261" y="1544338"/>
                  <a:pt x="1395057" y="1540909"/>
                </a:cubicBezTo>
                <a:cubicBezTo>
                  <a:pt x="1354252" y="1535080"/>
                  <a:pt x="1317905" y="1522393"/>
                  <a:pt x="1279843" y="1508334"/>
                </a:cubicBezTo>
                <a:cubicBezTo>
                  <a:pt x="1234580" y="1491189"/>
                  <a:pt x="1199604" y="1458271"/>
                  <a:pt x="1159485" y="1432210"/>
                </a:cubicBezTo>
                <a:cubicBezTo>
                  <a:pt x="1121423" y="1410265"/>
                  <a:pt x="1079932" y="1393462"/>
                  <a:pt x="1045642" y="1365345"/>
                </a:cubicBezTo>
                <a:cubicBezTo>
                  <a:pt x="1011352" y="1333112"/>
                  <a:pt x="978091" y="1298136"/>
                  <a:pt x="932142" y="1282706"/>
                </a:cubicBezTo>
                <a:close/>
                <a:moveTo>
                  <a:pt x="395161" y="1256988"/>
                </a:moveTo>
                <a:cubicBezTo>
                  <a:pt x="396532" y="1210011"/>
                  <a:pt x="412991" y="1165434"/>
                  <a:pt x="418135" y="1119142"/>
                </a:cubicBezTo>
                <a:cubicBezTo>
                  <a:pt x="419849" y="1081766"/>
                  <a:pt x="403733" y="1043704"/>
                  <a:pt x="414020" y="1007014"/>
                </a:cubicBezTo>
                <a:cubicBezTo>
                  <a:pt x="428079" y="1089653"/>
                  <a:pt x="431508" y="1179150"/>
                  <a:pt x="395161" y="1256988"/>
                </a:cubicBezTo>
                <a:close/>
                <a:moveTo>
                  <a:pt x="1334707" y="891114"/>
                </a:moveTo>
                <a:cubicBezTo>
                  <a:pt x="1328877" y="862310"/>
                  <a:pt x="1320648" y="834193"/>
                  <a:pt x="1312075" y="806075"/>
                </a:cubicBezTo>
                <a:cubicBezTo>
                  <a:pt x="1304874" y="769727"/>
                  <a:pt x="1304189" y="731665"/>
                  <a:pt x="1292530" y="696004"/>
                </a:cubicBezTo>
                <a:cubicBezTo>
                  <a:pt x="1282929" y="651084"/>
                  <a:pt x="1257554" y="610279"/>
                  <a:pt x="1253782" y="564330"/>
                </a:cubicBezTo>
                <a:cubicBezTo>
                  <a:pt x="1253096" y="540670"/>
                  <a:pt x="1254468" y="517010"/>
                  <a:pt x="1255154" y="493350"/>
                </a:cubicBezTo>
                <a:cubicBezTo>
                  <a:pt x="1256183" y="468661"/>
                  <a:pt x="1251725" y="443287"/>
                  <a:pt x="1255840" y="418598"/>
                </a:cubicBezTo>
                <a:cubicBezTo>
                  <a:pt x="1261669" y="384308"/>
                  <a:pt x="1269556" y="348989"/>
                  <a:pt x="1283957" y="317099"/>
                </a:cubicBezTo>
                <a:cubicBezTo>
                  <a:pt x="1294930" y="295154"/>
                  <a:pt x="1310018" y="278695"/>
                  <a:pt x="1324763" y="259835"/>
                </a:cubicBezTo>
                <a:cubicBezTo>
                  <a:pt x="1331278" y="286581"/>
                  <a:pt x="1336421" y="314013"/>
                  <a:pt x="1344308" y="340417"/>
                </a:cubicBezTo>
                <a:cubicBezTo>
                  <a:pt x="1352880" y="367163"/>
                  <a:pt x="1366253" y="392194"/>
                  <a:pt x="1368997" y="420655"/>
                </a:cubicBezTo>
                <a:cubicBezTo>
                  <a:pt x="1371397" y="485806"/>
                  <a:pt x="1388885" y="550271"/>
                  <a:pt x="1384770" y="615765"/>
                </a:cubicBezTo>
                <a:cubicBezTo>
                  <a:pt x="1382027" y="652113"/>
                  <a:pt x="1364539" y="684002"/>
                  <a:pt x="1353223" y="717949"/>
                </a:cubicBezTo>
                <a:cubicBezTo>
                  <a:pt x="1344994" y="747782"/>
                  <a:pt x="1348423" y="779329"/>
                  <a:pt x="1346022" y="809847"/>
                </a:cubicBezTo>
                <a:cubicBezTo>
                  <a:pt x="1343965" y="836936"/>
                  <a:pt x="1338821" y="864025"/>
                  <a:pt x="1334707" y="891114"/>
                </a:cubicBezTo>
                <a:close/>
                <a:moveTo>
                  <a:pt x="596443" y="1290250"/>
                </a:moveTo>
                <a:cubicBezTo>
                  <a:pt x="599186" y="1289907"/>
                  <a:pt x="601929" y="1289221"/>
                  <a:pt x="604330" y="1288878"/>
                </a:cubicBezTo>
                <a:cubicBezTo>
                  <a:pt x="610845" y="1290592"/>
                  <a:pt x="617017" y="1291964"/>
                  <a:pt x="623189" y="1293336"/>
                </a:cubicBezTo>
                <a:cubicBezTo>
                  <a:pt x="649592" y="1302937"/>
                  <a:pt x="672224" y="1318710"/>
                  <a:pt x="696227" y="1332083"/>
                </a:cubicBezTo>
                <a:cubicBezTo>
                  <a:pt x="716115" y="1346828"/>
                  <a:pt x="733946" y="1364316"/>
                  <a:pt x="754520" y="1378375"/>
                </a:cubicBezTo>
                <a:cubicBezTo>
                  <a:pt x="828586" y="1422952"/>
                  <a:pt x="900595" y="1475073"/>
                  <a:pt x="949287" y="1547082"/>
                </a:cubicBezTo>
                <a:cubicBezTo>
                  <a:pt x="980148" y="1591316"/>
                  <a:pt x="1020267" y="1633150"/>
                  <a:pt x="1035355" y="1686299"/>
                </a:cubicBezTo>
                <a:cubicBezTo>
                  <a:pt x="1042899" y="1721961"/>
                  <a:pt x="1042899" y="1758994"/>
                  <a:pt x="1051128" y="1794655"/>
                </a:cubicBezTo>
                <a:cubicBezTo>
                  <a:pt x="973633" y="1780939"/>
                  <a:pt x="928713" y="1726075"/>
                  <a:pt x="878993" y="1670869"/>
                </a:cubicBezTo>
                <a:cubicBezTo>
                  <a:pt x="842988" y="1630749"/>
                  <a:pt x="809727" y="1585486"/>
                  <a:pt x="795325" y="1533023"/>
                </a:cubicBezTo>
                <a:cubicBezTo>
                  <a:pt x="790181" y="1511420"/>
                  <a:pt x="788467" y="1489132"/>
                  <a:pt x="782981" y="1467186"/>
                </a:cubicBezTo>
                <a:cubicBezTo>
                  <a:pt x="773036" y="1416437"/>
                  <a:pt x="728459" y="1387633"/>
                  <a:pt x="690398" y="1358144"/>
                </a:cubicBezTo>
                <a:cubicBezTo>
                  <a:pt x="661594" y="1332426"/>
                  <a:pt x="630047" y="1309109"/>
                  <a:pt x="596443" y="1290250"/>
                </a:cubicBezTo>
                <a:close/>
                <a:moveTo>
                  <a:pt x="432194" y="1322825"/>
                </a:moveTo>
                <a:cubicBezTo>
                  <a:pt x="451053" y="1333112"/>
                  <a:pt x="464084" y="1350257"/>
                  <a:pt x="479171" y="1365002"/>
                </a:cubicBezTo>
                <a:cubicBezTo>
                  <a:pt x="513804" y="1395863"/>
                  <a:pt x="536778" y="1436325"/>
                  <a:pt x="564210" y="1473015"/>
                </a:cubicBezTo>
                <a:cubicBezTo>
                  <a:pt x="624561" y="1548453"/>
                  <a:pt x="667080" y="1607432"/>
                  <a:pt x="680111" y="1706187"/>
                </a:cubicBezTo>
                <a:cubicBezTo>
                  <a:pt x="641706" y="1672926"/>
                  <a:pt x="634162" y="1619776"/>
                  <a:pt x="608787" y="1577943"/>
                </a:cubicBezTo>
                <a:cubicBezTo>
                  <a:pt x="591985" y="1548796"/>
                  <a:pt x="567982" y="1524793"/>
                  <a:pt x="550494" y="1496332"/>
                </a:cubicBezTo>
                <a:cubicBezTo>
                  <a:pt x="538150" y="1473701"/>
                  <a:pt x="529920" y="1449012"/>
                  <a:pt x="517919" y="1426381"/>
                </a:cubicBezTo>
                <a:cubicBezTo>
                  <a:pt x="503860" y="1401349"/>
                  <a:pt x="485686" y="1378718"/>
                  <a:pt x="466827" y="1357115"/>
                </a:cubicBezTo>
                <a:cubicBezTo>
                  <a:pt x="456540" y="1344085"/>
                  <a:pt x="446253" y="1331398"/>
                  <a:pt x="432194" y="1322825"/>
                </a:cubicBezTo>
                <a:close/>
                <a:moveTo>
                  <a:pt x="563525" y="1277219"/>
                </a:moveTo>
                <a:cubicBezTo>
                  <a:pt x="563182" y="1277219"/>
                  <a:pt x="562839" y="1277219"/>
                  <a:pt x="562496" y="1277219"/>
                </a:cubicBezTo>
                <a:cubicBezTo>
                  <a:pt x="563867" y="1273447"/>
                  <a:pt x="564553" y="1270018"/>
                  <a:pt x="564553" y="1266932"/>
                </a:cubicBezTo>
                <a:cubicBezTo>
                  <a:pt x="564896" y="1225099"/>
                  <a:pt x="553238" y="1184293"/>
                  <a:pt x="550837" y="1142460"/>
                </a:cubicBezTo>
                <a:cubicBezTo>
                  <a:pt x="546380" y="1110227"/>
                  <a:pt x="547751" y="1077309"/>
                  <a:pt x="541922" y="1045076"/>
                </a:cubicBezTo>
                <a:cubicBezTo>
                  <a:pt x="538836" y="1023473"/>
                  <a:pt x="529920" y="1004271"/>
                  <a:pt x="527863" y="983697"/>
                </a:cubicBezTo>
                <a:cubicBezTo>
                  <a:pt x="527520" y="968952"/>
                  <a:pt x="529577" y="953865"/>
                  <a:pt x="531978" y="939463"/>
                </a:cubicBezTo>
                <a:cubicBezTo>
                  <a:pt x="537807" y="902430"/>
                  <a:pt x="550151" y="866768"/>
                  <a:pt x="562839" y="831792"/>
                </a:cubicBezTo>
                <a:cubicBezTo>
                  <a:pt x="575526" y="786529"/>
                  <a:pt x="589928" y="741267"/>
                  <a:pt x="613588" y="700804"/>
                </a:cubicBezTo>
                <a:cubicBezTo>
                  <a:pt x="621818" y="687088"/>
                  <a:pt x="627647" y="669943"/>
                  <a:pt x="642049" y="661371"/>
                </a:cubicBezTo>
                <a:cubicBezTo>
                  <a:pt x="643763" y="668229"/>
                  <a:pt x="648564" y="673372"/>
                  <a:pt x="650621" y="679888"/>
                </a:cubicBezTo>
                <a:cubicBezTo>
                  <a:pt x="651993" y="700462"/>
                  <a:pt x="648907" y="721036"/>
                  <a:pt x="650278" y="741610"/>
                </a:cubicBezTo>
                <a:cubicBezTo>
                  <a:pt x="651650" y="771442"/>
                  <a:pt x="659537" y="800588"/>
                  <a:pt x="663994" y="829735"/>
                </a:cubicBezTo>
                <a:cubicBezTo>
                  <a:pt x="670509" y="868140"/>
                  <a:pt x="665023" y="906544"/>
                  <a:pt x="660565" y="944606"/>
                </a:cubicBezTo>
                <a:cubicBezTo>
                  <a:pt x="657136" y="973753"/>
                  <a:pt x="661251" y="1004271"/>
                  <a:pt x="663651" y="1032732"/>
                </a:cubicBezTo>
                <a:cubicBezTo>
                  <a:pt x="658165" y="1065650"/>
                  <a:pt x="642392" y="1095825"/>
                  <a:pt x="630047" y="1126343"/>
                </a:cubicBezTo>
                <a:cubicBezTo>
                  <a:pt x="620789" y="1153090"/>
                  <a:pt x="610845" y="1179836"/>
                  <a:pt x="598843" y="1205896"/>
                </a:cubicBezTo>
                <a:cubicBezTo>
                  <a:pt x="588556" y="1229899"/>
                  <a:pt x="578955" y="1254588"/>
                  <a:pt x="563867" y="1276191"/>
                </a:cubicBezTo>
                <a:cubicBezTo>
                  <a:pt x="563867" y="1276534"/>
                  <a:pt x="563867" y="1276876"/>
                  <a:pt x="563525" y="1277219"/>
                </a:cubicBezTo>
                <a:close/>
                <a:moveTo>
                  <a:pt x="925970" y="1187380"/>
                </a:moveTo>
                <a:cubicBezTo>
                  <a:pt x="960946" y="1143831"/>
                  <a:pt x="956488" y="1106112"/>
                  <a:pt x="940372" y="1056392"/>
                </a:cubicBezTo>
                <a:cubicBezTo>
                  <a:pt x="918083" y="971010"/>
                  <a:pt x="886536" y="889742"/>
                  <a:pt x="885851" y="801617"/>
                </a:cubicBezTo>
                <a:cubicBezTo>
                  <a:pt x="877964" y="742295"/>
                  <a:pt x="924598" y="698061"/>
                  <a:pt x="955459" y="653141"/>
                </a:cubicBezTo>
                <a:cubicBezTo>
                  <a:pt x="988721" y="609936"/>
                  <a:pt x="994550" y="550271"/>
                  <a:pt x="1037069" y="513581"/>
                </a:cubicBezTo>
                <a:cubicBezTo>
                  <a:pt x="1037069" y="557815"/>
                  <a:pt x="1051128" y="600335"/>
                  <a:pt x="1053529" y="644226"/>
                </a:cubicBezTo>
                <a:cubicBezTo>
                  <a:pt x="1055929" y="695318"/>
                  <a:pt x="1032612" y="742981"/>
                  <a:pt x="1030554" y="793730"/>
                </a:cubicBezTo>
                <a:cubicBezTo>
                  <a:pt x="1028497" y="823563"/>
                  <a:pt x="1035698" y="852709"/>
                  <a:pt x="1039813" y="882199"/>
                </a:cubicBezTo>
                <a:cubicBezTo>
                  <a:pt x="1045299" y="933291"/>
                  <a:pt x="1049757" y="986440"/>
                  <a:pt x="1037069" y="1035818"/>
                </a:cubicBezTo>
                <a:cubicBezTo>
                  <a:pt x="1013752" y="1092739"/>
                  <a:pt x="975005" y="1145546"/>
                  <a:pt x="928370" y="1185665"/>
                </a:cubicBezTo>
                <a:cubicBezTo>
                  <a:pt x="927341" y="1186351"/>
                  <a:pt x="926656" y="1187037"/>
                  <a:pt x="925970" y="1187380"/>
                </a:cubicBezTo>
                <a:close/>
                <a:moveTo>
                  <a:pt x="1616570" y="807103"/>
                </a:moveTo>
                <a:cubicBezTo>
                  <a:pt x="1626172" y="780700"/>
                  <a:pt x="1623428" y="753268"/>
                  <a:pt x="1624114" y="726179"/>
                </a:cubicBezTo>
                <a:cubicBezTo>
                  <a:pt x="1626857" y="694632"/>
                  <a:pt x="1628229" y="662400"/>
                  <a:pt x="1623086" y="631196"/>
                </a:cubicBezTo>
                <a:cubicBezTo>
                  <a:pt x="1599768" y="533812"/>
                  <a:pt x="1569593" y="487178"/>
                  <a:pt x="1614170" y="385679"/>
                </a:cubicBezTo>
                <a:cubicBezTo>
                  <a:pt x="1634401" y="339045"/>
                  <a:pt x="1647431" y="288639"/>
                  <a:pt x="1672806" y="244405"/>
                </a:cubicBezTo>
                <a:cubicBezTo>
                  <a:pt x="1684122" y="224173"/>
                  <a:pt x="1697152" y="204971"/>
                  <a:pt x="1709153" y="185426"/>
                </a:cubicBezTo>
                <a:cubicBezTo>
                  <a:pt x="1722184" y="162109"/>
                  <a:pt x="1730414" y="136391"/>
                  <a:pt x="1743443" y="113074"/>
                </a:cubicBezTo>
                <a:cubicBezTo>
                  <a:pt x="1747215" y="145649"/>
                  <a:pt x="1765732" y="173424"/>
                  <a:pt x="1779105" y="202571"/>
                </a:cubicBezTo>
                <a:cubicBezTo>
                  <a:pt x="1810995" y="290010"/>
                  <a:pt x="1760931" y="375049"/>
                  <a:pt x="1734528" y="457003"/>
                </a:cubicBezTo>
                <a:cubicBezTo>
                  <a:pt x="1714297" y="513581"/>
                  <a:pt x="1699553" y="572217"/>
                  <a:pt x="1683779" y="629824"/>
                </a:cubicBezTo>
                <a:cubicBezTo>
                  <a:pt x="1673149" y="691889"/>
                  <a:pt x="1657718" y="757726"/>
                  <a:pt x="1616570" y="807103"/>
                </a:cubicBezTo>
                <a:close/>
                <a:moveTo>
                  <a:pt x="1900149" y="699433"/>
                </a:moveTo>
                <a:cubicBezTo>
                  <a:pt x="1884032" y="711777"/>
                  <a:pt x="1867230" y="723779"/>
                  <a:pt x="1850085" y="734409"/>
                </a:cubicBezTo>
                <a:cubicBezTo>
                  <a:pt x="1938211" y="661714"/>
                  <a:pt x="1944040" y="680573"/>
                  <a:pt x="1981416" y="562959"/>
                </a:cubicBezTo>
                <a:cubicBezTo>
                  <a:pt x="2005419" y="505009"/>
                  <a:pt x="2018450" y="441915"/>
                  <a:pt x="2018106" y="379164"/>
                </a:cubicBezTo>
                <a:cubicBezTo>
                  <a:pt x="2015363" y="349332"/>
                  <a:pt x="2011934" y="319157"/>
                  <a:pt x="2020507" y="289667"/>
                </a:cubicBezTo>
                <a:cubicBezTo>
                  <a:pt x="2029765" y="258806"/>
                  <a:pt x="2037652" y="227260"/>
                  <a:pt x="2048282" y="197084"/>
                </a:cubicBezTo>
                <a:cubicBezTo>
                  <a:pt x="2062683" y="161766"/>
                  <a:pt x="2085315" y="130562"/>
                  <a:pt x="2103831" y="97300"/>
                </a:cubicBezTo>
                <a:cubicBezTo>
                  <a:pt x="2121320" y="68840"/>
                  <a:pt x="2128520" y="31464"/>
                  <a:pt x="2158353" y="12947"/>
                </a:cubicBezTo>
                <a:lnTo>
                  <a:pt x="2158353" y="12947"/>
                </a:lnTo>
                <a:cubicBezTo>
                  <a:pt x="2158695" y="12604"/>
                  <a:pt x="2159381" y="12604"/>
                  <a:pt x="2159724" y="12604"/>
                </a:cubicBezTo>
                <a:cubicBezTo>
                  <a:pt x="2161096" y="46208"/>
                  <a:pt x="2151152" y="79813"/>
                  <a:pt x="2148066" y="113417"/>
                </a:cubicBezTo>
                <a:cubicBezTo>
                  <a:pt x="2143265" y="140163"/>
                  <a:pt x="2146008" y="169309"/>
                  <a:pt x="2140522" y="195713"/>
                </a:cubicBezTo>
                <a:cubicBezTo>
                  <a:pt x="2125777" y="240633"/>
                  <a:pt x="2113776" y="286581"/>
                  <a:pt x="2094916" y="329787"/>
                </a:cubicBezTo>
                <a:cubicBezTo>
                  <a:pt x="2078114" y="365791"/>
                  <a:pt x="2061655" y="401796"/>
                  <a:pt x="2048624" y="439515"/>
                </a:cubicBezTo>
                <a:cubicBezTo>
                  <a:pt x="2032508" y="481691"/>
                  <a:pt x="2013649" y="522839"/>
                  <a:pt x="1998561" y="565702"/>
                </a:cubicBezTo>
                <a:cubicBezTo>
                  <a:pt x="1982102" y="620909"/>
                  <a:pt x="1949183" y="669258"/>
                  <a:pt x="1900149" y="699433"/>
                </a:cubicBezTo>
                <a:close/>
                <a:moveTo>
                  <a:pt x="1839455" y="741610"/>
                </a:moveTo>
                <a:cubicBezTo>
                  <a:pt x="1838427" y="741952"/>
                  <a:pt x="1837055" y="742295"/>
                  <a:pt x="1836026" y="742981"/>
                </a:cubicBezTo>
                <a:cubicBezTo>
                  <a:pt x="1839113" y="741267"/>
                  <a:pt x="1842199" y="739895"/>
                  <a:pt x="1844942" y="738181"/>
                </a:cubicBezTo>
                <a:cubicBezTo>
                  <a:pt x="1843227" y="739209"/>
                  <a:pt x="1841170" y="740581"/>
                  <a:pt x="1839455" y="74161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24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F63A366E-0004-8C73-4E91-A9C502CB63C3}"/>
              </a:ext>
            </a:extLst>
          </p:cNvPr>
          <p:cNvSpPr/>
          <p:nvPr userDrawn="1"/>
        </p:nvSpPr>
        <p:spPr>
          <a:xfrm rot="9806353">
            <a:off x="2568183" y="1818227"/>
            <a:ext cx="7016970" cy="2847056"/>
          </a:xfrm>
          <a:custGeom>
            <a:avLst/>
            <a:gdLst>
              <a:gd name="connsiteX0" fmla="*/ 693689 w 3846171"/>
              <a:gd name="connsiteY0" fmla="*/ 385 h 1560541"/>
              <a:gd name="connsiteX1" fmla="*/ 690003 w 3846171"/>
              <a:gd name="connsiteY1" fmla="*/ 7946 h 1560541"/>
              <a:gd name="connsiteX2" fmla="*/ 919204 w 3846171"/>
              <a:gd name="connsiteY2" fmla="*/ 397302 h 1560541"/>
              <a:gd name="connsiteX3" fmla="*/ 1375210 w 3846171"/>
              <a:gd name="connsiteY3" fmla="*/ 663420 h 1560541"/>
              <a:gd name="connsiteX4" fmla="*/ 935523 w 3846171"/>
              <a:gd name="connsiteY4" fmla="*/ 643946 h 1560541"/>
              <a:gd name="connsiteX5" fmla="*/ 314860 w 3846171"/>
              <a:gd name="connsiteY5" fmla="*/ 290200 h 1560541"/>
              <a:gd name="connsiteX6" fmla="*/ 451115 w 3846171"/>
              <a:gd name="connsiteY6" fmla="*/ 375473 h 1560541"/>
              <a:gd name="connsiteX7" fmla="*/ 538195 w 3846171"/>
              <a:gd name="connsiteY7" fmla="*/ 392628 h 1560541"/>
              <a:gd name="connsiteX8" fmla="*/ 796011 w 3846171"/>
              <a:gd name="connsiteY8" fmla="*/ 597490 h 1560541"/>
              <a:gd name="connsiteX9" fmla="*/ 803682 w 3846171"/>
              <a:gd name="connsiteY9" fmla="*/ 601427 h 1560541"/>
              <a:gd name="connsiteX10" fmla="*/ 807241 w 3846171"/>
              <a:gd name="connsiteY10" fmla="*/ 598402 h 1560541"/>
              <a:gd name="connsiteX11" fmla="*/ 807614 w 3846171"/>
              <a:gd name="connsiteY11" fmla="*/ 593753 h 1560541"/>
              <a:gd name="connsiteX12" fmla="*/ 539041 w 3846171"/>
              <a:gd name="connsiteY12" fmla="*/ 380458 h 1560541"/>
              <a:gd name="connsiteX13" fmla="*/ 455065 w 3846171"/>
              <a:gd name="connsiteY13" fmla="*/ 363931 h 1560541"/>
              <a:gd name="connsiteX14" fmla="*/ 278472 w 3846171"/>
              <a:gd name="connsiteY14" fmla="*/ 218613 h 1560541"/>
              <a:gd name="connsiteX15" fmla="*/ 270499 w 3846171"/>
              <a:gd name="connsiteY15" fmla="*/ 215373 h 1560541"/>
              <a:gd name="connsiteX16" fmla="*/ 267245 w 3846171"/>
              <a:gd name="connsiteY16" fmla="*/ 223376 h 1560541"/>
              <a:gd name="connsiteX17" fmla="*/ 547830 w 3846171"/>
              <a:gd name="connsiteY17" fmla="*/ 528228 h 1560541"/>
              <a:gd name="connsiteX18" fmla="*/ 855374 w 3846171"/>
              <a:gd name="connsiteY18" fmla="*/ 641069 h 1560541"/>
              <a:gd name="connsiteX19" fmla="*/ 759975 w 3846171"/>
              <a:gd name="connsiteY19" fmla="*/ 650362 h 1560541"/>
              <a:gd name="connsiteX20" fmla="*/ 757959 w 3846171"/>
              <a:gd name="connsiteY20" fmla="*/ 650698 h 1560541"/>
              <a:gd name="connsiteX21" fmla="*/ 753995 w 3846171"/>
              <a:gd name="connsiteY21" fmla="*/ 650396 h 1560541"/>
              <a:gd name="connsiteX22" fmla="*/ 505321 w 3846171"/>
              <a:gd name="connsiteY22" fmla="*/ 673724 h 1560541"/>
              <a:gd name="connsiteX23" fmla="*/ 79051 w 3846171"/>
              <a:gd name="connsiteY23" fmla="*/ 550434 h 1560541"/>
              <a:gd name="connsiteX24" fmla="*/ 221952 w 3846171"/>
              <a:gd name="connsiteY24" fmla="*/ 575647 h 1560541"/>
              <a:gd name="connsiteX25" fmla="*/ 250285 w 3846171"/>
              <a:gd name="connsiteY25" fmla="*/ 572726 h 1560541"/>
              <a:gd name="connsiteX26" fmla="*/ 448125 w 3846171"/>
              <a:gd name="connsiteY26" fmla="*/ 609824 h 1560541"/>
              <a:gd name="connsiteX27" fmla="*/ 539096 w 3846171"/>
              <a:gd name="connsiteY27" fmla="*/ 654765 h 1560541"/>
              <a:gd name="connsiteX28" fmla="*/ 575759 w 3846171"/>
              <a:gd name="connsiteY28" fmla="*/ 666969 h 1560541"/>
              <a:gd name="connsiteX29" fmla="*/ 580406 w 3846171"/>
              <a:gd name="connsiteY29" fmla="*/ 666543 h 1560541"/>
              <a:gd name="connsiteX30" fmla="*/ 583392 w 3846171"/>
              <a:gd name="connsiteY30" fmla="*/ 662957 h 1560541"/>
              <a:gd name="connsiteX31" fmla="*/ 582964 w 3846171"/>
              <a:gd name="connsiteY31" fmla="*/ 658307 h 1560541"/>
              <a:gd name="connsiteX32" fmla="*/ 579380 w 3846171"/>
              <a:gd name="connsiteY32" fmla="*/ 655327 h 1560541"/>
              <a:gd name="connsiteX33" fmla="*/ 543197 w 3846171"/>
              <a:gd name="connsiteY33" fmla="*/ 643284 h 1560541"/>
              <a:gd name="connsiteX34" fmla="*/ 454585 w 3846171"/>
              <a:gd name="connsiteY34" fmla="*/ 599486 h 1560541"/>
              <a:gd name="connsiteX35" fmla="*/ 248499 w 3846171"/>
              <a:gd name="connsiteY35" fmla="*/ 560666 h 1560541"/>
              <a:gd name="connsiteX36" fmla="*/ 221406 w 3846171"/>
              <a:gd name="connsiteY36" fmla="*/ 563471 h 1560541"/>
              <a:gd name="connsiteX37" fmla="*/ 9635 w 3846171"/>
              <a:gd name="connsiteY37" fmla="*/ 501578 h 1560541"/>
              <a:gd name="connsiteX38" fmla="*/ 1230 w 3846171"/>
              <a:gd name="connsiteY38" fmla="*/ 502894 h 1560541"/>
              <a:gd name="connsiteX39" fmla="*/ 2324 w 3846171"/>
              <a:gd name="connsiteY39" fmla="*/ 511330 h 1560541"/>
              <a:gd name="connsiteX40" fmla="*/ 504930 w 3846171"/>
              <a:gd name="connsiteY40" fmla="*/ 685917 h 1560541"/>
              <a:gd name="connsiteX41" fmla="*/ 637131 w 3846171"/>
              <a:gd name="connsiteY41" fmla="*/ 681641 h 1560541"/>
              <a:gd name="connsiteX42" fmla="*/ 452109 w 3846171"/>
              <a:gd name="connsiteY42" fmla="*/ 791506 h 1560541"/>
              <a:gd name="connsiteX43" fmla="*/ 295054 w 3846171"/>
              <a:gd name="connsiteY43" fmla="*/ 881607 h 1560541"/>
              <a:gd name="connsiteX44" fmla="*/ 151273 w 3846171"/>
              <a:gd name="connsiteY44" fmla="*/ 898004 h 1560541"/>
              <a:gd name="connsiteX45" fmla="*/ 144912 w 3846171"/>
              <a:gd name="connsiteY45" fmla="*/ 903333 h 1560541"/>
              <a:gd name="connsiteX46" fmla="*/ 149750 w 3846171"/>
              <a:gd name="connsiteY46" fmla="*/ 910071 h 1560541"/>
              <a:gd name="connsiteX47" fmla="*/ 359838 w 3846171"/>
              <a:gd name="connsiteY47" fmla="*/ 908771 h 1560541"/>
              <a:gd name="connsiteX48" fmla="*/ 748982 w 3846171"/>
              <a:gd name="connsiteY48" fmla="*/ 681082 h 1560541"/>
              <a:gd name="connsiteX49" fmla="*/ 747987 w 3846171"/>
              <a:gd name="connsiteY49" fmla="*/ 672517 h 1560541"/>
              <a:gd name="connsiteX50" fmla="*/ 743499 w 3846171"/>
              <a:gd name="connsiteY50" fmla="*/ 671241 h 1560541"/>
              <a:gd name="connsiteX51" fmla="*/ 739422 w 3846171"/>
              <a:gd name="connsiteY51" fmla="*/ 673514 h 1560541"/>
              <a:gd name="connsiteX52" fmla="*/ 358223 w 3846171"/>
              <a:gd name="connsiteY52" fmla="*/ 896677 h 1560541"/>
              <a:gd name="connsiteX53" fmla="*/ 242399 w 3846171"/>
              <a:gd name="connsiteY53" fmla="*/ 905541 h 1560541"/>
              <a:gd name="connsiteX54" fmla="*/ 298387 w 3846171"/>
              <a:gd name="connsiteY54" fmla="*/ 893334 h 1560541"/>
              <a:gd name="connsiteX55" fmla="*/ 460421 w 3846171"/>
              <a:gd name="connsiteY55" fmla="*/ 800429 h 1560541"/>
              <a:gd name="connsiteX56" fmla="*/ 761645 w 3846171"/>
              <a:gd name="connsiteY56" fmla="*/ 662446 h 1560541"/>
              <a:gd name="connsiteX57" fmla="*/ 923803 w 3846171"/>
              <a:gd name="connsiteY57" fmla="*/ 654333 h 1560541"/>
              <a:gd name="connsiteX58" fmla="*/ 924022 w 3846171"/>
              <a:gd name="connsiteY58" fmla="*/ 654333 h 1560541"/>
              <a:gd name="connsiteX59" fmla="*/ 933538 w 3846171"/>
              <a:gd name="connsiteY59" fmla="*/ 655982 h 1560541"/>
              <a:gd name="connsiteX60" fmla="*/ 1420853 w 3846171"/>
              <a:gd name="connsiteY60" fmla="*/ 671821 h 1560541"/>
              <a:gd name="connsiteX61" fmla="*/ 1446334 w 3846171"/>
              <a:gd name="connsiteY61" fmla="*/ 675435 h 1560541"/>
              <a:gd name="connsiteX62" fmla="*/ 1193061 w 3846171"/>
              <a:gd name="connsiteY62" fmla="*/ 716836 h 1560541"/>
              <a:gd name="connsiteX63" fmla="*/ 907392 w 3846171"/>
              <a:gd name="connsiteY63" fmla="*/ 832860 h 1560541"/>
              <a:gd name="connsiteX64" fmla="*/ 674744 w 3846171"/>
              <a:gd name="connsiteY64" fmla="*/ 1064534 h 1560541"/>
              <a:gd name="connsiteX65" fmla="*/ 676798 w 3846171"/>
              <a:gd name="connsiteY65" fmla="*/ 1072729 h 1560541"/>
              <a:gd name="connsiteX66" fmla="*/ 685072 w 3846171"/>
              <a:gd name="connsiteY66" fmla="*/ 1071001 h 1560541"/>
              <a:gd name="connsiteX67" fmla="*/ 944144 w 3846171"/>
              <a:gd name="connsiteY67" fmla="*/ 935614 h 1560541"/>
              <a:gd name="connsiteX68" fmla="*/ 1016159 w 3846171"/>
              <a:gd name="connsiteY68" fmla="*/ 926108 h 1560541"/>
              <a:gd name="connsiteX69" fmla="*/ 1316008 w 3846171"/>
              <a:gd name="connsiteY69" fmla="*/ 725234 h 1560541"/>
              <a:gd name="connsiteX70" fmla="*/ 1315127 w 3846171"/>
              <a:gd name="connsiteY70" fmla="*/ 720660 h 1560541"/>
              <a:gd name="connsiteX71" fmla="*/ 1311242 w 3846171"/>
              <a:gd name="connsiteY71" fmla="*/ 718044 h 1560541"/>
              <a:gd name="connsiteX72" fmla="*/ 1304058 w 3846171"/>
              <a:gd name="connsiteY72" fmla="*/ 722806 h 1560541"/>
              <a:gd name="connsiteX73" fmla="*/ 1015192 w 3846171"/>
              <a:gd name="connsiteY73" fmla="*/ 913949 h 1560541"/>
              <a:gd name="connsiteX74" fmla="*/ 941818 w 3846171"/>
              <a:gd name="connsiteY74" fmla="*/ 923639 h 1560541"/>
              <a:gd name="connsiteX75" fmla="*/ 717233 w 3846171"/>
              <a:gd name="connsiteY75" fmla="*/ 1021092 h 1560541"/>
              <a:gd name="connsiteX76" fmla="*/ 1195873 w 3846171"/>
              <a:gd name="connsiteY76" fmla="*/ 728708 h 1560541"/>
              <a:gd name="connsiteX77" fmla="*/ 1537388 w 3846171"/>
              <a:gd name="connsiteY77" fmla="*/ 683675 h 1560541"/>
              <a:gd name="connsiteX78" fmla="*/ 1537408 w 3846171"/>
              <a:gd name="connsiteY78" fmla="*/ 683675 h 1560541"/>
              <a:gd name="connsiteX79" fmla="*/ 1915583 w 3846171"/>
              <a:gd name="connsiteY79" fmla="*/ 685067 h 1560541"/>
              <a:gd name="connsiteX80" fmla="*/ 1959203 w 3846171"/>
              <a:gd name="connsiteY80" fmla="*/ 694088 h 1560541"/>
              <a:gd name="connsiteX81" fmla="*/ 1771366 w 3846171"/>
              <a:gd name="connsiteY81" fmla="*/ 750232 h 1560541"/>
              <a:gd name="connsiteX82" fmla="*/ 1409538 w 3846171"/>
              <a:gd name="connsiteY82" fmla="*/ 1057261 h 1560541"/>
              <a:gd name="connsiteX83" fmla="*/ 1403547 w 3846171"/>
              <a:gd name="connsiteY83" fmla="*/ 1068631 h 1560541"/>
              <a:gd name="connsiteX84" fmla="*/ 1083512 w 3846171"/>
              <a:gd name="connsiteY84" fmla="*/ 1310558 h 1560541"/>
              <a:gd name="connsiteX85" fmla="*/ 1078790 w 3846171"/>
              <a:gd name="connsiteY85" fmla="*/ 1316939 h 1560541"/>
              <a:gd name="connsiteX86" fmla="*/ 1084345 w 3846171"/>
              <a:gd name="connsiteY86" fmla="*/ 1322580 h 1560541"/>
              <a:gd name="connsiteX87" fmla="*/ 1247164 w 3846171"/>
              <a:gd name="connsiteY87" fmla="*/ 1311950 h 1560541"/>
              <a:gd name="connsiteX88" fmla="*/ 1536678 w 3846171"/>
              <a:gd name="connsiteY88" fmla="*/ 1163039 h 1560541"/>
              <a:gd name="connsiteX89" fmla="*/ 1602909 w 3846171"/>
              <a:gd name="connsiteY89" fmla="*/ 1054418 h 1560541"/>
              <a:gd name="connsiteX90" fmla="*/ 1843330 w 3846171"/>
              <a:gd name="connsiteY90" fmla="*/ 744471 h 1560541"/>
              <a:gd name="connsiteX91" fmla="*/ 1846067 w 3846171"/>
              <a:gd name="connsiteY91" fmla="*/ 736293 h 1560541"/>
              <a:gd name="connsiteX92" fmla="*/ 1845785 w 3846171"/>
              <a:gd name="connsiteY92" fmla="*/ 735785 h 1560541"/>
              <a:gd name="connsiteX93" fmla="*/ 1998133 w 3846171"/>
              <a:gd name="connsiteY93" fmla="*/ 700196 h 1560541"/>
              <a:gd name="connsiteX94" fmla="*/ 2131514 w 3846171"/>
              <a:gd name="connsiteY94" fmla="*/ 708130 h 1560541"/>
              <a:gd name="connsiteX95" fmla="*/ 1854622 w 3846171"/>
              <a:gd name="connsiteY95" fmla="*/ 907585 h 1560541"/>
              <a:gd name="connsiteX96" fmla="*/ 1818319 w 3846171"/>
              <a:gd name="connsiteY96" fmla="*/ 989593 h 1560541"/>
              <a:gd name="connsiteX97" fmla="*/ 1610240 w 3846171"/>
              <a:gd name="connsiteY97" fmla="*/ 1323763 h 1560541"/>
              <a:gd name="connsiteX98" fmla="*/ 1607484 w 3846171"/>
              <a:gd name="connsiteY98" fmla="*/ 1331245 h 1560541"/>
              <a:gd name="connsiteX99" fmla="*/ 1614486 w 3846171"/>
              <a:gd name="connsiteY99" fmla="*/ 1335058 h 1560541"/>
              <a:gd name="connsiteX100" fmla="*/ 1846557 w 3846171"/>
              <a:gd name="connsiteY100" fmla="*/ 1222820 h 1560541"/>
              <a:gd name="connsiteX101" fmla="*/ 2025952 w 3846171"/>
              <a:gd name="connsiteY101" fmla="*/ 1036934 h 1560541"/>
              <a:gd name="connsiteX102" fmla="*/ 2149622 w 3846171"/>
              <a:gd name="connsiteY102" fmla="*/ 724195 h 1560541"/>
              <a:gd name="connsiteX103" fmla="*/ 2144736 w 3846171"/>
              <a:gd name="connsiteY103" fmla="*/ 717094 h 1560541"/>
              <a:gd name="connsiteX104" fmla="*/ 2143714 w 3846171"/>
              <a:gd name="connsiteY104" fmla="*/ 716994 h 1560541"/>
              <a:gd name="connsiteX105" fmla="*/ 2237134 w 3846171"/>
              <a:gd name="connsiteY105" fmla="*/ 693955 h 1560541"/>
              <a:gd name="connsiteX106" fmla="*/ 2442449 w 3846171"/>
              <a:gd name="connsiteY106" fmla="*/ 678120 h 1560541"/>
              <a:gd name="connsiteX107" fmla="*/ 2653455 w 3846171"/>
              <a:gd name="connsiteY107" fmla="*/ 679930 h 1560541"/>
              <a:gd name="connsiteX108" fmla="*/ 2664044 w 3846171"/>
              <a:gd name="connsiteY108" fmla="*/ 680808 h 1560541"/>
              <a:gd name="connsiteX109" fmla="*/ 2668787 w 3846171"/>
              <a:gd name="connsiteY109" fmla="*/ 678884 h 1560541"/>
              <a:gd name="connsiteX110" fmla="*/ 2761517 w 3846171"/>
              <a:gd name="connsiteY110" fmla="*/ 669077 h 1560541"/>
              <a:gd name="connsiteX111" fmla="*/ 2709328 w 3846171"/>
              <a:gd name="connsiteY111" fmla="*/ 690954 h 1560541"/>
              <a:gd name="connsiteX112" fmla="*/ 2307253 w 3846171"/>
              <a:gd name="connsiteY112" fmla="*/ 986740 h 1560541"/>
              <a:gd name="connsiteX113" fmla="*/ 2088915 w 3846171"/>
              <a:gd name="connsiteY113" fmla="*/ 1530624 h 1560541"/>
              <a:gd name="connsiteX114" fmla="*/ 2086683 w 3846171"/>
              <a:gd name="connsiteY114" fmla="*/ 1555152 h 1560541"/>
              <a:gd name="connsiteX115" fmla="*/ 2092745 w 3846171"/>
              <a:gd name="connsiteY115" fmla="*/ 1560542 h 1560541"/>
              <a:gd name="connsiteX116" fmla="*/ 2098815 w 3846171"/>
              <a:gd name="connsiteY116" fmla="*/ 1554973 h 1560541"/>
              <a:gd name="connsiteX117" fmla="*/ 2100684 w 3846171"/>
              <a:gd name="connsiteY117" fmla="*/ 1535191 h 1560541"/>
              <a:gd name="connsiteX118" fmla="*/ 2210206 w 3846171"/>
              <a:gd name="connsiteY118" fmla="*/ 1393001 h 1560541"/>
              <a:gd name="connsiteX119" fmla="*/ 2253278 w 3846171"/>
              <a:gd name="connsiteY119" fmla="*/ 1366169 h 1560541"/>
              <a:gd name="connsiteX120" fmla="*/ 2368831 w 3846171"/>
              <a:gd name="connsiteY120" fmla="*/ 958049 h 1560541"/>
              <a:gd name="connsiteX121" fmla="*/ 2361102 w 3846171"/>
              <a:gd name="connsiteY121" fmla="*/ 954226 h 1560541"/>
              <a:gd name="connsiteX122" fmla="*/ 2357282 w 3846171"/>
              <a:gd name="connsiteY122" fmla="*/ 961955 h 1560541"/>
              <a:gd name="connsiteX123" fmla="*/ 2349543 w 3846171"/>
              <a:gd name="connsiteY123" fmla="*/ 1250646 h 1560541"/>
              <a:gd name="connsiteX124" fmla="*/ 2247328 w 3846171"/>
              <a:gd name="connsiteY124" fmla="*/ 1355522 h 1560541"/>
              <a:gd name="connsiteX125" fmla="*/ 2203173 w 3846171"/>
              <a:gd name="connsiteY125" fmla="*/ 1383033 h 1560541"/>
              <a:gd name="connsiteX126" fmla="*/ 2107147 w 3846171"/>
              <a:gd name="connsiteY126" fmla="*/ 1483314 h 1560541"/>
              <a:gd name="connsiteX127" fmla="*/ 2714008 w 3846171"/>
              <a:gd name="connsiteY127" fmla="*/ 702219 h 1560541"/>
              <a:gd name="connsiteX128" fmla="*/ 3129401 w 3846171"/>
              <a:gd name="connsiteY128" fmla="*/ 585708 h 1560541"/>
              <a:gd name="connsiteX129" fmla="*/ 2882743 w 3846171"/>
              <a:gd name="connsiteY129" fmla="*/ 751322 h 1560541"/>
              <a:gd name="connsiteX130" fmla="*/ 2699151 w 3846171"/>
              <a:gd name="connsiteY130" fmla="*/ 980581 h 1560541"/>
              <a:gd name="connsiteX131" fmla="*/ 2586515 w 3846171"/>
              <a:gd name="connsiteY131" fmla="*/ 1220570 h 1560541"/>
              <a:gd name="connsiteX132" fmla="*/ 2558949 w 3846171"/>
              <a:gd name="connsiteY132" fmla="*/ 1283012 h 1560541"/>
              <a:gd name="connsiteX133" fmla="*/ 2581814 w 3846171"/>
              <a:gd name="connsiteY133" fmla="*/ 1305843 h 1560541"/>
              <a:gd name="connsiteX134" fmla="*/ 2605978 w 3846171"/>
              <a:gd name="connsiteY134" fmla="*/ 1285927 h 1560541"/>
              <a:gd name="connsiteX135" fmla="*/ 2605953 w 3846171"/>
              <a:gd name="connsiteY135" fmla="*/ 1275098 h 1560541"/>
              <a:gd name="connsiteX136" fmla="*/ 2603629 w 3846171"/>
              <a:gd name="connsiteY136" fmla="*/ 1263968 h 1560541"/>
              <a:gd name="connsiteX137" fmla="*/ 2598712 w 3846171"/>
              <a:gd name="connsiteY137" fmla="*/ 1242550 h 1560541"/>
              <a:gd name="connsiteX138" fmla="*/ 2597103 w 3846171"/>
              <a:gd name="connsiteY138" fmla="*/ 1227363 h 1560541"/>
              <a:gd name="connsiteX139" fmla="*/ 2709722 w 3846171"/>
              <a:gd name="connsiteY139" fmla="*/ 986664 h 1560541"/>
              <a:gd name="connsiteX140" fmla="*/ 3175092 w 3846171"/>
              <a:gd name="connsiteY140" fmla="*/ 579858 h 1560541"/>
              <a:gd name="connsiteX141" fmla="*/ 3180294 w 3846171"/>
              <a:gd name="connsiteY141" fmla="*/ 579275 h 1560541"/>
              <a:gd name="connsiteX142" fmla="*/ 3197854 w 3846171"/>
              <a:gd name="connsiteY142" fmla="*/ 578264 h 1560541"/>
              <a:gd name="connsiteX143" fmla="*/ 2916806 w 3846171"/>
              <a:gd name="connsiteY143" fmla="*/ 807012 h 1560541"/>
              <a:gd name="connsiteX144" fmla="*/ 2767795 w 3846171"/>
              <a:gd name="connsiteY144" fmla="*/ 1098357 h 1560541"/>
              <a:gd name="connsiteX145" fmla="*/ 2718250 w 3846171"/>
              <a:gd name="connsiteY145" fmla="*/ 1425799 h 1560541"/>
              <a:gd name="connsiteX146" fmla="*/ 2707808 w 3846171"/>
              <a:gd name="connsiteY146" fmla="*/ 1489418 h 1560541"/>
              <a:gd name="connsiteX147" fmla="*/ 2735405 w 3846171"/>
              <a:gd name="connsiteY147" fmla="*/ 1506230 h 1560541"/>
              <a:gd name="connsiteX148" fmla="*/ 2754206 w 3846171"/>
              <a:gd name="connsiteY148" fmla="*/ 1481188 h 1560541"/>
              <a:gd name="connsiteX149" fmla="*/ 2754179 w 3846171"/>
              <a:gd name="connsiteY149" fmla="*/ 1480948 h 1560541"/>
              <a:gd name="connsiteX150" fmla="*/ 2746755 w 3846171"/>
              <a:gd name="connsiteY150" fmla="*/ 1460398 h 1560541"/>
              <a:gd name="connsiteX151" fmla="*/ 2736934 w 3846171"/>
              <a:gd name="connsiteY151" fmla="*/ 1440740 h 1560541"/>
              <a:gd name="connsiteX152" fmla="*/ 2730395 w 3846171"/>
              <a:gd name="connsiteY152" fmla="*/ 1421496 h 1560541"/>
              <a:gd name="connsiteX153" fmla="*/ 2779537 w 3846171"/>
              <a:gd name="connsiteY153" fmla="*/ 1101673 h 1560541"/>
              <a:gd name="connsiteX154" fmla="*/ 3231074 w 3846171"/>
              <a:gd name="connsiteY154" fmla="*/ 575860 h 1560541"/>
              <a:gd name="connsiteX155" fmla="*/ 3265172 w 3846171"/>
              <a:gd name="connsiteY155" fmla="*/ 572705 h 1560541"/>
              <a:gd name="connsiteX156" fmla="*/ 3267545 w 3846171"/>
              <a:gd name="connsiteY156" fmla="*/ 572640 h 1560541"/>
              <a:gd name="connsiteX157" fmla="*/ 3269557 w 3846171"/>
              <a:gd name="connsiteY157" fmla="*/ 572242 h 1560541"/>
              <a:gd name="connsiteX158" fmla="*/ 3331870 w 3846171"/>
              <a:gd name="connsiteY158" fmla="*/ 564284 h 1560541"/>
              <a:gd name="connsiteX159" fmla="*/ 3131743 w 3846171"/>
              <a:gd name="connsiteY159" fmla="*/ 748760 h 1560541"/>
              <a:gd name="connsiteX160" fmla="*/ 3018716 w 3846171"/>
              <a:gd name="connsiteY160" fmla="*/ 1084700 h 1560541"/>
              <a:gd name="connsiteX161" fmla="*/ 3023798 w 3846171"/>
              <a:gd name="connsiteY161" fmla="*/ 1091047 h 1560541"/>
              <a:gd name="connsiteX162" fmla="*/ 3030673 w 3846171"/>
              <a:gd name="connsiteY162" fmla="*/ 1086699 h 1560541"/>
              <a:gd name="connsiteX163" fmla="*/ 3175977 w 3846171"/>
              <a:gd name="connsiteY163" fmla="*/ 918753 h 1560541"/>
              <a:gd name="connsiteX164" fmla="*/ 3246768 w 3846171"/>
              <a:gd name="connsiteY164" fmla="*/ 871622 h 1560541"/>
              <a:gd name="connsiteX165" fmla="*/ 3396002 w 3846171"/>
              <a:gd name="connsiteY165" fmla="*/ 558773 h 1560541"/>
              <a:gd name="connsiteX166" fmla="*/ 3389549 w 3846171"/>
              <a:gd name="connsiteY166" fmla="*/ 553074 h 1560541"/>
              <a:gd name="connsiteX167" fmla="*/ 3385352 w 3846171"/>
              <a:gd name="connsiteY167" fmla="*/ 555118 h 1560541"/>
              <a:gd name="connsiteX168" fmla="*/ 3383829 w 3846171"/>
              <a:gd name="connsiteY168" fmla="*/ 559531 h 1560541"/>
              <a:gd name="connsiteX169" fmla="*/ 3240696 w 3846171"/>
              <a:gd name="connsiteY169" fmla="*/ 861040 h 1560541"/>
              <a:gd name="connsiteX170" fmla="*/ 3168453 w 3846171"/>
              <a:gd name="connsiteY170" fmla="*/ 909145 h 1560541"/>
              <a:gd name="connsiteX171" fmla="*/ 3033464 w 3846171"/>
              <a:gd name="connsiteY171" fmla="*/ 1052368 h 1560541"/>
              <a:gd name="connsiteX172" fmla="*/ 3355945 w 3846171"/>
              <a:gd name="connsiteY172" fmla="*/ 563958 h 1560541"/>
              <a:gd name="connsiteX173" fmla="*/ 3581223 w 3846171"/>
              <a:gd name="connsiteY173" fmla="*/ 469811 h 1560541"/>
              <a:gd name="connsiteX174" fmla="*/ 3659281 w 3846171"/>
              <a:gd name="connsiteY174" fmla="*/ 452196 h 1560541"/>
              <a:gd name="connsiteX175" fmla="*/ 3659377 w 3846171"/>
              <a:gd name="connsiteY175" fmla="*/ 452183 h 1560541"/>
              <a:gd name="connsiteX176" fmla="*/ 3660810 w 3846171"/>
              <a:gd name="connsiteY176" fmla="*/ 451778 h 1560541"/>
              <a:gd name="connsiteX177" fmla="*/ 3843106 w 3846171"/>
              <a:gd name="connsiteY177" fmla="*/ 379941 h 1560541"/>
              <a:gd name="connsiteX178" fmla="*/ 3846131 w 3846171"/>
              <a:gd name="connsiteY178" fmla="*/ 373943 h 1560541"/>
              <a:gd name="connsiteX179" fmla="*/ 3845362 w 3846171"/>
              <a:gd name="connsiteY179" fmla="*/ 371618 h 1560541"/>
              <a:gd name="connsiteX180" fmla="*/ 3841669 w 3846171"/>
              <a:gd name="connsiteY180" fmla="*/ 368766 h 1560541"/>
              <a:gd name="connsiteX181" fmla="*/ 3837036 w 3846171"/>
              <a:gd name="connsiteY181" fmla="*/ 369362 h 1560541"/>
              <a:gd name="connsiteX182" fmla="*/ 3656925 w 3846171"/>
              <a:gd name="connsiteY182" fmla="*/ 440226 h 1560541"/>
              <a:gd name="connsiteX183" fmla="*/ 3578679 w 3846171"/>
              <a:gd name="connsiteY183" fmla="*/ 457885 h 1560541"/>
              <a:gd name="connsiteX184" fmla="*/ 3544293 w 3846171"/>
              <a:gd name="connsiteY184" fmla="*/ 463193 h 1560541"/>
              <a:gd name="connsiteX185" fmla="*/ 3455924 w 3846171"/>
              <a:gd name="connsiteY185" fmla="*/ 469321 h 1560541"/>
              <a:gd name="connsiteX186" fmla="*/ 3459644 w 3846171"/>
              <a:gd name="connsiteY186" fmla="*/ 461911 h 1560541"/>
              <a:gd name="connsiteX187" fmla="*/ 3213051 w 3846171"/>
              <a:gd name="connsiteY187" fmla="*/ 322453 h 1560541"/>
              <a:gd name="connsiteX188" fmla="*/ 3178154 w 3846171"/>
              <a:gd name="connsiteY188" fmla="*/ 323643 h 1560541"/>
              <a:gd name="connsiteX189" fmla="*/ 2999867 w 3846171"/>
              <a:gd name="connsiteY189" fmla="*/ 258581 h 1560541"/>
              <a:gd name="connsiteX190" fmla="*/ 2991325 w 3846171"/>
              <a:gd name="connsiteY190" fmla="*/ 258074 h 1560541"/>
              <a:gd name="connsiteX191" fmla="*/ 2990680 w 3846171"/>
              <a:gd name="connsiteY191" fmla="*/ 266602 h 1560541"/>
              <a:gd name="connsiteX192" fmla="*/ 3268834 w 3846171"/>
              <a:gd name="connsiteY192" fmla="*/ 455389 h 1560541"/>
              <a:gd name="connsiteX193" fmla="*/ 3511306 w 3846171"/>
              <a:gd name="connsiteY193" fmla="*/ 479022 h 1560541"/>
              <a:gd name="connsiteX194" fmla="*/ 3360985 w 3846171"/>
              <a:gd name="connsiteY194" fmla="*/ 546984 h 1560541"/>
              <a:gd name="connsiteX195" fmla="*/ 3264105 w 3846171"/>
              <a:gd name="connsiteY195" fmla="*/ 560536 h 1560541"/>
              <a:gd name="connsiteX196" fmla="*/ 3178665 w 3846171"/>
              <a:gd name="connsiteY196" fmla="*/ 567130 h 1560541"/>
              <a:gd name="connsiteX197" fmla="*/ 2842579 w 3846171"/>
              <a:gd name="connsiteY197" fmla="*/ 551343 h 1560541"/>
              <a:gd name="connsiteX198" fmla="*/ 2025252 w 3846171"/>
              <a:gd name="connsiteY198" fmla="*/ 27151 h 1560541"/>
              <a:gd name="connsiteX199" fmla="*/ 2290462 w 3846171"/>
              <a:gd name="connsiteY199" fmla="*/ 116347 h 1560541"/>
              <a:gd name="connsiteX200" fmla="*/ 2330258 w 3846171"/>
              <a:gd name="connsiteY200" fmla="*/ 119306 h 1560541"/>
              <a:gd name="connsiteX201" fmla="*/ 2525756 w 3846171"/>
              <a:gd name="connsiteY201" fmla="*/ 289659 h 1560541"/>
              <a:gd name="connsiteX202" fmla="*/ 2725413 w 3846171"/>
              <a:gd name="connsiteY202" fmla="*/ 521363 h 1560541"/>
              <a:gd name="connsiteX203" fmla="*/ 2730080 w 3846171"/>
              <a:gd name="connsiteY203" fmla="*/ 521387 h 1560541"/>
              <a:gd name="connsiteX204" fmla="*/ 2733396 w 3846171"/>
              <a:gd name="connsiteY204" fmla="*/ 518105 h 1560541"/>
              <a:gd name="connsiteX205" fmla="*/ 2733423 w 3846171"/>
              <a:gd name="connsiteY205" fmla="*/ 513438 h 1560541"/>
              <a:gd name="connsiteX206" fmla="*/ 2730135 w 3846171"/>
              <a:gd name="connsiteY206" fmla="*/ 510119 h 1560541"/>
              <a:gd name="connsiteX207" fmla="*/ 2537497 w 3846171"/>
              <a:gd name="connsiteY207" fmla="*/ 286377 h 1560541"/>
              <a:gd name="connsiteX208" fmla="*/ 2330687 w 3846171"/>
              <a:gd name="connsiteY208" fmla="*/ 107126 h 1560541"/>
              <a:gd name="connsiteX209" fmla="*/ 2291977 w 3846171"/>
              <a:gd name="connsiteY209" fmla="*/ 104246 h 1560541"/>
              <a:gd name="connsiteX210" fmla="*/ 2011341 w 3846171"/>
              <a:gd name="connsiteY210" fmla="*/ 4362 h 1560541"/>
              <a:gd name="connsiteX211" fmla="*/ 2003773 w 3846171"/>
              <a:gd name="connsiteY211" fmla="*/ 4911 h 1560541"/>
              <a:gd name="connsiteX212" fmla="*/ 2002593 w 3846171"/>
              <a:gd name="connsiteY212" fmla="*/ 12400 h 1560541"/>
              <a:gd name="connsiteX213" fmla="*/ 2392560 w 3846171"/>
              <a:gd name="connsiteY213" fmla="*/ 410438 h 1560541"/>
              <a:gd name="connsiteX214" fmla="*/ 2841022 w 3846171"/>
              <a:gd name="connsiteY214" fmla="*/ 563447 h 1560541"/>
              <a:gd name="connsiteX215" fmla="*/ 3076457 w 3846171"/>
              <a:gd name="connsiteY215" fmla="*/ 581662 h 1560541"/>
              <a:gd name="connsiteX216" fmla="*/ 2823767 w 3846171"/>
              <a:gd name="connsiteY216" fmla="*/ 646103 h 1560541"/>
              <a:gd name="connsiteX217" fmla="*/ 2823733 w 3846171"/>
              <a:gd name="connsiteY217" fmla="*/ 646107 h 1560541"/>
              <a:gd name="connsiteX218" fmla="*/ 2653836 w 3846171"/>
              <a:gd name="connsiteY218" fmla="*/ 667747 h 1560541"/>
              <a:gd name="connsiteX219" fmla="*/ 2335303 w 3846171"/>
              <a:gd name="connsiteY219" fmla="*/ 579728 h 1560541"/>
              <a:gd name="connsiteX220" fmla="*/ 1863880 w 3846171"/>
              <a:gd name="connsiteY220" fmla="*/ 94020 h 1560541"/>
              <a:gd name="connsiteX221" fmla="*/ 1865009 w 3846171"/>
              <a:gd name="connsiteY221" fmla="*/ 73566 h 1560541"/>
              <a:gd name="connsiteX222" fmla="*/ 1869185 w 3846171"/>
              <a:gd name="connsiteY222" fmla="*/ 51995 h 1560541"/>
              <a:gd name="connsiteX223" fmla="*/ 1871019 w 3846171"/>
              <a:gd name="connsiteY223" fmla="*/ 31729 h 1560541"/>
              <a:gd name="connsiteX224" fmla="*/ 1870772 w 3846171"/>
              <a:gd name="connsiteY224" fmla="*/ 29967 h 1560541"/>
              <a:gd name="connsiteX225" fmla="*/ 1845933 w 3846171"/>
              <a:gd name="connsiteY225" fmla="*/ 10894 h 1560541"/>
              <a:gd name="connsiteX226" fmla="*/ 1823867 w 3846171"/>
              <a:gd name="connsiteY226" fmla="*/ 34503 h 1560541"/>
              <a:gd name="connsiteX227" fmla="*/ 1849715 w 3846171"/>
              <a:gd name="connsiteY227" fmla="*/ 91418 h 1560541"/>
              <a:gd name="connsiteX228" fmla="*/ 2056316 w 3846171"/>
              <a:gd name="connsiteY228" fmla="*/ 405298 h 1560541"/>
              <a:gd name="connsiteX229" fmla="*/ 2330258 w 3846171"/>
              <a:gd name="connsiteY229" fmla="*/ 590838 h 1560541"/>
              <a:gd name="connsiteX230" fmla="*/ 2586826 w 3846171"/>
              <a:gd name="connsiteY230" fmla="*/ 670514 h 1560541"/>
              <a:gd name="connsiteX231" fmla="*/ 2481515 w 3846171"/>
              <a:gd name="connsiteY231" fmla="*/ 668628 h 1560541"/>
              <a:gd name="connsiteX232" fmla="*/ 2479008 w 3846171"/>
              <a:gd name="connsiteY232" fmla="*/ 667788 h 1560541"/>
              <a:gd name="connsiteX233" fmla="*/ 2443152 w 3846171"/>
              <a:gd name="connsiteY233" fmla="*/ 665954 h 1560541"/>
              <a:gd name="connsiteX234" fmla="*/ 2417955 w 3846171"/>
              <a:gd name="connsiteY234" fmla="*/ 663605 h 1560541"/>
              <a:gd name="connsiteX235" fmla="*/ 1754344 w 3846171"/>
              <a:gd name="connsiteY235" fmla="*/ 318119 h 1560541"/>
              <a:gd name="connsiteX236" fmla="*/ 1750926 w 3846171"/>
              <a:gd name="connsiteY236" fmla="*/ 306522 h 1560541"/>
              <a:gd name="connsiteX237" fmla="*/ 1747174 w 3846171"/>
              <a:gd name="connsiteY237" fmla="*/ 284868 h 1560541"/>
              <a:gd name="connsiteX238" fmla="*/ 1740841 w 3846171"/>
              <a:gd name="connsiteY238" fmla="*/ 263711 h 1560541"/>
              <a:gd name="connsiteX239" fmla="*/ 1710848 w 3846171"/>
              <a:gd name="connsiteY239" fmla="*/ 254700 h 1560541"/>
              <a:gd name="connsiteX240" fmla="*/ 1698602 w 3846171"/>
              <a:gd name="connsiteY240" fmla="*/ 284604 h 1560541"/>
              <a:gd name="connsiteX241" fmla="*/ 1750127 w 3846171"/>
              <a:gd name="connsiteY241" fmla="*/ 332521 h 1560541"/>
              <a:gd name="connsiteX242" fmla="*/ 2056672 w 3846171"/>
              <a:gd name="connsiteY242" fmla="*/ 578336 h 1560541"/>
              <a:gd name="connsiteX243" fmla="*/ 2353757 w 3846171"/>
              <a:gd name="connsiteY243" fmla="*/ 667600 h 1560541"/>
              <a:gd name="connsiteX244" fmla="*/ 2235117 w 3846171"/>
              <a:gd name="connsiteY244" fmla="*/ 681929 h 1560541"/>
              <a:gd name="connsiteX245" fmla="*/ 2184344 w 3846171"/>
              <a:gd name="connsiteY245" fmla="*/ 692943 h 1560541"/>
              <a:gd name="connsiteX246" fmla="*/ 2184245 w 3846171"/>
              <a:gd name="connsiteY246" fmla="*/ 692947 h 1560541"/>
              <a:gd name="connsiteX247" fmla="*/ 1856333 w 3846171"/>
              <a:gd name="connsiteY247" fmla="*/ 656033 h 1560541"/>
              <a:gd name="connsiteX248" fmla="*/ 1414363 w 3846171"/>
              <a:gd name="connsiteY248" fmla="*/ 229384 h 1560541"/>
              <a:gd name="connsiteX249" fmla="*/ 1563925 w 3846171"/>
              <a:gd name="connsiteY249" fmla="*/ 355146 h 1560541"/>
              <a:gd name="connsiteX250" fmla="*/ 1583693 w 3846171"/>
              <a:gd name="connsiteY250" fmla="*/ 362854 h 1560541"/>
              <a:gd name="connsiteX251" fmla="*/ 1670591 w 3846171"/>
              <a:gd name="connsiteY251" fmla="*/ 483057 h 1560541"/>
              <a:gd name="connsiteX252" fmla="*/ 1741218 w 3846171"/>
              <a:gd name="connsiteY252" fmla="*/ 606402 h 1560541"/>
              <a:gd name="connsiteX253" fmla="*/ 1745418 w 3846171"/>
              <a:gd name="connsiteY253" fmla="*/ 608439 h 1560541"/>
              <a:gd name="connsiteX254" fmla="*/ 1749828 w 3846171"/>
              <a:gd name="connsiteY254" fmla="*/ 606906 h 1560541"/>
              <a:gd name="connsiteX255" fmla="*/ 1750336 w 3846171"/>
              <a:gd name="connsiteY255" fmla="*/ 598299 h 1560541"/>
              <a:gd name="connsiteX256" fmla="*/ 1682441 w 3846171"/>
              <a:gd name="connsiteY256" fmla="*/ 480208 h 1560541"/>
              <a:gd name="connsiteX257" fmla="*/ 1587794 w 3846171"/>
              <a:gd name="connsiteY257" fmla="*/ 351367 h 1560541"/>
              <a:gd name="connsiteX258" fmla="*/ 1568804 w 3846171"/>
              <a:gd name="connsiteY258" fmla="*/ 343970 h 1560541"/>
              <a:gd name="connsiteX259" fmla="*/ 1391937 w 3846171"/>
              <a:gd name="connsiteY259" fmla="*/ 163516 h 1560541"/>
              <a:gd name="connsiteX260" fmla="*/ 1384283 w 3846171"/>
              <a:gd name="connsiteY260" fmla="*/ 159840 h 1560541"/>
              <a:gd name="connsiteX261" fmla="*/ 1380374 w 3846171"/>
              <a:gd name="connsiteY261" fmla="*/ 167377 h 1560541"/>
              <a:gd name="connsiteX262" fmla="*/ 1584300 w 3846171"/>
              <a:gd name="connsiteY262" fmla="*/ 511618 h 1560541"/>
              <a:gd name="connsiteX263" fmla="*/ 1852599 w 3846171"/>
              <a:gd name="connsiteY263" fmla="*/ 667641 h 1560541"/>
              <a:gd name="connsiteX264" fmla="*/ 1876869 w 3846171"/>
              <a:gd name="connsiteY264" fmla="*/ 675013 h 1560541"/>
              <a:gd name="connsiteX265" fmla="*/ 1474027 w 3846171"/>
              <a:gd name="connsiteY265" fmla="*/ 666286 h 1560541"/>
              <a:gd name="connsiteX266" fmla="*/ 1257654 w 3846171"/>
              <a:gd name="connsiteY266" fmla="*/ 616332 h 1560541"/>
              <a:gd name="connsiteX267" fmla="*/ 1257825 w 3846171"/>
              <a:gd name="connsiteY267" fmla="*/ 612972 h 1560541"/>
              <a:gd name="connsiteX268" fmla="*/ 1010581 w 3846171"/>
              <a:gd name="connsiteY268" fmla="*/ 319467 h 1560541"/>
              <a:gd name="connsiteX269" fmla="*/ 845481 w 3846171"/>
              <a:gd name="connsiteY269" fmla="*/ 211676 h 1560541"/>
              <a:gd name="connsiteX270" fmla="*/ 701394 w 3846171"/>
              <a:gd name="connsiteY270" fmla="*/ 3697 h 1560541"/>
              <a:gd name="connsiteX271" fmla="*/ 693689 w 3846171"/>
              <a:gd name="connsiteY271" fmla="*/ 385 h 1560541"/>
              <a:gd name="connsiteX272" fmla="*/ 1591525 w 3846171"/>
              <a:gd name="connsiteY272" fmla="*/ 1050056 h 1560541"/>
              <a:gd name="connsiteX273" fmla="*/ 1527684 w 3846171"/>
              <a:gd name="connsiteY273" fmla="*/ 1154809 h 1560541"/>
              <a:gd name="connsiteX274" fmla="*/ 1245227 w 3846171"/>
              <a:gd name="connsiteY274" fmla="*/ 1299911 h 1560541"/>
              <a:gd name="connsiteX275" fmla="*/ 1126848 w 3846171"/>
              <a:gd name="connsiteY275" fmla="*/ 1311415 h 1560541"/>
              <a:gd name="connsiteX276" fmla="*/ 1414414 w 3846171"/>
              <a:gd name="connsiteY276" fmla="*/ 1074186 h 1560541"/>
              <a:gd name="connsiteX277" fmla="*/ 1420205 w 3846171"/>
              <a:gd name="connsiteY277" fmla="*/ 1063190 h 1560541"/>
              <a:gd name="connsiteX278" fmla="*/ 1775786 w 3846171"/>
              <a:gd name="connsiteY278" fmla="*/ 761612 h 1560541"/>
              <a:gd name="connsiteX279" fmla="*/ 1814324 w 3846171"/>
              <a:gd name="connsiteY279" fmla="*/ 746628 h 1560541"/>
              <a:gd name="connsiteX280" fmla="*/ 1591525 w 3846171"/>
              <a:gd name="connsiteY280" fmla="*/ 1050056 h 1560541"/>
              <a:gd name="connsiteX281" fmla="*/ 2137631 w 3846171"/>
              <a:gd name="connsiteY281" fmla="*/ 721990 h 1560541"/>
              <a:gd name="connsiteX282" fmla="*/ 1839730 w 3846171"/>
              <a:gd name="connsiteY282" fmla="*/ 1212714 h 1560541"/>
              <a:gd name="connsiteX283" fmla="*/ 1649804 w 3846171"/>
              <a:gd name="connsiteY283" fmla="*/ 1311939 h 1560541"/>
              <a:gd name="connsiteX284" fmla="*/ 1830057 w 3846171"/>
              <a:gd name="connsiteY284" fmla="*/ 992912 h 1560541"/>
              <a:gd name="connsiteX285" fmla="*/ 1864881 w 3846171"/>
              <a:gd name="connsiteY285" fmla="*/ 914182 h 1560541"/>
              <a:gd name="connsiteX286" fmla="*/ 2140055 w 3846171"/>
              <a:gd name="connsiteY286" fmla="*/ 718157 h 1560541"/>
              <a:gd name="connsiteX287" fmla="*/ 2137631 w 3846171"/>
              <a:gd name="connsiteY287" fmla="*/ 721990 h 1560541"/>
              <a:gd name="connsiteX288" fmla="*/ 3040946 w 3846171"/>
              <a:gd name="connsiteY288" fmla="*/ 302987 h 1560541"/>
              <a:gd name="connsiteX289" fmla="*/ 3177966 w 3846171"/>
              <a:gd name="connsiteY289" fmla="*/ 335840 h 1560541"/>
              <a:gd name="connsiteX290" fmla="*/ 3214015 w 3846171"/>
              <a:gd name="connsiteY290" fmla="*/ 334613 h 1560541"/>
              <a:gd name="connsiteX291" fmla="*/ 3447941 w 3846171"/>
              <a:gd name="connsiteY291" fmla="*/ 465306 h 1560541"/>
              <a:gd name="connsiteX292" fmla="*/ 3451703 w 3846171"/>
              <a:gd name="connsiteY292" fmla="*/ 469331 h 1560541"/>
              <a:gd name="connsiteX293" fmla="*/ 3040946 w 3846171"/>
              <a:gd name="connsiteY293" fmla="*/ 302987 h 1560541"/>
              <a:gd name="connsiteX294" fmla="*/ 836853 w 3846171"/>
              <a:gd name="connsiteY294" fmla="*/ 220280 h 1560541"/>
              <a:gd name="connsiteX295" fmla="*/ 1006051 w 3846171"/>
              <a:gd name="connsiteY295" fmla="*/ 330786 h 1560541"/>
              <a:gd name="connsiteX296" fmla="*/ 1244942 w 3846171"/>
              <a:gd name="connsiteY296" fmla="*/ 611422 h 1560541"/>
              <a:gd name="connsiteX297" fmla="*/ 928332 w 3846171"/>
              <a:gd name="connsiteY297" fmla="*/ 389223 h 1560541"/>
              <a:gd name="connsiteX298" fmla="*/ 731957 w 3846171"/>
              <a:gd name="connsiteY298" fmla="*/ 85835 h 1560541"/>
              <a:gd name="connsiteX299" fmla="*/ 836853 w 3846171"/>
              <a:gd name="connsiteY299" fmla="*/ 220280 h 1560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</a:cxnLst>
            <a:rect l="l" t="t" r="r" b="b"/>
            <a:pathLst>
              <a:path w="3846171" h="1560541">
                <a:moveTo>
                  <a:pt x="693689" y="385"/>
                </a:moveTo>
                <a:cubicBezTo>
                  <a:pt x="690641" y="1520"/>
                  <a:pt x="689012" y="4842"/>
                  <a:pt x="690003" y="7946"/>
                </a:cubicBezTo>
                <a:cubicBezTo>
                  <a:pt x="732818" y="142839"/>
                  <a:pt x="809933" y="273837"/>
                  <a:pt x="919204" y="397302"/>
                </a:cubicBezTo>
                <a:cubicBezTo>
                  <a:pt x="1039696" y="533443"/>
                  <a:pt x="1199014" y="625851"/>
                  <a:pt x="1375210" y="663420"/>
                </a:cubicBezTo>
                <a:cubicBezTo>
                  <a:pt x="1296127" y="668752"/>
                  <a:pt x="1122767" y="674667"/>
                  <a:pt x="935523" y="643946"/>
                </a:cubicBezTo>
                <a:cubicBezTo>
                  <a:pt x="727660" y="609845"/>
                  <a:pt x="453035" y="520708"/>
                  <a:pt x="314860" y="290200"/>
                </a:cubicBezTo>
                <a:cubicBezTo>
                  <a:pt x="342169" y="318534"/>
                  <a:pt x="386111" y="353181"/>
                  <a:pt x="451115" y="375473"/>
                </a:cubicBezTo>
                <a:cubicBezTo>
                  <a:pt x="477988" y="384690"/>
                  <a:pt x="507285" y="390461"/>
                  <a:pt x="538195" y="392628"/>
                </a:cubicBezTo>
                <a:cubicBezTo>
                  <a:pt x="597214" y="396763"/>
                  <a:pt x="740488" y="425005"/>
                  <a:pt x="796011" y="597490"/>
                </a:cubicBezTo>
                <a:cubicBezTo>
                  <a:pt x="797040" y="600693"/>
                  <a:pt x="800482" y="602459"/>
                  <a:pt x="803682" y="601427"/>
                </a:cubicBezTo>
                <a:cubicBezTo>
                  <a:pt x="805235" y="600926"/>
                  <a:pt x="806500" y="599853"/>
                  <a:pt x="807241" y="598402"/>
                </a:cubicBezTo>
                <a:cubicBezTo>
                  <a:pt x="807985" y="596952"/>
                  <a:pt x="808118" y="595302"/>
                  <a:pt x="807614" y="593753"/>
                </a:cubicBezTo>
                <a:cubicBezTo>
                  <a:pt x="749819" y="414193"/>
                  <a:pt x="600540" y="384772"/>
                  <a:pt x="539041" y="380458"/>
                </a:cubicBezTo>
                <a:cubicBezTo>
                  <a:pt x="509188" y="378367"/>
                  <a:pt x="480934" y="372805"/>
                  <a:pt x="455065" y="363931"/>
                </a:cubicBezTo>
                <a:cubicBezTo>
                  <a:pt x="322716" y="318548"/>
                  <a:pt x="280248" y="222745"/>
                  <a:pt x="278472" y="218613"/>
                </a:cubicBezTo>
                <a:cubicBezTo>
                  <a:pt x="277162" y="215530"/>
                  <a:pt x="273585" y="214076"/>
                  <a:pt x="270499" y="215373"/>
                </a:cubicBezTo>
                <a:cubicBezTo>
                  <a:pt x="267420" y="216662"/>
                  <a:pt x="265956" y="220228"/>
                  <a:pt x="267245" y="223376"/>
                </a:cubicBezTo>
                <a:cubicBezTo>
                  <a:pt x="321094" y="350318"/>
                  <a:pt x="415495" y="452882"/>
                  <a:pt x="547830" y="528228"/>
                </a:cubicBezTo>
                <a:cubicBezTo>
                  <a:pt x="634621" y="577643"/>
                  <a:pt x="737828" y="615458"/>
                  <a:pt x="855374" y="641069"/>
                </a:cubicBezTo>
                <a:cubicBezTo>
                  <a:pt x="828792" y="642012"/>
                  <a:pt x="796120" y="644557"/>
                  <a:pt x="759975" y="650362"/>
                </a:cubicBezTo>
                <a:cubicBezTo>
                  <a:pt x="759314" y="650468"/>
                  <a:pt x="758628" y="650588"/>
                  <a:pt x="757959" y="650698"/>
                </a:cubicBezTo>
                <a:cubicBezTo>
                  <a:pt x="756745" y="650180"/>
                  <a:pt x="755367" y="650026"/>
                  <a:pt x="753995" y="650396"/>
                </a:cubicBezTo>
                <a:cubicBezTo>
                  <a:pt x="752956" y="650674"/>
                  <a:pt x="648636" y="678271"/>
                  <a:pt x="505321" y="673724"/>
                </a:cubicBezTo>
                <a:cubicBezTo>
                  <a:pt x="394571" y="670205"/>
                  <a:pt x="232132" y="645719"/>
                  <a:pt x="79051" y="550434"/>
                </a:cubicBezTo>
                <a:cubicBezTo>
                  <a:pt x="115731" y="564520"/>
                  <a:pt x="166501" y="578127"/>
                  <a:pt x="221952" y="575647"/>
                </a:cubicBezTo>
                <a:cubicBezTo>
                  <a:pt x="230349" y="575274"/>
                  <a:pt x="239354" y="574344"/>
                  <a:pt x="250285" y="572726"/>
                </a:cubicBezTo>
                <a:cubicBezTo>
                  <a:pt x="276538" y="568837"/>
                  <a:pt x="368387" y="560018"/>
                  <a:pt x="448125" y="609824"/>
                </a:cubicBezTo>
                <a:cubicBezTo>
                  <a:pt x="479469" y="629407"/>
                  <a:pt x="509223" y="644104"/>
                  <a:pt x="539096" y="654765"/>
                </a:cubicBezTo>
                <a:cubicBezTo>
                  <a:pt x="550734" y="658921"/>
                  <a:pt x="563065" y="663025"/>
                  <a:pt x="575759" y="666969"/>
                </a:cubicBezTo>
                <a:cubicBezTo>
                  <a:pt x="577312" y="667452"/>
                  <a:pt x="578965" y="667301"/>
                  <a:pt x="580406" y="666543"/>
                </a:cubicBezTo>
                <a:cubicBezTo>
                  <a:pt x="581849" y="665785"/>
                  <a:pt x="582909" y="664510"/>
                  <a:pt x="583392" y="662957"/>
                </a:cubicBezTo>
                <a:cubicBezTo>
                  <a:pt x="583876" y="661403"/>
                  <a:pt x="583725" y="659751"/>
                  <a:pt x="582964" y="658307"/>
                </a:cubicBezTo>
                <a:cubicBezTo>
                  <a:pt x="582206" y="656863"/>
                  <a:pt x="580930" y="655804"/>
                  <a:pt x="579380" y="655327"/>
                </a:cubicBezTo>
                <a:cubicBezTo>
                  <a:pt x="566861" y="651439"/>
                  <a:pt x="554688" y="647385"/>
                  <a:pt x="543197" y="643284"/>
                </a:cubicBezTo>
                <a:cubicBezTo>
                  <a:pt x="514161" y="632919"/>
                  <a:pt x="485175" y="618592"/>
                  <a:pt x="454585" y="599486"/>
                </a:cubicBezTo>
                <a:cubicBezTo>
                  <a:pt x="371309" y="547464"/>
                  <a:pt x="275790" y="556623"/>
                  <a:pt x="248499" y="560666"/>
                </a:cubicBezTo>
                <a:cubicBezTo>
                  <a:pt x="237958" y="562226"/>
                  <a:pt x="229348" y="563118"/>
                  <a:pt x="221406" y="563471"/>
                </a:cubicBezTo>
                <a:cubicBezTo>
                  <a:pt x="105708" y="568645"/>
                  <a:pt x="10585" y="502250"/>
                  <a:pt x="9635" y="501578"/>
                </a:cubicBezTo>
                <a:cubicBezTo>
                  <a:pt x="6919" y="499654"/>
                  <a:pt x="3226" y="500233"/>
                  <a:pt x="1230" y="502894"/>
                </a:cubicBezTo>
                <a:cubicBezTo>
                  <a:pt x="-765" y="505559"/>
                  <a:pt x="-285" y="509265"/>
                  <a:pt x="2324" y="511330"/>
                </a:cubicBezTo>
                <a:cubicBezTo>
                  <a:pt x="174827" y="647917"/>
                  <a:pt x="370859" y="681658"/>
                  <a:pt x="504930" y="685917"/>
                </a:cubicBezTo>
                <a:cubicBezTo>
                  <a:pt x="554451" y="687488"/>
                  <a:pt x="599368" y="685266"/>
                  <a:pt x="637131" y="681641"/>
                </a:cubicBezTo>
                <a:cubicBezTo>
                  <a:pt x="575176" y="703793"/>
                  <a:pt x="509415" y="738161"/>
                  <a:pt x="452109" y="791506"/>
                </a:cubicBezTo>
                <a:cubicBezTo>
                  <a:pt x="406109" y="834331"/>
                  <a:pt x="351801" y="865487"/>
                  <a:pt x="295054" y="881607"/>
                </a:cubicBezTo>
                <a:cubicBezTo>
                  <a:pt x="247981" y="894976"/>
                  <a:pt x="199605" y="900494"/>
                  <a:pt x="151273" y="898004"/>
                </a:cubicBezTo>
                <a:cubicBezTo>
                  <a:pt x="148101" y="897843"/>
                  <a:pt x="145307" y="900185"/>
                  <a:pt x="144912" y="903333"/>
                </a:cubicBezTo>
                <a:cubicBezTo>
                  <a:pt x="144511" y="906477"/>
                  <a:pt x="146640" y="909443"/>
                  <a:pt x="149750" y="910071"/>
                </a:cubicBezTo>
                <a:cubicBezTo>
                  <a:pt x="150649" y="910253"/>
                  <a:pt x="241079" y="928125"/>
                  <a:pt x="359838" y="908771"/>
                </a:cubicBezTo>
                <a:cubicBezTo>
                  <a:pt x="469237" y="890944"/>
                  <a:pt x="625552" y="836971"/>
                  <a:pt x="748982" y="681082"/>
                </a:cubicBezTo>
                <a:cubicBezTo>
                  <a:pt x="751070" y="678449"/>
                  <a:pt x="750625" y="674602"/>
                  <a:pt x="747987" y="672517"/>
                </a:cubicBezTo>
                <a:cubicBezTo>
                  <a:pt x="746712" y="671505"/>
                  <a:pt x="745117" y="671052"/>
                  <a:pt x="743499" y="671241"/>
                </a:cubicBezTo>
                <a:cubicBezTo>
                  <a:pt x="741881" y="671430"/>
                  <a:pt x="740433" y="672235"/>
                  <a:pt x="739422" y="673514"/>
                </a:cubicBezTo>
                <a:cubicBezTo>
                  <a:pt x="618515" y="826218"/>
                  <a:pt x="465386" y="879155"/>
                  <a:pt x="358223" y="896677"/>
                </a:cubicBezTo>
                <a:cubicBezTo>
                  <a:pt x="320110" y="902908"/>
                  <a:pt x="281239" y="905881"/>
                  <a:pt x="242399" y="905541"/>
                </a:cubicBezTo>
                <a:cubicBezTo>
                  <a:pt x="261231" y="902647"/>
                  <a:pt x="279991" y="898560"/>
                  <a:pt x="298387" y="893334"/>
                </a:cubicBezTo>
                <a:cubicBezTo>
                  <a:pt x="356975" y="876693"/>
                  <a:pt x="413005" y="844567"/>
                  <a:pt x="460421" y="800429"/>
                </a:cubicBezTo>
                <a:cubicBezTo>
                  <a:pt x="556485" y="710994"/>
                  <a:pt x="677254" y="676028"/>
                  <a:pt x="761645" y="662446"/>
                </a:cubicBezTo>
                <a:cubicBezTo>
                  <a:pt x="853584" y="647650"/>
                  <a:pt x="923110" y="654264"/>
                  <a:pt x="923803" y="654333"/>
                </a:cubicBezTo>
                <a:cubicBezTo>
                  <a:pt x="923878" y="654340"/>
                  <a:pt x="923950" y="654329"/>
                  <a:pt x="924022" y="654333"/>
                </a:cubicBezTo>
                <a:cubicBezTo>
                  <a:pt x="927204" y="654874"/>
                  <a:pt x="930339" y="655454"/>
                  <a:pt x="933538" y="655982"/>
                </a:cubicBezTo>
                <a:cubicBezTo>
                  <a:pt x="1181989" y="696746"/>
                  <a:pt x="1406366" y="673405"/>
                  <a:pt x="1420853" y="671821"/>
                </a:cubicBezTo>
                <a:cubicBezTo>
                  <a:pt x="1429313" y="673148"/>
                  <a:pt x="1437806" y="674358"/>
                  <a:pt x="1446334" y="675435"/>
                </a:cubicBezTo>
                <a:cubicBezTo>
                  <a:pt x="1382551" y="680424"/>
                  <a:pt x="1291453" y="691650"/>
                  <a:pt x="1193061" y="716836"/>
                </a:cubicBezTo>
                <a:cubicBezTo>
                  <a:pt x="1084623" y="744601"/>
                  <a:pt x="988508" y="783637"/>
                  <a:pt x="907392" y="832860"/>
                </a:cubicBezTo>
                <a:cubicBezTo>
                  <a:pt x="805735" y="894548"/>
                  <a:pt x="727462" y="972496"/>
                  <a:pt x="674744" y="1064534"/>
                </a:cubicBezTo>
                <a:cubicBezTo>
                  <a:pt x="673119" y="1067383"/>
                  <a:pt x="674017" y="1070980"/>
                  <a:pt x="676798" y="1072729"/>
                </a:cubicBezTo>
                <a:cubicBezTo>
                  <a:pt x="679582" y="1074471"/>
                  <a:pt x="683217" y="1073713"/>
                  <a:pt x="685072" y="1071001"/>
                </a:cubicBezTo>
                <a:cubicBezTo>
                  <a:pt x="685744" y="1070020"/>
                  <a:pt x="754348" y="972558"/>
                  <a:pt x="944144" y="935614"/>
                </a:cubicBezTo>
                <a:cubicBezTo>
                  <a:pt x="966192" y="931320"/>
                  <a:pt x="989749" y="928214"/>
                  <a:pt x="1016159" y="926108"/>
                </a:cubicBezTo>
                <a:cubicBezTo>
                  <a:pt x="1077957" y="921191"/>
                  <a:pt x="1282212" y="892175"/>
                  <a:pt x="1316008" y="725234"/>
                </a:cubicBezTo>
                <a:cubicBezTo>
                  <a:pt x="1316338" y="723643"/>
                  <a:pt x="1316022" y="722018"/>
                  <a:pt x="1315127" y="720660"/>
                </a:cubicBezTo>
                <a:cubicBezTo>
                  <a:pt x="1314225" y="719295"/>
                  <a:pt x="1312843" y="718366"/>
                  <a:pt x="1311242" y="718044"/>
                </a:cubicBezTo>
                <a:cubicBezTo>
                  <a:pt x="1307947" y="717378"/>
                  <a:pt x="1304724" y="719515"/>
                  <a:pt x="1304058" y="722806"/>
                </a:cubicBezTo>
                <a:cubicBezTo>
                  <a:pt x="1271953" y="881391"/>
                  <a:pt x="1074840" y="909203"/>
                  <a:pt x="1015192" y="913949"/>
                </a:cubicBezTo>
                <a:cubicBezTo>
                  <a:pt x="988343" y="916085"/>
                  <a:pt x="964340" y="919254"/>
                  <a:pt x="941818" y="923639"/>
                </a:cubicBezTo>
                <a:cubicBezTo>
                  <a:pt x="829334" y="945534"/>
                  <a:pt x="758573" y="987251"/>
                  <a:pt x="717233" y="1021092"/>
                </a:cubicBezTo>
                <a:cubicBezTo>
                  <a:pt x="840985" y="849330"/>
                  <a:pt x="1045073" y="767342"/>
                  <a:pt x="1195873" y="728708"/>
                </a:cubicBezTo>
                <a:cubicBezTo>
                  <a:pt x="1379122" y="681761"/>
                  <a:pt x="1535825" y="683651"/>
                  <a:pt x="1537388" y="683675"/>
                </a:cubicBezTo>
                <a:cubicBezTo>
                  <a:pt x="1537395" y="683675"/>
                  <a:pt x="1537402" y="683675"/>
                  <a:pt x="1537408" y="683675"/>
                </a:cubicBezTo>
                <a:cubicBezTo>
                  <a:pt x="1734645" y="697168"/>
                  <a:pt x="1902230" y="686003"/>
                  <a:pt x="1915583" y="685067"/>
                </a:cubicBezTo>
                <a:cubicBezTo>
                  <a:pt x="1930437" y="688547"/>
                  <a:pt x="1945004" y="691534"/>
                  <a:pt x="1959203" y="694088"/>
                </a:cubicBezTo>
                <a:cubicBezTo>
                  <a:pt x="1918395" y="701780"/>
                  <a:pt x="1848837" y="718119"/>
                  <a:pt x="1771366" y="750232"/>
                </a:cubicBezTo>
                <a:cubicBezTo>
                  <a:pt x="1658010" y="797223"/>
                  <a:pt x="1503218" y="888636"/>
                  <a:pt x="1409538" y="1057261"/>
                </a:cubicBezTo>
                <a:cubicBezTo>
                  <a:pt x="1407494" y="1060944"/>
                  <a:pt x="1405615" y="1064589"/>
                  <a:pt x="1403547" y="1068631"/>
                </a:cubicBezTo>
                <a:cubicBezTo>
                  <a:pt x="1387242" y="1100531"/>
                  <a:pt x="1295188" y="1262113"/>
                  <a:pt x="1083512" y="1310558"/>
                </a:cubicBezTo>
                <a:cubicBezTo>
                  <a:pt x="1080566" y="1311233"/>
                  <a:pt x="1078581" y="1313911"/>
                  <a:pt x="1078790" y="1316939"/>
                </a:cubicBezTo>
                <a:cubicBezTo>
                  <a:pt x="1079020" y="1319905"/>
                  <a:pt x="1081410" y="1322326"/>
                  <a:pt x="1084345" y="1322580"/>
                </a:cubicBezTo>
                <a:cubicBezTo>
                  <a:pt x="1085055" y="1322641"/>
                  <a:pt x="1156282" y="1328574"/>
                  <a:pt x="1247164" y="1311950"/>
                </a:cubicBezTo>
                <a:cubicBezTo>
                  <a:pt x="1331120" y="1296588"/>
                  <a:pt x="1449496" y="1258286"/>
                  <a:pt x="1536678" y="1163039"/>
                </a:cubicBezTo>
                <a:cubicBezTo>
                  <a:pt x="1564717" y="1132400"/>
                  <a:pt x="1587002" y="1095854"/>
                  <a:pt x="1602909" y="1054418"/>
                </a:cubicBezTo>
                <a:cubicBezTo>
                  <a:pt x="1630050" y="983716"/>
                  <a:pt x="1707813" y="811981"/>
                  <a:pt x="1843330" y="744471"/>
                </a:cubicBezTo>
                <a:cubicBezTo>
                  <a:pt x="1846334" y="742976"/>
                  <a:pt x="1847568" y="739310"/>
                  <a:pt x="1846067" y="736293"/>
                </a:cubicBezTo>
                <a:cubicBezTo>
                  <a:pt x="1845981" y="736121"/>
                  <a:pt x="1845885" y="735950"/>
                  <a:pt x="1845785" y="735785"/>
                </a:cubicBezTo>
                <a:cubicBezTo>
                  <a:pt x="1930969" y="708110"/>
                  <a:pt x="1993562" y="700710"/>
                  <a:pt x="1998133" y="700196"/>
                </a:cubicBezTo>
                <a:cubicBezTo>
                  <a:pt x="2051892" y="707417"/>
                  <a:pt x="2098294" y="708696"/>
                  <a:pt x="2131514" y="708130"/>
                </a:cubicBezTo>
                <a:cubicBezTo>
                  <a:pt x="2030986" y="741021"/>
                  <a:pt x="1923524" y="800401"/>
                  <a:pt x="1854622" y="907585"/>
                </a:cubicBezTo>
                <a:cubicBezTo>
                  <a:pt x="1839058" y="931794"/>
                  <a:pt x="1826847" y="959387"/>
                  <a:pt x="1818319" y="989593"/>
                </a:cubicBezTo>
                <a:cubicBezTo>
                  <a:pt x="1796301" y="1067637"/>
                  <a:pt x="1731946" y="1256424"/>
                  <a:pt x="1610240" y="1323763"/>
                </a:cubicBezTo>
                <a:cubicBezTo>
                  <a:pt x="1607562" y="1325244"/>
                  <a:pt x="1606410" y="1328399"/>
                  <a:pt x="1607484" y="1331245"/>
                </a:cubicBezTo>
                <a:cubicBezTo>
                  <a:pt x="1608540" y="1334057"/>
                  <a:pt x="1611551" y="1335696"/>
                  <a:pt x="1614486" y="1335058"/>
                </a:cubicBezTo>
                <a:cubicBezTo>
                  <a:pt x="1615590" y="1334818"/>
                  <a:pt x="1726144" y="1310112"/>
                  <a:pt x="1846557" y="1222820"/>
                </a:cubicBezTo>
                <a:cubicBezTo>
                  <a:pt x="1917280" y="1171549"/>
                  <a:pt x="1977637" y="1109008"/>
                  <a:pt x="2025952" y="1036934"/>
                </a:cubicBezTo>
                <a:cubicBezTo>
                  <a:pt x="2086309" y="946898"/>
                  <a:pt x="2127917" y="841676"/>
                  <a:pt x="2149622" y="724195"/>
                </a:cubicBezTo>
                <a:cubicBezTo>
                  <a:pt x="2150229" y="720890"/>
                  <a:pt x="2148031" y="717701"/>
                  <a:pt x="2144736" y="717094"/>
                </a:cubicBezTo>
                <a:cubicBezTo>
                  <a:pt x="2144393" y="717032"/>
                  <a:pt x="2144050" y="716998"/>
                  <a:pt x="2143714" y="716994"/>
                </a:cubicBezTo>
                <a:cubicBezTo>
                  <a:pt x="2176276" y="706779"/>
                  <a:pt x="2207956" y="699352"/>
                  <a:pt x="2237134" y="693955"/>
                </a:cubicBezTo>
                <a:cubicBezTo>
                  <a:pt x="2322951" y="678075"/>
                  <a:pt x="2399744" y="676988"/>
                  <a:pt x="2442449" y="678120"/>
                </a:cubicBezTo>
                <a:cubicBezTo>
                  <a:pt x="2520760" y="684669"/>
                  <a:pt x="2593143" y="683747"/>
                  <a:pt x="2653455" y="679930"/>
                </a:cubicBezTo>
                <a:cubicBezTo>
                  <a:pt x="2660121" y="680568"/>
                  <a:pt x="2663811" y="680794"/>
                  <a:pt x="2664044" y="680808"/>
                </a:cubicBezTo>
                <a:cubicBezTo>
                  <a:pt x="2665903" y="680907"/>
                  <a:pt x="2667597" y="680143"/>
                  <a:pt x="2668787" y="678884"/>
                </a:cubicBezTo>
                <a:cubicBezTo>
                  <a:pt x="2705100" y="676213"/>
                  <a:pt x="2736499" y="672571"/>
                  <a:pt x="2761517" y="669077"/>
                </a:cubicBezTo>
                <a:cubicBezTo>
                  <a:pt x="2744190" y="675932"/>
                  <a:pt x="2726774" y="683212"/>
                  <a:pt x="2709328" y="690954"/>
                </a:cubicBezTo>
                <a:cubicBezTo>
                  <a:pt x="2544077" y="764301"/>
                  <a:pt x="2408800" y="863817"/>
                  <a:pt x="2307253" y="986740"/>
                </a:cubicBezTo>
                <a:cubicBezTo>
                  <a:pt x="2184756" y="1135027"/>
                  <a:pt x="2111290" y="1318067"/>
                  <a:pt x="2088915" y="1530624"/>
                </a:cubicBezTo>
                <a:cubicBezTo>
                  <a:pt x="2085894" y="1545105"/>
                  <a:pt x="2086580" y="1554020"/>
                  <a:pt x="2086683" y="1555152"/>
                </a:cubicBezTo>
                <a:cubicBezTo>
                  <a:pt x="2087040" y="1558227"/>
                  <a:pt x="2089646" y="1560545"/>
                  <a:pt x="2092745" y="1560542"/>
                </a:cubicBezTo>
                <a:cubicBezTo>
                  <a:pt x="2095927" y="1560539"/>
                  <a:pt x="2098537" y="1558145"/>
                  <a:pt x="2098815" y="1554973"/>
                </a:cubicBezTo>
                <a:cubicBezTo>
                  <a:pt x="2099398" y="1548280"/>
                  <a:pt x="2100029" y="1541645"/>
                  <a:pt x="2100684" y="1535191"/>
                </a:cubicBezTo>
                <a:cubicBezTo>
                  <a:pt x="2106304" y="1506977"/>
                  <a:pt x="2128009" y="1450992"/>
                  <a:pt x="2210206" y="1393001"/>
                </a:cubicBezTo>
                <a:cubicBezTo>
                  <a:pt x="2222859" y="1384072"/>
                  <a:pt x="2236949" y="1375297"/>
                  <a:pt x="2253278" y="1366169"/>
                </a:cubicBezTo>
                <a:cubicBezTo>
                  <a:pt x="2288881" y="1346260"/>
                  <a:pt x="2461781" y="1233045"/>
                  <a:pt x="2368831" y="958049"/>
                </a:cubicBezTo>
                <a:cubicBezTo>
                  <a:pt x="2367755" y="954864"/>
                  <a:pt x="2364288" y="953149"/>
                  <a:pt x="2361102" y="954226"/>
                </a:cubicBezTo>
                <a:cubicBezTo>
                  <a:pt x="2357934" y="955293"/>
                  <a:pt x="2356220" y="958756"/>
                  <a:pt x="2357282" y="961955"/>
                </a:cubicBezTo>
                <a:cubicBezTo>
                  <a:pt x="2395286" y="1074437"/>
                  <a:pt x="2392687" y="1171566"/>
                  <a:pt x="2349543" y="1250646"/>
                </a:cubicBezTo>
                <a:cubicBezTo>
                  <a:pt x="2315720" y="1312632"/>
                  <a:pt x="2266791" y="1344638"/>
                  <a:pt x="2247328" y="1355522"/>
                </a:cubicBezTo>
                <a:cubicBezTo>
                  <a:pt x="2230609" y="1364866"/>
                  <a:pt x="2216165" y="1373867"/>
                  <a:pt x="2203173" y="1383033"/>
                </a:cubicBezTo>
                <a:cubicBezTo>
                  <a:pt x="2159162" y="1414082"/>
                  <a:pt x="2126898" y="1447783"/>
                  <a:pt x="2107147" y="1483314"/>
                </a:cubicBezTo>
                <a:cubicBezTo>
                  <a:pt x="2173375" y="1031348"/>
                  <a:pt x="2473258" y="809131"/>
                  <a:pt x="2714008" y="702219"/>
                </a:cubicBezTo>
                <a:cubicBezTo>
                  <a:pt x="2869637" y="633104"/>
                  <a:pt x="3023530" y="600785"/>
                  <a:pt x="3129401" y="585708"/>
                </a:cubicBezTo>
                <a:cubicBezTo>
                  <a:pt x="3039921" y="625783"/>
                  <a:pt x="2957111" y="681333"/>
                  <a:pt x="2882743" y="751322"/>
                </a:cubicBezTo>
                <a:cubicBezTo>
                  <a:pt x="2813946" y="816065"/>
                  <a:pt x="2752177" y="893197"/>
                  <a:pt x="2699151" y="980581"/>
                </a:cubicBezTo>
                <a:cubicBezTo>
                  <a:pt x="2638560" y="1080424"/>
                  <a:pt x="2603279" y="1171217"/>
                  <a:pt x="2586515" y="1220570"/>
                </a:cubicBezTo>
                <a:cubicBezTo>
                  <a:pt x="2575905" y="1233518"/>
                  <a:pt x="2558171" y="1258886"/>
                  <a:pt x="2558949" y="1283012"/>
                </a:cubicBezTo>
                <a:cubicBezTo>
                  <a:pt x="2559408" y="1297929"/>
                  <a:pt x="2571139" y="1305328"/>
                  <a:pt x="2581814" y="1305843"/>
                </a:cubicBezTo>
                <a:cubicBezTo>
                  <a:pt x="2592148" y="1306340"/>
                  <a:pt x="2604119" y="1300319"/>
                  <a:pt x="2605978" y="1285927"/>
                </a:cubicBezTo>
                <a:cubicBezTo>
                  <a:pt x="2606410" y="1282570"/>
                  <a:pt x="2606403" y="1278953"/>
                  <a:pt x="2605953" y="1275098"/>
                </a:cubicBezTo>
                <a:cubicBezTo>
                  <a:pt x="2605545" y="1271577"/>
                  <a:pt x="2604767" y="1267860"/>
                  <a:pt x="2603629" y="1263968"/>
                </a:cubicBezTo>
                <a:cubicBezTo>
                  <a:pt x="2601143" y="1255481"/>
                  <a:pt x="2599627" y="1248873"/>
                  <a:pt x="2598712" y="1242550"/>
                </a:cubicBezTo>
                <a:cubicBezTo>
                  <a:pt x="2597964" y="1237403"/>
                  <a:pt x="2597426" y="1232328"/>
                  <a:pt x="2597103" y="1227363"/>
                </a:cubicBezTo>
                <a:cubicBezTo>
                  <a:pt x="2613261" y="1179323"/>
                  <a:pt x="2648456" y="1087559"/>
                  <a:pt x="2709722" y="986664"/>
                </a:cubicBezTo>
                <a:cubicBezTo>
                  <a:pt x="2791946" y="851246"/>
                  <a:pt x="2939393" y="670891"/>
                  <a:pt x="3175092" y="579858"/>
                </a:cubicBezTo>
                <a:cubicBezTo>
                  <a:pt x="3176841" y="579659"/>
                  <a:pt x="3178586" y="579460"/>
                  <a:pt x="3180294" y="579275"/>
                </a:cubicBezTo>
                <a:cubicBezTo>
                  <a:pt x="3186267" y="578963"/>
                  <a:pt x="3192114" y="578624"/>
                  <a:pt x="3197854" y="578264"/>
                </a:cubicBezTo>
                <a:cubicBezTo>
                  <a:pt x="3085949" y="634071"/>
                  <a:pt x="2991479" y="710873"/>
                  <a:pt x="2916806" y="807012"/>
                </a:cubicBezTo>
                <a:cubicBezTo>
                  <a:pt x="2852005" y="890436"/>
                  <a:pt x="2801873" y="988458"/>
                  <a:pt x="2767795" y="1098357"/>
                </a:cubicBezTo>
                <a:cubicBezTo>
                  <a:pt x="2721929" y="1246298"/>
                  <a:pt x="2717907" y="1377207"/>
                  <a:pt x="2718250" y="1425799"/>
                </a:cubicBezTo>
                <a:cubicBezTo>
                  <a:pt x="2711087" y="1441549"/>
                  <a:pt x="2701863" y="1467863"/>
                  <a:pt x="2707808" y="1489418"/>
                </a:cubicBezTo>
                <a:cubicBezTo>
                  <a:pt x="2711793" y="1503837"/>
                  <a:pt x="2724906" y="1508243"/>
                  <a:pt x="2735405" y="1506230"/>
                </a:cubicBezTo>
                <a:cubicBezTo>
                  <a:pt x="2745569" y="1504282"/>
                  <a:pt x="2755784" y="1495617"/>
                  <a:pt x="2754206" y="1481188"/>
                </a:cubicBezTo>
                <a:cubicBezTo>
                  <a:pt x="2754196" y="1481106"/>
                  <a:pt x="2754189" y="1481027"/>
                  <a:pt x="2754179" y="1480948"/>
                </a:cubicBezTo>
                <a:cubicBezTo>
                  <a:pt x="2753438" y="1474580"/>
                  <a:pt x="2750942" y="1467667"/>
                  <a:pt x="2746755" y="1460398"/>
                </a:cubicBezTo>
                <a:cubicBezTo>
                  <a:pt x="2742342" y="1452731"/>
                  <a:pt x="2739314" y="1446668"/>
                  <a:pt x="2736934" y="1440740"/>
                </a:cubicBezTo>
                <a:cubicBezTo>
                  <a:pt x="2734332" y="1434255"/>
                  <a:pt x="2732168" y="1427822"/>
                  <a:pt x="2730395" y="1421496"/>
                </a:cubicBezTo>
                <a:cubicBezTo>
                  <a:pt x="2730275" y="1370850"/>
                  <a:pt x="2735145" y="1244707"/>
                  <a:pt x="2779537" y="1101673"/>
                </a:cubicBezTo>
                <a:cubicBezTo>
                  <a:pt x="2832343" y="931550"/>
                  <a:pt x="2953544" y="702315"/>
                  <a:pt x="3231074" y="575860"/>
                </a:cubicBezTo>
                <a:cubicBezTo>
                  <a:pt x="3243134" y="574869"/>
                  <a:pt x="3254532" y="573806"/>
                  <a:pt x="3265172" y="572705"/>
                </a:cubicBezTo>
                <a:cubicBezTo>
                  <a:pt x="3266591" y="572661"/>
                  <a:pt x="3267411" y="572644"/>
                  <a:pt x="3267545" y="572640"/>
                </a:cubicBezTo>
                <a:cubicBezTo>
                  <a:pt x="3268244" y="572630"/>
                  <a:pt x="3268920" y="572479"/>
                  <a:pt x="3269557" y="572242"/>
                </a:cubicBezTo>
                <a:cubicBezTo>
                  <a:pt x="3295083" y="569534"/>
                  <a:pt x="3316144" y="566674"/>
                  <a:pt x="3331870" y="564284"/>
                </a:cubicBezTo>
                <a:cubicBezTo>
                  <a:pt x="3249663" y="615379"/>
                  <a:pt x="3182393" y="677358"/>
                  <a:pt x="3131743" y="748760"/>
                </a:cubicBezTo>
                <a:cubicBezTo>
                  <a:pt x="3063780" y="844574"/>
                  <a:pt x="3025756" y="957597"/>
                  <a:pt x="3018716" y="1084700"/>
                </a:cubicBezTo>
                <a:cubicBezTo>
                  <a:pt x="3018545" y="1087806"/>
                  <a:pt x="3020729" y="1090529"/>
                  <a:pt x="3023798" y="1091047"/>
                </a:cubicBezTo>
                <a:cubicBezTo>
                  <a:pt x="3026867" y="1091561"/>
                  <a:pt x="3029823" y="1089692"/>
                  <a:pt x="3030673" y="1086699"/>
                </a:cubicBezTo>
                <a:cubicBezTo>
                  <a:pt x="3030875" y="1085999"/>
                  <a:pt x="3052324" y="1015499"/>
                  <a:pt x="3175977" y="918753"/>
                </a:cubicBezTo>
                <a:cubicBezTo>
                  <a:pt x="3196990" y="902311"/>
                  <a:pt x="3220146" y="886894"/>
                  <a:pt x="3246768" y="871622"/>
                </a:cubicBezTo>
                <a:cubicBezTo>
                  <a:pt x="3295618" y="843586"/>
                  <a:pt x="3407949" y="756983"/>
                  <a:pt x="3396002" y="558773"/>
                </a:cubicBezTo>
                <a:cubicBezTo>
                  <a:pt x="3395769" y="555423"/>
                  <a:pt x="3392912" y="552875"/>
                  <a:pt x="3389549" y="553074"/>
                </a:cubicBezTo>
                <a:cubicBezTo>
                  <a:pt x="3387923" y="553170"/>
                  <a:pt x="3386432" y="553897"/>
                  <a:pt x="3385352" y="555118"/>
                </a:cubicBezTo>
                <a:cubicBezTo>
                  <a:pt x="3384272" y="556339"/>
                  <a:pt x="3383730" y="557906"/>
                  <a:pt x="3383829" y="559531"/>
                </a:cubicBezTo>
                <a:cubicBezTo>
                  <a:pt x="3395364" y="750914"/>
                  <a:pt x="3287574" y="834143"/>
                  <a:pt x="3240696" y="861040"/>
                </a:cubicBezTo>
                <a:cubicBezTo>
                  <a:pt x="3213562" y="876607"/>
                  <a:pt x="3189933" y="892343"/>
                  <a:pt x="3168453" y="909145"/>
                </a:cubicBezTo>
                <a:cubicBezTo>
                  <a:pt x="3091249" y="969550"/>
                  <a:pt x="3052622" y="1019453"/>
                  <a:pt x="3033464" y="1052368"/>
                </a:cubicBezTo>
                <a:cubicBezTo>
                  <a:pt x="3060028" y="789819"/>
                  <a:pt x="3223129" y="641944"/>
                  <a:pt x="3355945" y="563958"/>
                </a:cubicBezTo>
                <a:cubicBezTo>
                  <a:pt x="3439815" y="514711"/>
                  <a:pt x="3523159" y="485835"/>
                  <a:pt x="3581223" y="469811"/>
                </a:cubicBezTo>
                <a:cubicBezTo>
                  <a:pt x="3608727" y="464939"/>
                  <a:pt x="3634883" y="458873"/>
                  <a:pt x="3659281" y="452196"/>
                </a:cubicBezTo>
                <a:cubicBezTo>
                  <a:pt x="3659315" y="452190"/>
                  <a:pt x="3659366" y="452183"/>
                  <a:pt x="3659377" y="452183"/>
                </a:cubicBezTo>
                <a:cubicBezTo>
                  <a:pt x="3659884" y="452111"/>
                  <a:pt x="3660358" y="451960"/>
                  <a:pt x="3660810" y="451778"/>
                </a:cubicBezTo>
                <a:cubicBezTo>
                  <a:pt x="3769005" y="421973"/>
                  <a:pt x="3842146" y="380489"/>
                  <a:pt x="3843106" y="379941"/>
                </a:cubicBezTo>
                <a:cubicBezTo>
                  <a:pt x="3845225" y="378723"/>
                  <a:pt x="3846411" y="376371"/>
                  <a:pt x="3846131" y="373943"/>
                </a:cubicBezTo>
                <a:cubicBezTo>
                  <a:pt x="3846034" y="373124"/>
                  <a:pt x="3845777" y="372342"/>
                  <a:pt x="3845362" y="371618"/>
                </a:cubicBezTo>
                <a:cubicBezTo>
                  <a:pt x="3844553" y="370206"/>
                  <a:pt x="3843240" y="369191"/>
                  <a:pt x="3841669" y="368766"/>
                </a:cubicBezTo>
                <a:cubicBezTo>
                  <a:pt x="3840099" y="368337"/>
                  <a:pt x="3838453" y="368550"/>
                  <a:pt x="3837036" y="369362"/>
                </a:cubicBezTo>
                <a:cubicBezTo>
                  <a:pt x="3836090" y="369904"/>
                  <a:pt x="3763907" y="410874"/>
                  <a:pt x="3656925" y="440226"/>
                </a:cubicBezTo>
                <a:cubicBezTo>
                  <a:pt x="3652066" y="440980"/>
                  <a:pt x="3622515" y="445819"/>
                  <a:pt x="3578679" y="457885"/>
                </a:cubicBezTo>
                <a:cubicBezTo>
                  <a:pt x="3567431" y="459871"/>
                  <a:pt x="3555965" y="461657"/>
                  <a:pt x="3544293" y="463193"/>
                </a:cubicBezTo>
                <a:cubicBezTo>
                  <a:pt x="3516970" y="466787"/>
                  <a:pt x="3487278" y="469143"/>
                  <a:pt x="3455924" y="469321"/>
                </a:cubicBezTo>
                <a:cubicBezTo>
                  <a:pt x="3458849" y="468224"/>
                  <a:pt x="3460502" y="465031"/>
                  <a:pt x="3459644" y="461911"/>
                </a:cubicBezTo>
                <a:cubicBezTo>
                  <a:pt x="3416843" y="314251"/>
                  <a:pt x="3246721" y="319834"/>
                  <a:pt x="3213051" y="322453"/>
                </a:cubicBezTo>
                <a:cubicBezTo>
                  <a:pt x="3200398" y="323441"/>
                  <a:pt x="3188983" y="323828"/>
                  <a:pt x="3178154" y="323643"/>
                </a:cubicBezTo>
                <a:cubicBezTo>
                  <a:pt x="3058198" y="321610"/>
                  <a:pt x="3000440" y="259212"/>
                  <a:pt x="2999867" y="258581"/>
                </a:cubicBezTo>
                <a:cubicBezTo>
                  <a:pt x="2997652" y="256126"/>
                  <a:pt x="2993818" y="255897"/>
                  <a:pt x="2991325" y="258074"/>
                </a:cubicBezTo>
                <a:cubicBezTo>
                  <a:pt x="2988836" y="260251"/>
                  <a:pt x="2988548" y="264075"/>
                  <a:pt x="2990680" y="266602"/>
                </a:cubicBezTo>
                <a:cubicBezTo>
                  <a:pt x="3068927" y="359096"/>
                  <a:pt x="3162511" y="422611"/>
                  <a:pt x="3268834" y="455389"/>
                </a:cubicBezTo>
                <a:cubicBezTo>
                  <a:pt x="3343847" y="478514"/>
                  <a:pt x="3425268" y="486418"/>
                  <a:pt x="3511306" y="479022"/>
                </a:cubicBezTo>
                <a:cubicBezTo>
                  <a:pt x="3465813" y="495062"/>
                  <a:pt x="3413706" y="517111"/>
                  <a:pt x="3360985" y="546984"/>
                </a:cubicBezTo>
                <a:cubicBezTo>
                  <a:pt x="3354933" y="548167"/>
                  <a:pt x="3319803" y="554782"/>
                  <a:pt x="3264105" y="560536"/>
                </a:cubicBezTo>
                <a:cubicBezTo>
                  <a:pt x="3254511" y="560844"/>
                  <a:pt x="3223986" y="562154"/>
                  <a:pt x="3178665" y="567130"/>
                </a:cubicBezTo>
                <a:cubicBezTo>
                  <a:pt x="3087622" y="571858"/>
                  <a:pt x="2969921" y="570795"/>
                  <a:pt x="2842579" y="551343"/>
                </a:cubicBezTo>
                <a:cubicBezTo>
                  <a:pt x="2588397" y="512513"/>
                  <a:pt x="2240844" y="390001"/>
                  <a:pt x="2025252" y="27151"/>
                </a:cubicBezTo>
                <a:cubicBezTo>
                  <a:pt x="2066435" y="50856"/>
                  <a:pt x="2165104" y="100631"/>
                  <a:pt x="2290462" y="116347"/>
                </a:cubicBezTo>
                <a:cubicBezTo>
                  <a:pt x="2302230" y="117821"/>
                  <a:pt x="2314876" y="118764"/>
                  <a:pt x="2330258" y="119306"/>
                </a:cubicBezTo>
                <a:cubicBezTo>
                  <a:pt x="2365865" y="120571"/>
                  <a:pt x="2485195" y="136595"/>
                  <a:pt x="2525756" y="289659"/>
                </a:cubicBezTo>
                <a:cubicBezTo>
                  <a:pt x="2526253" y="291346"/>
                  <a:pt x="2577174" y="459147"/>
                  <a:pt x="2725413" y="521363"/>
                </a:cubicBezTo>
                <a:cubicBezTo>
                  <a:pt x="2726915" y="521994"/>
                  <a:pt x="2728571" y="522004"/>
                  <a:pt x="2730080" y="521387"/>
                </a:cubicBezTo>
                <a:cubicBezTo>
                  <a:pt x="2731589" y="520770"/>
                  <a:pt x="2732768" y="519604"/>
                  <a:pt x="2733396" y="518105"/>
                </a:cubicBezTo>
                <a:cubicBezTo>
                  <a:pt x="2734030" y="516607"/>
                  <a:pt x="2734040" y="514947"/>
                  <a:pt x="2733423" y="513438"/>
                </a:cubicBezTo>
                <a:cubicBezTo>
                  <a:pt x="2732806" y="511926"/>
                  <a:pt x="2731637" y="510750"/>
                  <a:pt x="2730135" y="510119"/>
                </a:cubicBezTo>
                <a:cubicBezTo>
                  <a:pt x="2587482" y="450245"/>
                  <a:pt x="2537970" y="287965"/>
                  <a:pt x="2537497" y="286377"/>
                </a:cubicBezTo>
                <a:cubicBezTo>
                  <a:pt x="2494830" y="125348"/>
                  <a:pt x="2368417" y="108463"/>
                  <a:pt x="2330687" y="107126"/>
                </a:cubicBezTo>
                <a:cubicBezTo>
                  <a:pt x="2315665" y="106591"/>
                  <a:pt x="2303365" y="105676"/>
                  <a:pt x="2291977" y="104246"/>
                </a:cubicBezTo>
                <a:cubicBezTo>
                  <a:pt x="2129213" y="83843"/>
                  <a:pt x="2012500" y="5154"/>
                  <a:pt x="2011341" y="4362"/>
                </a:cubicBezTo>
                <a:cubicBezTo>
                  <a:pt x="2008985" y="2751"/>
                  <a:pt x="2005872" y="2977"/>
                  <a:pt x="2003773" y="4911"/>
                </a:cubicBezTo>
                <a:cubicBezTo>
                  <a:pt x="2001661" y="6852"/>
                  <a:pt x="2001181" y="9934"/>
                  <a:pt x="2002593" y="12400"/>
                </a:cubicBezTo>
                <a:cubicBezTo>
                  <a:pt x="2098280" y="181432"/>
                  <a:pt x="2229484" y="315349"/>
                  <a:pt x="2392560" y="410438"/>
                </a:cubicBezTo>
                <a:cubicBezTo>
                  <a:pt x="2522931" y="486456"/>
                  <a:pt x="2673814" y="537935"/>
                  <a:pt x="2841022" y="563447"/>
                </a:cubicBezTo>
                <a:cubicBezTo>
                  <a:pt x="2925355" y="576313"/>
                  <a:pt x="3005439" y="581185"/>
                  <a:pt x="3076457" y="581662"/>
                </a:cubicBezTo>
                <a:cubicBezTo>
                  <a:pt x="3003927" y="594250"/>
                  <a:pt x="2916329" y="614278"/>
                  <a:pt x="2823767" y="646103"/>
                </a:cubicBezTo>
                <a:cubicBezTo>
                  <a:pt x="2823757" y="646107"/>
                  <a:pt x="2823743" y="646107"/>
                  <a:pt x="2823733" y="646107"/>
                </a:cubicBezTo>
                <a:cubicBezTo>
                  <a:pt x="2822646" y="646353"/>
                  <a:pt x="2755959" y="661218"/>
                  <a:pt x="2653836" y="667747"/>
                </a:cubicBezTo>
                <a:cubicBezTo>
                  <a:pt x="2616052" y="664136"/>
                  <a:pt x="2484416" y="647348"/>
                  <a:pt x="2335303" y="579728"/>
                </a:cubicBezTo>
                <a:cubicBezTo>
                  <a:pt x="2180000" y="509303"/>
                  <a:pt x="1975426" y="368361"/>
                  <a:pt x="1863880" y="94020"/>
                </a:cubicBezTo>
                <a:cubicBezTo>
                  <a:pt x="1863884" y="87406"/>
                  <a:pt x="1864240" y="80572"/>
                  <a:pt x="1865009" y="73566"/>
                </a:cubicBezTo>
                <a:cubicBezTo>
                  <a:pt x="1865708" y="67212"/>
                  <a:pt x="1866997" y="60557"/>
                  <a:pt x="1869185" y="51995"/>
                </a:cubicBezTo>
                <a:cubicBezTo>
                  <a:pt x="1871098" y="44509"/>
                  <a:pt x="1871715" y="37702"/>
                  <a:pt x="1871019" y="31729"/>
                </a:cubicBezTo>
                <a:cubicBezTo>
                  <a:pt x="1870951" y="31132"/>
                  <a:pt x="1870869" y="30546"/>
                  <a:pt x="1870772" y="29967"/>
                </a:cubicBezTo>
                <a:cubicBezTo>
                  <a:pt x="1868417" y="15644"/>
                  <a:pt x="1856244" y="10041"/>
                  <a:pt x="1845933" y="10894"/>
                </a:cubicBezTo>
                <a:cubicBezTo>
                  <a:pt x="1835279" y="11776"/>
                  <a:pt x="1823833" y="19542"/>
                  <a:pt x="1823867" y="34503"/>
                </a:cubicBezTo>
                <a:cubicBezTo>
                  <a:pt x="1823915" y="56024"/>
                  <a:pt x="1838680" y="77990"/>
                  <a:pt x="1849715" y="91418"/>
                </a:cubicBezTo>
                <a:cubicBezTo>
                  <a:pt x="1897735" y="212365"/>
                  <a:pt x="1967103" y="317862"/>
                  <a:pt x="2056316" y="405298"/>
                </a:cubicBezTo>
                <a:cubicBezTo>
                  <a:pt x="2133574" y="481021"/>
                  <a:pt x="2225743" y="543446"/>
                  <a:pt x="2330258" y="590838"/>
                </a:cubicBezTo>
                <a:cubicBezTo>
                  <a:pt x="2431105" y="636570"/>
                  <a:pt x="2524597" y="659349"/>
                  <a:pt x="2586826" y="670514"/>
                </a:cubicBezTo>
                <a:cubicBezTo>
                  <a:pt x="2553874" y="671128"/>
                  <a:pt x="2518542" y="670675"/>
                  <a:pt x="2481515" y="668628"/>
                </a:cubicBezTo>
                <a:cubicBezTo>
                  <a:pt x="2480761" y="668182"/>
                  <a:pt x="2479917" y="667874"/>
                  <a:pt x="2479008" y="667788"/>
                </a:cubicBezTo>
                <a:cubicBezTo>
                  <a:pt x="2478631" y="667754"/>
                  <a:pt x="2465495" y="666557"/>
                  <a:pt x="2443152" y="665954"/>
                </a:cubicBezTo>
                <a:cubicBezTo>
                  <a:pt x="2434816" y="665254"/>
                  <a:pt x="2426422" y="664479"/>
                  <a:pt x="2417955" y="663605"/>
                </a:cubicBezTo>
                <a:cubicBezTo>
                  <a:pt x="2217931" y="642911"/>
                  <a:pt x="1943097" y="565779"/>
                  <a:pt x="1754344" y="318119"/>
                </a:cubicBezTo>
                <a:cubicBezTo>
                  <a:pt x="1753113" y="314347"/>
                  <a:pt x="1751954" y="310497"/>
                  <a:pt x="1750926" y="306522"/>
                </a:cubicBezTo>
                <a:cubicBezTo>
                  <a:pt x="1749324" y="300330"/>
                  <a:pt x="1748127" y="293640"/>
                  <a:pt x="1747174" y="284868"/>
                </a:cubicBezTo>
                <a:cubicBezTo>
                  <a:pt x="1746266" y="276364"/>
                  <a:pt x="1744088" y="269307"/>
                  <a:pt x="1740841" y="263711"/>
                </a:cubicBezTo>
                <a:cubicBezTo>
                  <a:pt x="1733554" y="251158"/>
                  <a:pt x="1720188" y="250239"/>
                  <a:pt x="1710848" y="254700"/>
                </a:cubicBezTo>
                <a:cubicBezTo>
                  <a:pt x="1701205" y="259308"/>
                  <a:pt x="1693257" y="270638"/>
                  <a:pt x="1698602" y="284604"/>
                </a:cubicBezTo>
                <a:cubicBezTo>
                  <a:pt x="1707614" y="308172"/>
                  <a:pt x="1735804" y="325166"/>
                  <a:pt x="1750127" y="332521"/>
                </a:cubicBezTo>
                <a:cubicBezTo>
                  <a:pt x="1831627" y="437270"/>
                  <a:pt x="1934552" y="519912"/>
                  <a:pt x="2056672" y="578336"/>
                </a:cubicBezTo>
                <a:cubicBezTo>
                  <a:pt x="2146022" y="621082"/>
                  <a:pt x="2245734" y="650979"/>
                  <a:pt x="2353757" y="667600"/>
                </a:cubicBezTo>
                <a:cubicBezTo>
                  <a:pt x="2318429" y="669767"/>
                  <a:pt x="2277894" y="674025"/>
                  <a:pt x="2235117" y="681929"/>
                </a:cubicBezTo>
                <a:cubicBezTo>
                  <a:pt x="2218875" y="684930"/>
                  <a:pt x="2201849" y="688575"/>
                  <a:pt x="2184344" y="692943"/>
                </a:cubicBezTo>
                <a:cubicBezTo>
                  <a:pt x="2184310" y="692947"/>
                  <a:pt x="2184279" y="692943"/>
                  <a:pt x="2184245" y="692947"/>
                </a:cubicBezTo>
                <a:cubicBezTo>
                  <a:pt x="2182722" y="693142"/>
                  <a:pt x="2029803" y="711810"/>
                  <a:pt x="1856333" y="656033"/>
                </a:cubicBezTo>
                <a:cubicBezTo>
                  <a:pt x="1710789" y="609235"/>
                  <a:pt x="1517092" y="497236"/>
                  <a:pt x="1414363" y="229384"/>
                </a:cubicBezTo>
                <a:cubicBezTo>
                  <a:pt x="1442970" y="271121"/>
                  <a:pt x="1490668" y="323153"/>
                  <a:pt x="1563925" y="355146"/>
                </a:cubicBezTo>
                <a:cubicBezTo>
                  <a:pt x="1570502" y="358019"/>
                  <a:pt x="1577189" y="360471"/>
                  <a:pt x="1583693" y="362854"/>
                </a:cubicBezTo>
                <a:cubicBezTo>
                  <a:pt x="1599268" y="368563"/>
                  <a:pt x="1651560" y="394096"/>
                  <a:pt x="1670591" y="483057"/>
                </a:cubicBezTo>
                <a:cubicBezTo>
                  <a:pt x="1671273" y="485616"/>
                  <a:pt x="1687890" y="546381"/>
                  <a:pt x="1741218" y="606402"/>
                </a:cubicBezTo>
                <a:cubicBezTo>
                  <a:pt x="1742302" y="607619"/>
                  <a:pt x="1743793" y="608343"/>
                  <a:pt x="1745418" y="608439"/>
                </a:cubicBezTo>
                <a:cubicBezTo>
                  <a:pt x="1747044" y="608535"/>
                  <a:pt x="1748611" y="607993"/>
                  <a:pt x="1749828" y="606906"/>
                </a:cubicBezTo>
                <a:cubicBezTo>
                  <a:pt x="1752335" y="604674"/>
                  <a:pt x="1752564" y="600813"/>
                  <a:pt x="1750336" y="598299"/>
                </a:cubicBezTo>
                <a:cubicBezTo>
                  <a:pt x="1700008" y="541659"/>
                  <a:pt x="1683120" y="482622"/>
                  <a:pt x="1682441" y="480208"/>
                </a:cubicBezTo>
                <a:cubicBezTo>
                  <a:pt x="1662176" y="385430"/>
                  <a:pt x="1604946" y="357656"/>
                  <a:pt x="1587794" y="351367"/>
                </a:cubicBezTo>
                <a:cubicBezTo>
                  <a:pt x="1581516" y="349066"/>
                  <a:pt x="1575028" y="346690"/>
                  <a:pt x="1568804" y="343970"/>
                </a:cubicBezTo>
                <a:cubicBezTo>
                  <a:pt x="1438756" y="287176"/>
                  <a:pt x="1392389" y="164747"/>
                  <a:pt x="1391937" y="163516"/>
                </a:cubicBezTo>
                <a:cubicBezTo>
                  <a:pt x="1390791" y="160406"/>
                  <a:pt x="1387431" y="158791"/>
                  <a:pt x="1384283" y="159840"/>
                </a:cubicBezTo>
                <a:cubicBezTo>
                  <a:pt x="1381142" y="160886"/>
                  <a:pt x="1379438" y="164205"/>
                  <a:pt x="1380374" y="167377"/>
                </a:cubicBezTo>
                <a:cubicBezTo>
                  <a:pt x="1422565" y="308028"/>
                  <a:pt x="1491176" y="423846"/>
                  <a:pt x="1584300" y="511618"/>
                </a:cubicBezTo>
                <a:cubicBezTo>
                  <a:pt x="1658840" y="581871"/>
                  <a:pt x="1749108" y="634366"/>
                  <a:pt x="1852599" y="667641"/>
                </a:cubicBezTo>
                <a:cubicBezTo>
                  <a:pt x="1860736" y="670257"/>
                  <a:pt x="1868832" y="672709"/>
                  <a:pt x="1876869" y="675013"/>
                </a:cubicBezTo>
                <a:cubicBezTo>
                  <a:pt x="1805783" y="678305"/>
                  <a:pt x="1645734" y="682591"/>
                  <a:pt x="1474027" y="666286"/>
                </a:cubicBezTo>
                <a:cubicBezTo>
                  <a:pt x="1399738" y="659233"/>
                  <a:pt x="1326947" y="642427"/>
                  <a:pt x="1257654" y="616332"/>
                </a:cubicBezTo>
                <a:cubicBezTo>
                  <a:pt x="1258020" y="615256"/>
                  <a:pt x="1258086" y="614083"/>
                  <a:pt x="1257825" y="612972"/>
                </a:cubicBezTo>
                <a:cubicBezTo>
                  <a:pt x="1214438" y="426678"/>
                  <a:pt x="1084294" y="349121"/>
                  <a:pt x="1010581" y="319467"/>
                </a:cubicBezTo>
                <a:cubicBezTo>
                  <a:pt x="946509" y="293691"/>
                  <a:pt x="890963" y="257426"/>
                  <a:pt x="845481" y="211676"/>
                </a:cubicBezTo>
                <a:cubicBezTo>
                  <a:pt x="750131" y="115767"/>
                  <a:pt x="701871" y="4805"/>
                  <a:pt x="701394" y="3697"/>
                </a:cubicBezTo>
                <a:cubicBezTo>
                  <a:pt x="700136" y="707"/>
                  <a:pt x="696741" y="-750"/>
                  <a:pt x="693689" y="385"/>
                </a:cubicBezTo>
                <a:close/>
                <a:moveTo>
                  <a:pt x="1591525" y="1050056"/>
                </a:moveTo>
                <a:cubicBezTo>
                  <a:pt x="1576166" y="1090066"/>
                  <a:pt x="1554687" y="1125309"/>
                  <a:pt x="1527684" y="1154809"/>
                </a:cubicBezTo>
                <a:cubicBezTo>
                  <a:pt x="1442854" y="1247485"/>
                  <a:pt x="1327262" y="1284867"/>
                  <a:pt x="1245227" y="1299911"/>
                </a:cubicBezTo>
                <a:cubicBezTo>
                  <a:pt x="1198054" y="1308559"/>
                  <a:pt x="1156248" y="1311038"/>
                  <a:pt x="1126848" y="1311415"/>
                </a:cubicBezTo>
                <a:cubicBezTo>
                  <a:pt x="1315549" y="1251737"/>
                  <a:pt x="1399330" y="1103703"/>
                  <a:pt x="1414414" y="1074186"/>
                </a:cubicBezTo>
                <a:cubicBezTo>
                  <a:pt x="1416437" y="1070226"/>
                  <a:pt x="1418271" y="1066663"/>
                  <a:pt x="1420205" y="1063190"/>
                </a:cubicBezTo>
                <a:cubicBezTo>
                  <a:pt x="1512127" y="897730"/>
                  <a:pt x="1664306" y="807863"/>
                  <a:pt x="1775786" y="761612"/>
                </a:cubicBezTo>
                <a:cubicBezTo>
                  <a:pt x="1788367" y="756393"/>
                  <a:pt x="1801274" y="751373"/>
                  <a:pt x="1814324" y="746628"/>
                </a:cubicBezTo>
                <a:cubicBezTo>
                  <a:pt x="1689317" y="823026"/>
                  <a:pt x="1617267" y="982999"/>
                  <a:pt x="1591525" y="1050056"/>
                </a:cubicBezTo>
                <a:close/>
                <a:moveTo>
                  <a:pt x="2137631" y="721990"/>
                </a:moveTo>
                <a:cubicBezTo>
                  <a:pt x="2089224" y="984007"/>
                  <a:pt x="1948913" y="1133470"/>
                  <a:pt x="1839730" y="1212714"/>
                </a:cubicBezTo>
                <a:cubicBezTo>
                  <a:pt x="1763318" y="1268175"/>
                  <a:pt x="1690860" y="1297959"/>
                  <a:pt x="1649804" y="1311939"/>
                </a:cubicBezTo>
                <a:cubicBezTo>
                  <a:pt x="1754396" y="1229407"/>
                  <a:pt x="1810525" y="1062144"/>
                  <a:pt x="1830057" y="992912"/>
                </a:cubicBezTo>
                <a:cubicBezTo>
                  <a:pt x="1838252" y="963869"/>
                  <a:pt x="1849969" y="937383"/>
                  <a:pt x="1864881" y="914182"/>
                </a:cubicBezTo>
                <a:cubicBezTo>
                  <a:pt x="1933026" y="808175"/>
                  <a:pt x="2040333" y="750019"/>
                  <a:pt x="2140055" y="718157"/>
                </a:cubicBezTo>
                <a:cubicBezTo>
                  <a:pt x="2138828" y="719048"/>
                  <a:pt x="2137926" y="720389"/>
                  <a:pt x="2137631" y="721990"/>
                </a:cubicBezTo>
                <a:close/>
                <a:moveTo>
                  <a:pt x="3040946" y="302987"/>
                </a:moveTo>
                <a:cubicBezTo>
                  <a:pt x="3070381" y="318421"/>
                  <a:pt x="3115966" y="334788"/>
                  <a:pt x="3177966" y="335840"/>
                </a:cubicBezTo>
                <a:cubicBezTo>
                  <a:pt x="3189189" y="336029"/>
                  <a:pt x="3200981" y="335628"/>
                  <a:pt x="3214015" y="334613"/>
                </a:cubicBezTo>
                <a:cubicBezTo>
                  <a:pt x="3246028" y="332120"/>
                  <a:pt x="3407770" y="326702"/>
                  <a:pt x="3447941" y="465306"/>
                </a:cubicBezTo>
                <a:cubicBezTo>
                  <a:pt x="3448503" y="467240"/>
                  <a:pt x="3449944" y="468687"/>
                  <a:pt x="3451703" y="469331"/>
                </a:cubicBezTo>
                <a:cubicBezTo>
                  <a:pt x="3325632" y="469266"/>
                  <a:pt x="3173477" y="433714"/>
                  <a:pt x="3040946" y="302987"/>
                </a:cubicBezTo>
                <a:close/>
                <a:moveTo>
                  <a:pt x="836853" y="220280"/>
                </a:moveTo>
                <a:cubicBezTo>
                  <a:pt x="883508" y="267209"/>
                  <a:pt x="940437" y="304390"/>
                  <a:pt x="1006051" y="330786"/>
                </a:cubicBezTo>
                <a:cubicBezTo>
                  <a:pt x="1076911" y="359291"/>
                  <a:pt x="1201806" y="433570"/>
                  <a:pt x="1244942" y="611422"/>
                </a:cubicBezTo>
                <a:cubicBezTo>
                  <a:pt x="1124180" y="563653"/>
                  <a:pt x="1014753" y="486867"/>
                  <a:pt x="928332" y="389223"/>
                </a:cubicBezTo>
                <a:cubicBezTo>
                  <a:pt x="842570" y="292319"/>
                  <a:pt x="776575" y="190344"/>
                  <a:pt x="731957" y="85835"/>
                </a:cubicBezTo>
                <a:cubicBezTo>
                  <a:pt x="755600" y="124086"/>
                  <a:pt x="790761" y="173916"/>
                  <a:pt x="836853" y="220280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15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6591AAE4-60F4-3D1D-3D34-12E763949BAA}"/>
              </a:ext>
            </a:extLst>
          </p:cNvPr>
          <p:cNvSpPr/>
          <p:nvPr userDrawn="1"/>
        </p:nvSpPr>
        <p:spPr>
          <a:xfrm rot="18444169">
            <a:off x="9974879" y="1849779"/>
            <a:ext cx="2089175" cy="2164085"/>
          </a:xfrm>
          <a:custGeom>
            <a:avLst/>
            <a:gdLst>
              <a:gd name="connsiteX0" fmla="*/ 863512 w 863512"/>
              <a:gd name="connsiteY0" fmla="*/ 813132 h 894474"/>
              <a:gd name="connsiteX1" fmla="*/ 780736 w 863512"/>
              <a:gd name="connsiteY1" fmla="*/ 727585 h 894474"/>
              <a:gd name="connsiteX2" fmla="*/ 780668 w 863512"/>
              <a:gd name="connsiteY2" fmla="*/ 724842 h 894474"/>
              <a:gd name="connsiteX3" fmla="*/ 777959 w 863512"/>
              <a:gd name="connsiteY3" fmla="*/ 598597 h 894474"/>
              <a:gd name="connsiteX4" fmla="*/ 782280 w 863512"/>
              <a:gd name="connsiteY4" fmla="*/ 588899 h 894474"/>
              <a:gd name="connsiteX5" fmla="*/ 797435 w 863512"/>
              <a:gd name="connsiteY5" fmla="*/ 544504 h 894474"/>
              <a:gd name="connsiteX6" fmla="*/ 786257 w 863512"/>
              <a:gd name="connsiteY6" fmla="*/ 489558 h 894474"/>
              <a:gd name="connsiteX7" fmla="*/ 775558 w 863512"/>
              <a:gd name="connsiteY7" fmla="*/ 453474 h 894474"/>
              <a:gd name="connsiteX8" fmla="*/ 782554 w 863512"/>
              <a:gd name="connsiteY8" fmla="*/ 404961 h 894474"/>
              <a:gd name="connsiteX9" fmla="*/ 790338 w 863512"/>
              <a:gd name="connsiteY9" fmla="*/ 364969 h 894474"/>
              <a:gd name="connsiteX10" fmla="*/ 743360 w 863512"/>
              <a:gd name="connsiteY10" fmla="*/ 289849 h 894474"/>
              <a:gd name="connsiteX11" fmla="*/ 739931 w 863512"/>
              <a:gd name="connsiteY11" fmla="*/ 286389 h 894474"/>
              <a:gd name="connsiteX12" fmla="*/ 737119 w 863512"/>
              <a:gd name="connsiteY12" fmla="*/ 283177 h 894474"/>
              <a:gd name="connsiteX13" fmla="*/ 716820 w 863512"/>
              <a:gd name="connsiteY13" fmla="*/ 267129 h 894474"/>
              <a:gd name="connsiteX14" fmla="*/ 713974 w 863512"/>
              <a:gd name="connsiteY14" fmla="*/ 269368 h 894474"/>
              <a:gd name="connsiteX15" fmla="*/ 715277 w 863512"/>
              <a:gd name="connsiteY15" fmla="*/ 274803 h 894474"/>
              <a:gd name="connsiteX16" fmla="*/ 715928 w 863512"/>
              <a:gd name="connsiteY16" fmla="*/ 275897 h 894474"/>
              <a:gd name="connsiteX17" fmla="*/ 716511 w 863512"/>
              <a:gd name="connsiteY17" fmla="*/ 277769 h 894474"/>
              <a:gd name="connsiteX18" fmla="*/ 720283 w 863512"/>
              <a:gd name="connsiteY18" fmla="*/ 299512 h 894474"/>
              <a:gd name="connsiteX19" fmla="*/ 707733 w 863512"/>
              <a:gd name="connsiteY19" fmla="*/ 341154 h 894474"/>
              <a:gd name="connsiteX20" fmla="*/ 699606 w 863512"/>
              <a:gd name="connsiteY20" fmla="*/ 362390 h 894474"/>
              <a:gd name="connsiteX21" fmla="*/ 692542 w 863512"/>
              <a:gd name="connsiteY21" fmla="*/ 380550 h 894474"/>
              <a:gd name="connsiteX22" fmla="*/ 681398 w 863512"/>
              <a:gd name="connsiteY22" fmla="*/ 432852 h 894474"/>
              <a:gd name="connsiteX23" fmla="*/ 706361 w 863512"/>
              <a:gd name="connsiteY23" fmla="*/ 496910 h 894474"/>
              <a:gd name="connsiteX24" fmla="*/ 731119 w 863512"/>
              <a:gd name="connsiteY24" fmla="*/ 561827 h 894474"/>
              <a:gd name="connsiteX25" fmla="*/ 731599 w 863512"/>
              <a:gd name="connsiteY25" fmla="*/ 612727 h 894474"/>
              <a:gd name="connsiteX26" fmla="*/ 740960 w 863512"/>
              <a:gd name="connsiteY26" fmla="*/ 688625 h 894474"/>
              <a:gd name="connsiteX27" fmla="*/ 561075 w 863512"/>
              <a:gd name="connsiteY27" fmla="*/ 524787 h 894474"/>
              <a:gd name="connsiteX28" fmla="*/ 562824 w 863512"/>
              <a:gd name="connsiteY28" fmla="*/ 523944 h 894474"/>
              <a:gd name="connsiteX29" fmla="*/ 611755 w 863512"/>
              <a:gd name="connsiteY29" fmla="*/ 469138 h 894474"/>
              <a:gd name="connsiteX30" fmla="*/ 608326 w 863512"/>
              <a:gd name="connsiteY30" fmla="*/ 413016 h 894474"/>
              <a:gd name="connsiteX31" fmla="*/ 602565 w 863512"/>
              <a:gd name="connsiteY31" fmla="*/ 372372 h 894474"/>
              <a:gd name="connsiteX32" fmla="*/ 618991 w 863512"/>
              <a:gd name="connsiteY32" fmla="*/ 328018 h 894474"/>
              <a:gd name="connsiteX33" fmla="*/ 633461 w 863512"/>
              <a:gd name="connsiteY33" fmla="*/ 256979 h 894474"/>
              <a:gd name="connsiteX34" fmla="*/ 601468 w 863512"/>
              <a:gd name="connsiteY34" fmla="*/ 209882 h 894474"/>
              <a:gd name="connsiteX35" fmla="*/ 571739 w 863512"/>
              <a:gd name="connsiteY35" fmla="*/ 167009 h 894474"/>
              <a:gd name="connsiteX36" fmla="*/ 563989 w 863512"/>
              <a:gd name="connsiteY36" fmla="*/ 111106 h 894474"/>
              <a:gd name="connsiteX37" fmla="*/ 566184 w 863512"/>
              <a:gd name="connsiteY37" fmla="*/ 105668 h 894474"/>
              <a:gd name="connsiteX38" fmla="*/ 567898 w 863512"/>
              <a:gd name="connsiteY38" fmla="*/ 93272 h 894474"/>
              <a:gd name="connsiteX39" fmla="*/ 565738 w 863512"/>
              <a:gd name="connsiteY39" fmla="*/ 91670 h 894474"/>
              <a:gd name="connsiteX40" fmla="*/ 538306 w 863512"/>
              <a:gd name="connsiteY40" fmla="*/ 108493 h 894474"/>
              <a:gd name="connsiteX41" fmla="*/ 489786 w 863512"/>
              <a:gd name="connsiteY41" fmla="*/ 182621 h 894474"/>
              <a:gd name="connsiteX42" fmla="*/ 508062 w 863512"/>
              <a:gd name="connsiteY42" fmla="*/ 223663 h 894474"/>
              <a:gd name="connsiteX43" fmla="*/ 524384 w 863512"/>
              <a:gd name="connsiteY43" fmla="*/ 254551 h 894474"/>
              <a:gd name="connsiteX44" fmla="*/ 516223 w 863512"/>
              <a:gd name="connsiteY44" fmla="*/ 323337 h 894474"/>
              <a:gd name="connsiteX45" fmla="*/ 506348 w 863512"/>
              <a:gd name="connsiteY45" fmla="*/ 372571 h 894474"/>
              <a:gd name="connsiteX46" fmla="*/ 531139 w 863512"/>
              <a:gd name="connsiteY46" fmla="*/ 422055 h 894474"/>
              <a:gd name="connsiteX47" fmla="*/ 549793 w 863512"/>
              <a:gd name="connsiteY47" fmla="*/ 449579 h 894474"/>
              <a:gd name="connsiteX48" fmla="*/ 550033 w 863512"/>
              <a:gd name="connsiteY48" fmla="*/ 491437 h 894474"/>
              <a:gd name="connsiteX49" fmla="*/ 548387 w 863512"/>
              <a:gd name="connsiteY49" fmla="*/ 513897 h 894474"/>
              <a:gd name="connsiteX50" fmla="*/ 483888 w 863512"/>
              <a:gd name="connsiteY50" fmla="*/ 459808 h 894474"/>
              <a:gd name="connsiteX51" fmla="*/ 481590 w 863512"/>
              <a:gd name="connsiteY51" fmla="*/ 457942 h 894474"/>
              <a:gd name="connsiteX52" fmla="*/ 433036 w 863512"/>
              <a:gd name="connsiteY52" fmla="*/ 418797 h 894474"/>
              <a:gd name="connsiteX53" fmla="*/ 432624 w 863512"/>
              <a:gd name="connsiteY53" fmla="*/ 417456 h 894474"/>
              <a:gd name="connsiteX54" fmla="*/ 430293 w 863512"/>
              <a:gd name="connsiteY54" fmla="*/ 413280 h 894474"/>
              <a:gd name="connsiteX55" fmla="*/ 429984 w 863512"/>
              <a:gd name="connsiteY55" fmla="*/ 412467 h 894474"/>
              <a:gd name="connsiteX56" fmla="*/ 429161 w 863512"/>
              <a:gd name="connsiteY56" fmla="*/ 411178 h 894474"/>
              <a:gd name="connsiteX57" fmla="*/ 399877 w 863512"/>
              <a:gd name="connsiteY57" fmla="*/ 324386 h 894474"/>
              <a:gd name="connsiteX58" fmla="*/ 399980 w 863512"/>
              <a:gd name="connsiteY58" fmla="*/ 312093 h 894474"/>
              <a:gd name="connsiteX59" fmla="*/ 375154 w 863512"/>
              <a:gd name="connsiteY59" fmla="*/ 179542 h 894474"/>
              <a:gd name="connsiteX60" fmla="*/ 288023 w 863512"/>
              <a:gd name="connsiteY60" fmla="*/ 107914 h 894474"/>
              <a:gd name="connsiteX61" fmla="*/ 252190 w 863512"/>
              <a:gd name="connsiteY61" fmla="*/ 89455 h 894474"/>
              <a:gd name="connsiteX62" fmla="*/ 207544 w 863512"/>
              <a:gd name="connsiteY62" fmla="*/ 31920 h 894474"/>
              <a:gd name="connsiteX63" fmla="*/ 204870 w 863512"/>
              <a:gd name="connsiteY63" fmla="*/ 16325 h 894474"/>
              <a:gd name="connsiteX64" fmla="*/ 205521 w 863512"/>
              <a:gd name="connsiteY64" fmla="*/ 12039 h 894474"/>
              <a:gd name="connsiteX65" fmla="*/ 208128 w 863512"/>
              <a:gd name="connsiteY65" fmla="*/ 4536 h 894474"/>
              <a:gd name="connsiteX66" fmla="*/ 206550 w 863512"/>
              <a:gd name="connsiteY66" fmla="*/ 353 h 894474"/>
              <a:gd name="connsiteX67" fmla="*/ 202264 w 863512"/>
              <a:gd name="connsiteY67" fmla="*/ 1590 h 894474"/>
              <a:gd name="connsiteX68" fmla="*/ 200412 w 863512"/>
              <a:gd name="connsiteY68" fmla="*/ 5345 h 894474"/>
              <a:gd name="connsiteX69" fmla="*/ 199109 w 863512"/>
              <a:gd name="connsiteY69" fmla="*/ 10640 h 894474"/>
              <a:gd name="connsiteX70" fmla="*/ 198526 w 863512"/>
              <a:gd name="connsiteY70" fmla="*/ 13537 h 894474"/>
              <a:gd name="connsiteX71" fmla="*/ 198355 w 863512"/>
              <a:gd name="connsiteY71" fmla="*/ 15687 h 894474"/>
              <a:gd name="connsiteX72" fmla="*/ 198218 w 863512"/>
              <a:gd name="connsiteY72" fmla="*/ 16733 h 894474"/>
              <a:gd name="connsiteX73" fmla="*/ 197189 w 863512"/>
              <a:gd name="connsiteY73" fmla="*/ 23372 h 894474"/>
              <a:gd name="connsiteX74" fmla="*/ 194034 w 863512"/>
              <a:gd name="connsiteY74" fmla="*/ 37955 h 894474"/>
              <a:gd name="connsiteX75" fmla="*/ 189988 w 863512"/>
              <a:gd name="connsiteY75" fmla="*/ 57096 h 894474"/>
              <a:gd name="connsiteX76" fmla="*/ 206585 w 863512"/>
              <a:gd name="connsiteY76" fmla="*/ 167242 h 894474"/>
              <a:gd name="connsiteX77" fmla="*/ 267518 w 863512"/>
              <a:gd name="connsiteY77" fmla="*/ 232715 h 894474"/>
              <a:gd name="connsiteX78" fmla="*/ 356123 w 863512"/>
              <a:gd name="connsiteY78" fmla="*/ 342869 h 894474"/>
              <a:gd name="connsiteX79" fmla="*/ 381841 w 863512"/>
              <a:gd name="connsiteY79" fmla="*/ 379086 h 894474"/>
              <a:gd name="connsiteX80" fmla="*/ 318541 w 863512"/>
              <a:gd name="connsiteY80" fmla="*/ 332777 h 894474"/>
              <a:gd name="connsiteX81" fmla="*/ 313981 w 863512"/>
              <a:gd name="connsiteY81" fmla="*/ 333579 h 894474"/>
              <a:gd name="connsiteX82" fmla="*/ 314769 w 863512"/>
              <a:gd name="connsiteY82" fmla="*/ 338154 h 894474"/>
              <a:gd name="connsiteX83" fmla="*/ 466503 w 863512"/>
              <a:gd name="connsiteY83" fmla="*/ 454099 h 894474"/>
              <a:gd name="connsiteX84" fmla="*/ 442465 w 863512"/>
              <a:gd name="connsiteY84" fmla="*/ 454342 h 894474"/>
              <a:gd name="connsiteX85" fmla="*/ 413182 w 863512"/>
              <a:gd name="connsiteY85" fmla="*/ 460723 h 894474"/>
              <a:gd name="connsiteX86" fmla="*/ 329446 w 863512"/>
              <a:gd name="connsiteY86" fmla="*/ 463374 h 894474"/>
              <a:gd name="connsiteX87" fmla="*/ 320565 w 863512"/>
              <a:gd name="connsiteY87" fmla="*/ 460874 h 894474"/>
              <a:gd name="connsiteX88" fmla="*/ 274136 w 863512"/>
              <a:gd name="connsiteY88" fmla="*/ 452216 h 894474"/>
              <a:gd name="connsiteX89" fmla="*/ 274101 w 863512"/>
              <a:gd name="connsiteY89" fmla="*/ 452216 h 894474"/>
              <a:gd name="connsiteX90" fmla="*/ 243378 w 863512"/>
              <a:gd name="connsiteY90" fmla="*/ 456070 h 894474"/>
              <a:gd name="connsiteX91" fmla="*/ 215946 w 863512"/>
              <a:gd name="connsiteY91" fmla="*/ 459815 h 894474"/>
              <a:gd name="connsiteX92" fmla="*/ 160841 w 863512"/>
              <a:gd name="connsiteY92" fmla="*/ 454692 h 894474"/>
              <a:gd name="connsiteX93" fmla="*/ 75014 w 863512"/>
              <a:gd name="connsiteY93" fmla="*/ 454222 h 894474"/>
              <a:gd name="connsiteX94" fmla="*/ 159 w 863512"/>
              <a:gd name="connsiteY94" fmla="*/ 492726 h 894474"/>
              <a:gd name="connsiteX95" fmla="*/ 947 w 863512"/>
              <a:gd name="connsiteY95" fmla="*/ 496289 h 894474"/>
              <a:gd name="connsiteX96" fmla="*/ 6297 w 863512"/>
              <a:gd name="connsiteY96" fmla="*/ 497324 h 894474"/>
              <a:gd name="connsiteX97" fmla="*/ 7462 w 863512"/>
              <a:gd name="connsiteY97" fmla="*/ 497139 h 894474"/>
              <a:gd name="connsiteX98" fmla="*/ 12194 w 863512"/>
              <a:gd name="connsiteY98" fmla="*/ 498192 h 894474"/>
              <a:gd name="connsiteX99" fmla="*/ 16892 w 863512"/>
              <a:gd name="connsiteY99" fmla="*/ 499248 h 894474"/>
              <a:gd name="connsiteX100" fmla="*/ 24059 w 863512"/>
              <a:gd name="connsiteY100" fmla="*/ 500407 h 894474"/>
              <a:gd name="connsiteX101" fmla="*/ 37603 w 863512"/>
              <a:gd name="connsiteY101" fmla="*/ 502996 h 894474"/>
              <a:gd name="connsiteX102" fmla="*/ 76214 w 863512"/>
              <a:gd name="connsiteY102" fmla="*/ 525250 h 894474"/>
              <a:gd name="connsiteX103" fmla="*/ 90890 w 863512"/>
              <a:gd name="connsiteY103" fmla="*/ 535572 h 894474"/>
              <a:gd name="connsiteX104" fmla="*/ 94182 w 863512"/>
              <a:gd name="connsiteY104" fmla="*/ 537722 h 894474"/>
              <a:gd name="connsiteX105" fmla="*/ 141536 w 863512"/>
              <a:gd name="connsiteY105" fmla="*/ 564385 h 894474"/>
              <a:gd name="connsiteX106" fmla="*/ 184639 w 863512"/>
              <a:gd name="connsiteY106" fmla="*/ 573318 h 894474"/>
              <a:gd name="connsiteX107" fmla="*/ 264706 w 863512"/>
              <a:gd name="connsiteY107" fmla="*/ 549675 h 894474"/>
              <a:gd name="connsiteX108" fmla="*/ 312952 w 863512"/>
              <a:gd name="connsiteY108" fmla="*/ 530277 h 894474"/>
              <a:gd name="connsiteX109" fmla="*/ 348271 w 863512"/>
              <a:gd name="connsiteY109" fmla="*/ 525223 h 894474"/>
              <a:gd name="connsiteX110" fmla="*/ 391785 w 863512"/>
              <a:gd name="connsiteY110" fmla="*/ 517652 h 894474"/>
              <a:gd name="connsiteX111" fmla="*/ 462148 w 863512"/>
              <a:gd name="connsiteY111" fmla="*/ 480481 h 894474"/>
              <a:gd name="connsiteX112" fmla="*/ 480047 w 863512"/>
              <a:gd name="connsiteY112" fmla="*/ 469567 h 894474"/>
              <a:gd name="connsiteX113" fmla="*/ 480047 w 863512"/>
              <a:gd name="connsiteY113" fmla="*/ 469567 h 894474"/>
              <a:gd name="connsiteX114" fmla="*/ 482825 w 863512"/>
              <a:gd name="connsiteY114" fmla="*/ 467461 h 894474"/>
              <a:gd name="connsiteX115" fmla="*/ 632089 w 863512"/>
              <a:gd name="connsiteY115" fmla="*/ 596128 h 894474"/>
              <a:gd name="connsiteX116" fmla="*/ 585901 w 863512"/>
              <a:gd name="connsiteY116" fmla="*/ 611555 h 894474"/>
              <a:gd name="connsiteX117" fmla="*/ 550547 w 863512"/>
              <a:gd name="connsiteY117" fmla="*/ 624571 h 894474"/>
              <a:gd name="connsiteX118" fmla="*/ 472366 w 863512"/>
              <a:gd name="connsiteY118" fmla="*/ 620961 h 894474"/>
              <a:gd name="connsiteX119" fmla="*/ 377760 w 863512"/>
              <a:gd name="connsiteY119" fmla="*/ 622353 h 894474"/>
              <a:gd name="connsiteX120" fmla="*/ 314427 w 863512"/>
              <a:gd name="connsiteY120" fmla="*/ 678307 h 894474"/>
              <a:gd name="connsiteX121" fmla="*/ 277256 w 863512"/>
              <a:gd name="connsiteY121" fmla="*/ 718330 h 894474"/>
              <a:gd name="connsiteX122" fmla="*/ 235800 w 863512"/>
              <a:gd name="connsiteY122" fmla="*/ 742165 h 894474"/>
              <a:gd name="connsiteX123" fmla="*/ 229421 w 863512"/>
              <a:gd name="connsiteY123" fmla="*/ 742724 h 894474"/>
              <a:gd name="connsiteX124" fmla="*/ 200653 w 863512"/>
              <a:gd name="connsiteY124" fmla="*/ 749404 h 894474"/>
              <a:gd name="connsiteX125" fmla="*/ 207339 w 863512"/>
              <a:gd name="connsiteY125" fmla="*/ 768291 h 894474"/>
              <a:gd name="connsiteX126" fmla="*/ 288503 w 863512"/>
              <a:gd name="connsiteY126" fmla="*/ 789139 h 894474"/>
              <a:gd name="connsiteX127" fmla="*/ 302528 w 863512"/>
              <a:gd name="connsiteY127" fmla="*/ 788303 h 894474"/>
              <a:gd name="connsiteX128" fmla="*/ 383212 w 863512"/>
              <a:gd name="connsiteY128" fmla="*/ 759077 h 894474"/>
              <a:gd name="connsiteX129" fmla="*/ 409890 w 863512"/>
              <a:gd name="connsiteY129" fmla="*/ 733075 h 894474"/>
              <a:gd name="connsiteX130" fmla="*/ 458513 w 863512"/>
              <a:gd name="connsiteY130" fmla="*/ 695020 h 894474"/>
              <a:gd name="connsiteX131" fmla="*/ 491089 w 863512"/>
              <a:gd name="connsiteY131" fmla="*/ 689636 h 894474"/>
              <a:gd name="connsiteX132" fmla="*/ 535220 w 863512"/>
              <a:gd name="connsiteY132" fmla="*/ 679329 h 894474"/>
              <a:gd name="connsiteX133" fmla="*/ 579694 w 863512"/>
              <a:gd name="connsiteY133" fmla="*/ 639604 h 894474"/>
              <a:gd name="connsiteX134" fmla="*/ 606337 w 863512"/>
              <a:gd name="connsiteY134" fmla="*/ 612340 h 894474"/>
              <a:gd name="connsiteX135" fmla="*/ 631540 w 863512"/>
              <a:gd name="connsiteY135" fmla="*/ 603747 h 894474"/>
              <a:gd name="connsiteX136" fmla="*/ 638124 w 863512"/>
              <a:gd name="connsiteY136" fmla="*/ 601614 h 894474"/>
              <a:gd name="connsiteX137" fmla="*/ 753441 w 863512"/>
              <a:gd name="connsiteY137" fmla="*/ 709902 h 894474"/>
              <a:gd name="connsiteX138" fmla="*/ 753853 w 863512"/>
              <a:gd name="connsiteY138" fmla="*/ 710499 h 894474"/>
              <a:gd name="connsiteX139" fmla="*/ 755019 w 863512"/>
              <a:gd name="connsiteY139" fmla="*/ 711445 h 894474"/>
              <a:gd name="connsiteX140" fmla="*/ 823805 w 863512"/>
              <a:gd name="connsiteY140" fmla="*/ 780663 h 894474"/>
              <a:gd name="connsiteX141" fmla="*/ 789995 w 863512"/>
              <a:gd name="connsiteY141" fmla="*/ 780790 h 894474"/>
              <a:gd name="connsiteX142" fmla="*/ 724055 w 863512"/>
              <a:gd name="connsiteY142" fmla="*/ 779747 h 894474"/>
              <a:gd name="connsiteX143" fmla="*/ 685067 w 863512"/>
              <a:gd name="connsiteY143" fmla="*/ 769724 h 894474"/>
              <a:gd name="connsiteX144" fmla="*/ 630237 w 863512"/>
              <a:gd name="connsiteY144" fmla="*/ 759451 h 894474"/>
              <a:gd name="connsiteX145" fmla="*/ 570710 w 863512"/>
              <a:gd name="connsiteY145" fmla="*/ 781397 h 894474"/>
              <a:gd name="connsiteX146" fmla="*/ 520269 w 863512"/>
              <a:gd name="connsiteY146" fmla="*/ 801576 h 894474"/>
              <a:gd name="connsiteX147" fmla="*/ 482345 w 863512"/>
              <a:gd name="connsiteY147" fmla="*/ 802859 h 894474"/>
              <a:gd name="connsiteX148" fmla="*/ 401626 w 863512"/>
              <a:gd name="connsiteY148" fmla="*/ 825884 h 894474"/>
              <a:gd name="connsiteX149" fmla="*/ 395145 w 863512"/>
              <a:gd name="connsiteY149" fmla="*/ 838688 h 894474"/>
              <a:gd name="connsiteX150" fmla="*/ 398265 w 863512"/>
              <a:gd name="connsiteY150" fmla="*/ 842985 h 894474"/>
              <a:gd name="connsiteX151" fmla="*/ 418360 w 863512"/>
              <a:gd name="connsiteY151" fmla="*/ 845200 h 894474"/>
              <a:gd name="connsiteX152" fmla="*/ 448123 w 863512"/>
              <a:gd name="connsiteY152" fmla="*/ 849116 h 894474"/>
              <a:gd name="connsiteX153" fmla="*/ 471303 w 863512"/>
              <a:gd name="connsiteY153" fmla="*/ 862122 h 894474"/>
              <a:gd name="connsiteX154" fmla="*/ 556171 w 863512"/>
              <a:gd name="connsiteY154" fmla="*/ 894475 h 894474"/>
              <a:gd name="connsiteX155" fmla="*/ 556205 w 863512"/>
              <a:gd name="connsiteY155" fmla="*/ 894475 h 894474"/>
              <a:gd name="connsiteX156" fmla="*/ 634695 w 863512"/>
              <a:gd name="connsiteY156" fmla="*/ 863566 h 894474"/>
              <a:gd name="connsiteX157" fmla="*/ 663122 w 863512"/>
              <a:gd name="connsiteY157" fmla="*/ 847137 h 894474"/>
              <a:gd name="connsiteX158" fmla="*/ 706978 w 863512"/>
              <a:gd name="connsiteY158" fmla="*/ 839693 h 894474"/>
              <a:gd name="connsiteX159" fmla="*/ 747235 w 863512"/>
              <a:gd name="connsiteY159" fmla="*/ 834327 h 894474"/>
              <a:gd name="connsiteX160" fmla="*/ 775730 w 863512"/>
              <a:gd name="connsiteY160" fmla="*/ 815477 h 894474"/>
              <a:gd name="connsiteX161" fmla="*/ 790852 w 863512"/>
              <a:gd name="connsiteY161" fmla="*/ 803603 h 894474"/>
              <a:gd name="connsiteX162" fmla="*/ 820032 w 863512"/>
              <a:gd name="connsiteY162" fmla="*/ 791975 h 894474"/>
              <a:gd name="connsiteX163" fmla="*/ 830937 w 863512"/>
              <a:gd name="connsiteY163" fmla="*/ 788121 h 894474"/>
              <a:gd name="connsiteX164" fmla="*/ 863512 w 863512"/>
              <a:gd name="connsiteY164" fmla="*/ 822833 h 894474"/>
              <a:gd name="connsiteX165" fmla="*/ 863512 w 863512"/>
              <a:gd name="connsiteY165" fmla="*/ 813132 h 894474"/>
              <a:gd name="connsiteX166" fmla="*/ 236177 w 863512"/>
              <a:gd name="connsiteY166" fmla="*/ 135321 h 894474"/>
              <a:gd name="connsiteX167" fmla="*/ 279794 w 863512"/>
              <a:gd name="connsiteY167" fmla="*/ 171600 h 894474"/>
              <a:gd name="connsiteX168" fmla="*/ 330817 w 863512"/>
              <a:gd name="connsiteY168" fmla="*/ 209539 h 894474"/>
              <a:gd name="connsiteX169" fmla="*/ 361438 w 863512"/>
              <a:gd name="connsiteY169" fmla="*/ 283317 h 894474"/>
              <a:gd name="connsiteX170" fmla="*/ 403683 w 863512"/>
              <a:gd name="connsiteY170" fmla="*/ 389575 h 894474"/>
              <a:gd name="connsiteX171" fmla="*/ 362227 w 863512"/>
              <a:gd name="connsiteY171" fmla="*/ 340434 h 894474"/>
              <a:gd name="connsiteX172" fmla="*/ 271598 w 863512"/>
              <a:gd name="connsiteY172" fmla="*/ 227568 h 894474"/>
              <a:gd name="connsiteX173" fmla="*/ 212482 w 863512"/>
              <a:gd name="connsiteY173" fmla="*/ 164331 h 894474"/>
              <a:gd name="connsiteX174" fmla="*/ 196400 w 863512"/>
              <a:gd name="connsiteY174" fmla="*/ 58358 h 894474"/>
              <a:gd name="connsiteX175" fmla="*/ 200447 w 863512"/>
              <a:gd name="connsiteY175" fmla="*/ 39375 h 894474"/>
              <a:gd name="connsiteX176" fmla="*/ 201510 w 863512"/>
              <a:gd name="connsiteY176" fmla="*/ 34547 h 894474"/>
              <a:gd name="connsiteX177" fmla="*/ 248041 w 863512"/>
              <a:gd name="connsiteY177" fmla="*/ 94540 h 894474"/>
              <a:gd name="connsiteX178" fmla="*/ 285520 w 863512"/>
              <a:gd name="connsiteY178" fmla="*/ 113990 h 894474"/>
              <a:gd name="connsiteX179" fmla="*/ 369256 w 863512"/>
              <a:gd name="connsiteY179" fmla="*/ 182415 h 894474"/>
              <a:gd name="connsiteX180" fmla="*/ 393431 w 863512"/>
              <a:gd name="connsiteY180" fmla="*/ 311929 h 894474"/>
              <a:gd name="connsiteX181" fmla="*/ 393294 w 863512"/>
              <a:gd name="connsiteY181" fmla="*/ 324606 h 894474"/>
              <a:gd name="connsiteX182" fmla="*/ 409924 w 863512"/>
              <a:gd name="connsiteY182" fmla="*/ 387027 h 894474"/>
              <a:gd name="connsiteX183" fmla="*/ 367885 w 863512"/>
              <a:gd name="connsiteY183" fmla="*/ 282069 h 894474"/>
              <a:gd name="connsiteX184" fmla="*/ 335618 w 863512"/>
              <a:gd name="connsiteY184" fmla="*/ 205050 h 894474"/>
              <a:gd name="connsiteX185" fmla="*/ 283154 w 863512"/>
              <a:gd name="connsiteY185" fmla="*/ 165956 h 894474"/>
              <a:gd name="connsiteX186" fmla="*/ 241869 w 863512"/>
              <a:gd name="connsiteY186" fmla="*/ 132081 h 894474"/>
              <a:gd name="connsiteX187" fmla="*/ 237411 w 863512"/>
              <a:gd name="connsiteY187" fmla="*/ 130843 h 894474"/>
              <a:gd name="connsiteX188" fmla="*/ 236177 w 863512"/>
              <a:gd name="connsiteY188" fmla="*/ 135321 h 894474"/>
              <a:gd name="connsiteX189" fmla="*/ 458685 w 863512"/>
              <a:gd name="connsiteY189" fmla="*/ 474882 h 894474"/>
              <a:gd name="connsiteX190" fmla="*/ 389453 w 863512"/>
              <a:gd name="connsiteY190" fmla="*/ 511517 h 894474"/>
              <a:gd name="connsiteX191" fmla="*/ 347791 w 863512"/>
              <a:gd name="connsiteY191" fmla="*/ 518667 h 894474"/>
              <a:gd name="connsiteX192" fmla="*/ 311100 w 863512"/>
              <a:gd name="connsiteY192" fmla="*/ 523975 h 894474"/>
              <a:gd name="connsiteX193" fmla="*/ 261963 w 863512"/>
              <a:gd name="connsiteY193" fmla="*/ 543702 h 894474"/>
              <a:gd name="connsiteX194" fmla="*/ 144040 w 863512"/>
              <a:gd name="connsiteY194" fmla="*/ 558309 h 894474"/>
              <a:gd name="connsiteX195" fmla="*/ 97783 w 863512"/>
              <a:gd name="connsiteY195" fmla="*/ 532208 h 894474"/>
              <a:gd name="connsiteX196" fmla="*/ 94456 w 863512"/>
              <a:gd name="connsiteY196" fmla="*/ 530054 h 894474"/>
              <a:gd name="connsiteX197" fmla="*/ 80123 w 863512"/>
              <a:gd name="connsiteY197" fmla="*/ 519946 h 894474"/>
              <a:gd name="connsiteX198" fmla="*/ 39352 w 863512"/>
              <a:gd name="connsiteY198" fmla="*/ 496656 h 894474"/>
              <a:gd name="connsiteX199" fmla="*/ 25053 w 863512"/>
              <a:gd name="connsiteY199" fmla="*/ 493909 h 894474"/>
              <a:gd name="connsiteX200" fmla="*/ 18092 w 863512"/>
              <a:gd name="connsiteY200" fmla="*/ 492781 h 894474"/>
              <a:gd name="connsiteX201" fmla="*/ 13772 w 863512"/>
              <a:gd name="connsiteY201" fmla="*/ 491807 h 894474"/>
              <a:gd name="connsiteX202" fmla="*/ 11714 w 863512"/>
              <a:gd name="connsiteY202" fmla="*/ 491310 h 894474"/>
              <a:gd name="connsiteX203" fmla="*/ 76797 w 863512"/>
              <a:gd name="connsiteY203" fmla="*/ 460542 h 894474"/>
              <a:gd name="connsiteX204" fmla="*/ 159847 w 863512"/>
              <a:gd name="connsiteY204" fmla="*/ 461173 h 894474"/>
              <a:gd name="connsiteX205" fmla="*/ 216151 w 863512"/>
              <a:gd name="connsiteY205" fmla="*/ 466374 h 894474"/>
              <a:gd name="connsiteX206" fmla="*/ 244578 w 863512"/>
              <a:gd name="connsiteY206" fmla="*/ 462517 h 894474"/>
              <a:gd name="connsiteX207" fmla="*/ 274101 w 863512"/>
              <a:gd name="connsiteY207" fmla="*/ 458776 h 894474"/>
              <a:gd name="connsiteX208" fmla="*/ 274136 w 863512"/>
              <a:gd name="connsiteY208" fmla="*/ 458776 h 894474"/>
              <a:gd name="connsiteX209" fmla="*/ 318781 w 863512"/>
              <a:gd name="connsiteY209" fmla="*/ 467184 h 894474"/>
              <a:gd name="connsiteX210" fmla="*/ 327731 w 863512"/>
              <a:gd name="connsiteY210" fmla="*/ 469704 h 894474"/>
              <a:gd name="connsiteX211" fmla="*/ 414690 w 863512"/>
              <a:gd name="connsiteY211" fmla="*/ 467105 h 894474"/>
              <a:gd name="connsiteX212" fmla="*/ 443631 w 863512"/>
              <a:gd name="connsiteY212" fmla="*/ 460795 h 894474"/>
              <a:gd name="connsiteX213" fmla="*/ 469143 w 863512"/>
              <a:gd name="connsiteY213" fmla="*/ 460984 h 894474"/>
              <a:gd name="connsiteX214" fmla="*/ 361232 w 863512"/>
              <a:gd name="connsiteY214" fmla="*/ 489345 h 894474"/>
              <a:gd name="connsiteX215" fmla="*/ 337195 w 863512"/>
              <a:gd name="connsiteY215" fmla="*/ 488303 h 894474"/>
              <a:gd name="connsiteX216" fmla="*/ 307397 w 863512"/>
              <a:gd name="connsiteY216" fmla="*/ 487638 h 894474"/>
              <a:gd name="connsiteX217" fmla="*/ 273862 w 863512"/>
              <a:gd name="connsiteY217" fmla="*/ 495593 h 894474"/>
              <a:gd name="connsiteX218" fmla="*/ 229216 w 863512"/>
              <a:gd name="connsiteY218" fmla="*/ 503963 h 894474"/>
              <a:gd name="connsiteX219" fmla="*/ 193623 w 863512"/>
              <a:gd name="connsiteY219" fmla="*/ 497170 h 894474"/>
              <a:gd name="connsiteX220" fmla="*/ 134473 w 863512"/>
              <a:gd name="connsiteY220" fmla="*/ 492904 h 894474"/>
              <a:gd name="connsiteX221" fmla="*/ 132312 w 863512"/>
              <a:gd name="connsiteY221" fmla="*/ 497012 h 894474"/>
              <a:gd name="connsiteX222" fmla="*/ 136427 w 863512"/>
              <a:gd name="connsiteY222" fmla="*/ 499176 h 894474"/>
              <a:gd name="connsiteX223" fmla="*/ 191908 w 863512"/>
              <a:gd name="connsiteY223" fmla="*/ 503510 h 894474"/>
              <a:gd name="connsiteX224" fmla="*/ 229010 w 863512"/>
              <a:gd name="connsiteY224" fmla="*/ 510523 h 894474"/>
              <a:gd name="connsiteX225" fmla="*/ 231547 w 863512"/>
              <a:gd name="connsiteY225" fmla="*/ 510564 h 894474"/>
              <a:gd name="connsiteX226" fmla="*/ 275747 w 863512"/>
              <a:gd name="connsiteY226" fmla="*/ 501878 h 894474"/>
              <a:gd name="connsiteX227" fmla="*/ 308152 w 863512"/>
              <a:gd name="connsiteY227" fmla="*/ 494160 h 894474"/>
              <a:gd name="connsiteX228" fmla="*/ 336612 w 863512"/>
              <a:gd name="connsiteY228" fmla="*/ 494835 h 894474"/>
              <a:gd name="connsiteX229" fmla="*/ 361575 w 863512"/>
              <a:gd name="connsiteY229" fmla="*/ 495898 h 894474"/>
              <a:gd name="connsiteX230" fmla="*/ 470412 w 863512"/>
              <a:gd name="connsiteY230" fmla="*/ 467705 h 894474"/>
              <a:gd name="connsiteX231" fmla="*/ 458685 w 863512"/>
              <a:gd name="connsiteY231" fmla="*/ 474882 h 894474"/>
              <a:gd name="connsiteX232" fmla="*/ 568070 w 863512"/>
              <a:gd name="connsiteY232" fmla="*/ 442392 h 894474"/>
              <a:gd name="connsiteX233" fmla="*/ 558469 w 863512"/>
              <a:gd name="connsiteY233" fmla="*/ 412378 h 894474"/>
              <a:gd name="connsiteX234" fmla="*/ 548662 w 863512"/>
              <a:gd name="connsiteY234" fmla="*/ 365051 h 894474"/>
              <a:gd name="connsiteX235" fmla="*/ 559531 w 863512"/>
              <a:gd name="connsiteY235" fmla="*/ 334217 h 894474"/>
              <a:gd name="connsiteX236" fmla="*/ 567350 w 863512"/>
              <a:gd name="connsiteY236" fmla="*/ 276003 h 894474"/>
              <a:gd name="connsiteX237" fmla="*/ 562926 w 863512"/>
              <a:gd name="connsiteY237" fmla="*/ 274594 h 894474"/>
              <a:gd name="connsiteX238" fmla="*/ 561520 w 863512"/>
              <a:gd name="connsiteY238" fmla="*/ 279021 h 894474"/>
              <a:gd name="connsiteX239" fmla="*/ 553599 w 863512"/>
              <a:gd name="connsiteY239" fmla="*/ 331443 h 894474"/>
              <a:gd name="connsiteX240" fmla="*/ 542112 w 863512"/>
              <a:gd name="connsiteY240" fmla="*/ 364324 h 894474"/>
              <a:gd name="connsiteX241" fmla="*/ 552365 w 863512"/>
              <a:gd name="connsiteY241" fmla="*/ 414764 h 894474"/>
              <a:gd name="connsiteX242" fmla="*/ 561623 w 863512"/>
              <a:gd name="connsiteY242" fmla="*/ 443637 h 894474"/>
              <a:gd name="connsiteX243" fmla="*/ 554902 w 863512"/>
              <a:gd name="connsiteY243" fmla="*/ 512453 h 894474"/>
              <a:gd name="connsiteX244" fmla="*/ 556548 w 863512"/>
              <a:gd name="connsiteY244" fmla="*/ 492198 h 894474"/>
              <a:gd name="connsiteX245" fmla="*/ 555863 w 863512"/>
              <a:gd name="connsiteY245" fmla="*/ 447055 h 894474"/>
              <a:gd name="connsiteX246" fmla="*/ 536249 w 863512"/>
              <a:gd name="connsiteY246" fmla="*/ 417947 h 894474"/>
              <a:gd name="connsiteX247" fmla="*/ 512897 w 863512"/>
              <a:gd name="connsiteY247" fmla="*/ 372787 h 894474"/>
              <a:gd name="connsiteX248" fmla="*/ 522533 w 863512"/>
              <a:gd name="connsiteY248" fmla="*/ 325127 h 894474"/>
              <a:gd name="connsiteX249" fmla="*/ 530796 w 863512"/>
              <a:gd name="connsiteY249" fmla="*/ 253115 h 894474"/>
              <a:gd name="connsiteX250" fmla="*/ 513446 w 863512"/>
              <a:gd name="connsiteY250" fmla="*/ 219929 h 894474"/>
              <a:gd name="connsiteX251" fmla="*/ 496369 w 863512"/>
              <a:gd name="connsiteY251" fmla="*/ 182457 h 894474"/>
              <a:gd name="connsiteX252" fmla="*/ 542147 w 863512"/>
              <a:gd name="connsiteY252" fmla="*/ 113825 h 894474"/>
              <a:gd name="connsiteX253" fmla="*/ 561280 w 863512"/>
              <a:gd name="connsiteY253" fmla="*/ 100870 h 894474"/>
              <a:gd name="connsiteX254" fmla="*/ 560389 w 863512"/>
              <a:gd name="connsiteY254" fmla="*/ 102581 h 894474"/>
              <a:gd name="connsiteX255" fmla="*/ 557440 w 863512"/>
              <a:gd name="connsiteY255" fmla="*/ 110557 h 894474"/>
              <a:gd name="connsiteX256" fmla="*/ 565704 w 863512"/>
              <a:gd name="connsiteY256" fmla="*/ 169611 h 894474"/>
              <a:gd name="connsiteX257" fmla="*/ 596462 w 863512"/>
              <a:gd name="connsiteY257" fmla="*/ 214134 h 894474"/>
              <a:gd name="connsiteX258" fmla="*/ 627357 w 863512"/>
              <a:gd name="connsiteY258" fmla="*/ 259448 h 894474"/>
              <a:gd name="connsiteX259" fmla="*/ 613161 w 863512"/>
              <a:gd name="connsiteY259" fmla="*/ 325021 h 894474"/>
              <a:gd name="connsiteX260" fmla="*/ 596016 w 863512"/>
              <a:gd name="connsiteY260" fmla="*/ 371909 h 894474"/>
              <a:gd name="connsiteX261" fmla="*/ 601948 w 863512"/>
              <a:gd name="connsiteY261" fmla="*/ 414552 h 894474"/>
              <a:gd name="connsiteX262" fmla="*/ 605480 w 863512"/>
              <a:gd name="connsiteY262" fmla="*/ 467184 h 894474"/>
              <a:gd name="connsiteX263" fmla="*/ 560046 w 863512"/>
              <a:gd name="connsiteY263" fmla="*/ 517967 h 894474"/>
              <a:gd name="connsiteX264" fmla="*/ 568070 w 863512"/>
              <a:gd name="connsiteY264" fmla="*/ 442392 h 894474"/>
              <a:gd name="connsiteX265" fmla="*/ 574825 w 863512"/>
              <a:gd name="connsiteY265" fmla="*/ 635235 h 894474"/>
              <a:gd name="connsiteX266" fmla="*/ 531963 w 863512"/>
              <a:gd name="connsiteY266" fmla="*/ 673623 h 894474"/>
              <a:gd name="connsiteX267" fmla="*/ 490609 w 863512"/>
              <a:gd name="connsiteY267" fmla="*/ 683084 h 894474"/>
              <a:gd name="connsiteX268" fmla="*/ 456284 w 863512"/>
              <a:gd name="connsiteY268" fmla="*/ 688834 h 894474"/>
              <a:gd name="connsiteX269" fmla="*/ 405055 w 863512"/>
              <a:gd name="connsiteY269" fmla="*/ 728631 h 894474"/>
              <a:gd name="connsiteX270" fmla="*/ 379200 w 863512"/>
              <a:gd name="connsiteY270" fmla="*/ 753889 h 894474"/>
              <a:gd name="connsiteX271" fmla="*/ 301465 w 863512"/>
              <a:gd name="connsiteY271" fmla="*/ 781818 h 894474"/>
              <a:gd name="connsiteX272" fmla="*/ 211968 w 863512"/>
              <a:gd name="connsiteY272" fmla="*/ 763624 h 894474"/>
              <a:gd name="connsiteX273" fmla="*/ 206996 w 863512"/>
              <a:gd name="connsiteY273" fmla="*/ 751873 h 894474"/>
              <a:gd name="connsiteX274" fmla="*/ 229936 w 863512"/>
              <a:gd name="connsiteY274" fmla="*/ 749267 h 894474"/>
              <a:gd name="connsiteX275" fmla="*/ 237000 w 863512"/>
              <a:gd name="connsiteY275" fmla="*/ 748619 h 894474"/>
              <a:gd name="connsiteX276" fmla="*/ 281440 w 863512"/>
              <a:gd name="connsiteY276" fmla="*/ 723388 h 894474"/>
              <a:gd name="connsiteX277" fmla="*/ 319536 w 863512"/>
              <a:gd name="connsiteY277" fmla="*/ 682442 h 894474"/>
              <a:gd name="connsiteX278" fmla="*/ 380400 w 863512"/>
              <a:gd name="connsiteY278" fmla="*/ 628364 h 894474"/>
              <a:gd name="connsiteX279" fmla="*/ 471200 w 863512"/>
              <a:gd name="connsiteY279" fmla="*/ 627421 h 894474"/>
              <a:gd name="connsiteX280" fmla="*/ 534123 w 863512"/>
              <a:gd name="connsiteY280" fmla="*/ 633665 h 894474"/>
              <a:gd name="connsiteX281" fmla="*/ 482619 w 863512"/>
              <a:gd name="connsiteY281" fmla="*/ 638178 h 894474"/>
              <a:gd name="connsiteX282" fmla="*/ 471921 w 863512"/>
              <a:gd name="connsiteY282" fmla="*/ 637595 h 894474"/>
              <a:gd name="connsiteX283" fmla="*/ 436670 w 863512"/>
              <a:gd name="connsiteY283" fmla="*/ 640660 h 894474"/>
              <a:gd name="connsiteX284" fmla="*/ 402964 w 863512"/>
              <a:gd name="connsiteY284" fmla="*/ 669429 h 894474"/>
              <a:gd name="connsiteX285" fmla="*/ 389076 w 863512"/>
              <a:gd name="connsiteY285" fmla="*/ 685388 h 894474"/>
              <a:gd name="connsiteX286" fmla="*/ 359964 w 863512"/>
              <a:gd name="connsiteY286" fmla="*/ 703675 h 894474"/>
              <a:gd name="connsiteX287" fmla="*/ 346179 w 863512"/>
              <a:gd name="connsiteY287" fmla="*/ 711030 h 894474"/>
              <a:gd name="connsiteX288" fmla="*/ 345013 w 863512"/>
              <a:gd name="connsiteY288" fmla="*/ 715525 h 894474"/>
              <a:gd name="connsiteX289" fmla="*/ 347825 w 863512"/>
              <a:gd name="connsiteY289" fmla="*/ 717144 h 894474"/>
              <a:gd name="connsiteX290" fmla="*/ 349505 w 863512"/>
              <a:gd name="connsiteY290" fmla="*/ 716691 h 894474"/>
              <a:gd name="connsiteX291" fmla="*/ 362947 w 863512"/>
              <a:gd name="connsiteY291" fmla="*/ 709525 h 894474"/>
              <a:gd name="connsiteX292" fmla="*/ 393671 w 863512"/>
              <a:gd name="connsiteY292" fmla="*/ 690069 h 894474"/>
              <a:gd name="connsiteX293" fmla="*/ 408107 w 863512"/>
              <a:gd name="connsiteY293" fmla="*/ 673513 h 894474"/>
              <a:gd name="connsiteX294" fmla="*/ 439277 w 863512"/>
              <a:gd name="connsiteY294" fmla="*/ 646688 h 894474"/>
              <a:gd name="connsiteX295" fmla="*/ 471441 w 863512"/>
              <a:gd name="connsiteY295" fmla="*/ 644141 h 894474"/>
              <a:gd name="connsiteX296" fmla="*/ 482482 w 863512"/>
              <a:gd name="connsiteY296" fmla="*/ 644741 h 894474"/>
              <a:gd name="connsiteX297" fmla="*/ 583089 w 863512"/>
              <a:gd name="connsiteY297" fmla="*/ 626029 h 894474"/>
              <a:gd name="connsiteX298" fmla="*/ 574825 w 863512"/>
              <a:gd name="connsiteY298" fmla="*/ 635235 h 894474"/>
              <a:gd name="connsiteX299" fmla="*/ 766883 w 863512"/>
              <a:gd name="connsiteY299" fmla="*/ 713859 h 894474"/>
              <a:gd name="connsiteX300" fmla="*/ 767123 w 863512"/>
              <a:gd name="connsiteY300" fmla="*/ 710934 h 894474"/>
              <a:gd name="connsiteX301" fmla="*/ 752858 w 863512"/>
              <a:gd name="connsiteY301" fmla="*/ 613561 h 894474"/>
              <a:gd name="connsiteX302" fmla="*/ 755979 w 863512"/>
              <a:gd name="connsiteY302" fmla="*/ 593844 h 894474"/>
              <a:gd name="connsiteX303" fmla="*/ 754539 w 863512"/>
              <a:gd name="connsiteY303" fmla="*/ 512669 h 894474"/>
              <a:gd name="connsiteX304" fmla="*/ 748984 w 863512"/>
              <a:gd name="connsiteY304" fmla="*/ 500284 h 894474"/>
              <a:gd name="connsiteX305" fmla="*/ 730878 w 863512"/>
              <a:gd name="connsiteY305" fmla="*/ 411730 h 894474"/>
              <a:gd name="connsiteX306" fmla="*/ 730021 w 863512"/>
              <a:gd name="connsiteY306" fmla="*/ 407162 h 894474"/>
              <a:gd name="connsiteX307" fmla="*/ 725461 w 863512"/>
              <a:gd name="connsiteY307" fmla="*/ 407996 h 894474"/>
              <a:gd name="connsiteX308" fmla="*/ 742983 w 863512"/>
              <a:gd name="connsiteY308" fmla="*/ 503023 h 894474"/>
              <a:gd name="connsiteX309" fmla="*/ 748504 w 863512"/>
              <a:gd name="connsiteY309" fmla="*/ 515244 h 894474"/>
              <a:gd name="connsiteX310" fmla="*/ 749498 w 863512"/>
              <a:gd name="connsiteY310" fmla="*/ 592747 h 894474"/>
              <a:gd name="connsiteX311" fmla="*/ 746343 w 863512"/>
              <a:gd name="connsiteY311" fmla="*/ 612710 h 894474"/>
              <a:gd name="connsiteX312" fmla="*/ 757282 w 863512"/>
              <a:gd name="connsiteY312" fmla="*/ 703860 h 894474"/>
              <a:gd name="connsiteX313" fmla="*/ 738182 w 863512"/>
              <a:gd name="connsiteY313" fmla="*/ 613077 h 894474"/>
              <a:gd name="connsiteX314" fmla="*/ 737634 w 863512"/>
              <a:gd name="connsiteY314" fmla="*/ 561049 h 894474"/>
              <a:gd name="connsiteX315" fmla="*/ 712191 w 863512"/>
              <a:gd name="connsiteY315" fmla="*/ 493865 h 894474"/>
              <a:gd name="connsiteX316" fmla="*/ 687879 w 863512"/>
              <a:gd name="connsiteY316" fmla="*/ 431896 h 894474"/>
              <a:gd name="connsiteX317" fmla="*/ 698612 w 863512"/>
              <a:gd name="connsiteY317" fmla="*/ 383094 h 894474"/>
              <a:gd name="connsiteX318" fmla="*/ 705847 w 863512"/>
              <a:gd name="connsiteY318" fmla="*/ 364440 h 894474"/>
              <a:gd name="connsiteX319" fmla="*/ 713802 w 863512"/>
              <a:gd name="connsiteY319" fmla="*/ 343654 h 894474"/>
              <a:gd name="connsiteX320" fmla="*/ 726832 w 863512"/>
              <a:gd name="connsiteY320" fmla="*/ 300226 h 894474"/>
              <a:gd name="connsiteX321" fmla="*/ 723403 w 863512"/>
              <a:gd name="connsiteY321" fmla="*/ 277886 h 894474"/>
              <a:gd name="connsiteX322" fmla="*/ 732148 w 863512"/>
              <a:gd name="connsiteY322" fmla="*/ 287459 h 894474"/>
              <a:gd name="connsiteX323" fmla="*/ 735233 w 863512"/>
              <a:gd name="connsiteY323" fmla="*/ 290988 h 894474"/>
              <a:gd name="connsiteX324" fmla="*/ 738662 w 863512"/>
              <a:gd name="connsiteY324" fmla="*/ 294465 h 894474"/>
              <a:gd name="connsiteX325" fmla="*/ 783754 w 863512"/>
              <a:gd name="connsiteY325" fmla="*/ 364807 h 894474"/>
              <a:gd name="connsiteX326" fmla="*/ 776244 w 863512"/>
              <a:gd name="connsiteY326" fmla="*/ 403168 h 894474"/>
              <a:gd name="connsiteX327" fmla="*/ 769043 w 863512"/>
              <a:gd name="connsiteY327" fmla="*/ 454301 h 894474"/>
              <a:gd name="connsiteX328" fmla="*/ 780119 w 863512"/>
              <a:gd name="connsiteY328" fmla="*/ 491893 h 894474"/>
              <a:gd name="connsiteX329" fmla="*/ 790920 w 863512"/>
              <a:gd name="connsiteY329" fmla="*/ 543633 h 894474"/>
              <a:gd name="connsiteX330" fmla="*/ 776279 w 863512"/>
              <a:gd name="connsiteY330" fmla="*/ 586204 h 894474"/>
              <a:gd name="connsiteX331" fmla="*/ 771924 w 863512"/>
              <a:gd name="connsiteY331" fmla="*/ 596001 h 894474"/>
              <a:gd name="connsiteX332" fmla="*/ 769935 w 863512"/>
              <a:gd name="connsiteY332" fmla="*/ 716876 h 894474"/>
              <a:gd name="connsiteX333" fmla="*/ 766883 w 863512"/>
              <a:gd name="connsiteY333" fmla="*/ 713859 h 894474"/>
              <a:gd name="connsiteX334" fmla="*/ 687913 w 863512"/>
              <a:gd name="connsiteY334" fmla="*/ 800311 h 894474"/>
              <a:gd name="connsiteX335" fmla="*/ 669945 w 863512"/>
              <a:gd name="connsiteY335" fmla="*/ 797599 h 894474"/>
              <a:gd name="connsiteX336" fmla="*/ 637953 w 863512"/>
              <a:gd name="connsiteY336" fmla="*/ 795356 h 894474"/>
              <a:gd name="connsiteX337" fmla="*/ 601125 w 863512"/>
              <a:gd name="connsiteY337" fmla="*/ 813869 h 894474"/>
              <a:gd name="connsiteX338" fmla="*/ 575476 w 863512"/>
              <a:gd name="connsiteY338" fmla="*/ 828679 h 894474"/>
              <a:gd name="connsiteX339" fmla="*/ 556720 w 863512"/>
              <a:gd name="connsiteY339" fmla="*/ 828274 h 894474"/>
              <a:gd name="connsiteX340" fmla="*/ 535425 w 863512"/>
              <a:gd name="connsiteY340" fmla="*/ 828017 h 894474"/>
              <a:gd name="connsiteX341" fmla="*/ 533471 w 863512"/>
              <a:gd name="connsiteY341" fmla="*/ 832235 h 894474"/>
              <a:gd name="connsiteX342" fmla="*/ 537689 w 863512"/>
              <a:gd name="connsiteY342" fmla="*/ 834179 h 894474"/>
              <a:gd name="connsiteX343" fmla="*/ 555382 w 863512"/>
              <a:gd name="connsiteY343" fmla="*/ 834707 h 894474"/>
              <a:gd name="connsiteX344" fmla="*/ 568344 w 863512"/>
              <a:gd name="connsiteY344" fmla="*/ 836473 h 894474"/>
              <a:gd name="connsiteX345" fmla="*/ 577808 w 863512"/>
              <a:gd name="connsiteY345" fmla="*/ 834824 h 894474"/>
              <a:gd name="connsiteX346" fmla="*/ 604794 w 863512"/>
              <a:gd name="connsiteY346" fmla="*/ 819318 h 894474"/>
              <a:gd name="connsiteX347" fmla="*/ 639153 w 863512"/>
              <a:gd name="connsiteY347" fmla="*/ 801820 h 894474"/>
              <a:gd name="connsiteX348" fmla="*/ 668677 w 863512"/>
              <a:gd name="connsiteY348" fmla="*/ 804045 h 894474"/>
              <a:gd name="connsiteX349" fmla="*/ 687536 w 863512"/>
              <a:gd name="connsiteY349" fmla="*/ 806871 h 894474"/>
              <a:gd name="connsiteX350" fmla="*/ 787183 w 863512"/>
              <a:gd name="connsiteY350" fmla="*/ 798161 h 894474"/>
              <a:gd name="connsiteX351" fmla="*/ 771478 w 863512"/>
              <a:gd name="connsiteY351" fmla="*/ 810488 h 894474"/>
              <a:gd name="connsiteX352" fmla="*/ 745040 w 863512"/>
              <a:gd name="connsiteY352" fmla="*/ 828141 h 894474"/>
              <a:gd name="connsiteX353" fmla="*/ 706807 w 863512"/>
              <a:gd name="connsiteY353" fmla="*/ 833126 h 894474"/>
              <a:gd name="connsiteX354" fmla="*/ 660172 w 863512"/>
              <a:gd name="connsiteY354" fmla="*/ 841260 h 894474"/>
              <a:gd name="connsiteX355" fmla="*/ 631266 w 863512"/>
              <a:gd name="connsiteY355" fmla="*/ 857970 h 894474"/>
              <a:gd name="connsiteX356" fmla="*/ 556205 w 863512"/>
              <a:gd name="connsiteY356" fmla="*/ 887905 h 894474"/>
              <a:gd name="connsiteX357" fmla="*/ 556171 w 863512"/>
              <a:gd name="connsiteY357" fmla="*/ 887905 h 894474"/>
              <a:gd name="connsiteX358" fmla="*/ 474595 w 863512"/>
              <a:gd name="connsiteY358" fmla="*/ 856440 h 894474"/>
              <a:gd name="connsiteX359" fmla="*/ 451141 w 863512"/>
              <a:gd name="connsiteY359" fmla="*/ 843276 h 894474"/>
              <a:gd name="connsiteX360" fmla="*/ 423503 w 863512"/>
              <a:gd name="connsiteY360" fmla="*/ 838589 h 894474"/>
              <a:gd name="connsiteX361" fmla="*/ 418325 w 863512"/>
              <a:gd name="connsiteY361" fmla="*/ 838627 h 894474"/>
              <a:gd name="connsiteX362" fmla="*/ 401660 w 863512"/>
              <a:gd name="connsiteY362" fmla="*/ 837330 h 894474"/>
              <a:gd name="connsiteX363" fmla="*/ 406426 w 863512"/>
              <a:gd name="connsiteY363" fmla="*/ 830373 h 894474"/>
              <a:gd name="connsiteX364" fmla="*/ 482173 w 863512"/>
              <a:gd name="connsiteY364" fmla="*/ 809422 h 894474"/>
              <a:gd name="connsiteX365" fmla="*/ 521367 w 863512"/>
              <a:gd name="connsiteY365" fmla="*/ 808050 h 894474"/>
              <a:gd name="connsiteX366" fmla="*/ 573796 w 863512"/>
              <a:gd name="connsiteY366" fmla="*/ 787202 h 894474"/>
              <a:gd name="connsiteX367" fmla="*/ 630889 w 863512"/>
              <a:gd name="connsiteY367" fmla="*/ 765983 h 894474"/>
              <a:gd name="connsiteX368" fmla="*/ 682975 w 863512"/>
              <a:gd name="connsiteY368" fmla="*/ 775938 h 894474"/>
              <a:gd name="connsiteX369" fmla="*/ 723438 w 863512"/>
              <a:gd name="connsiteY369" fmla="*/ 786283 h 894474"/>
              <a:gd name="connsiteX370" fmla="*/ 790063 w 863512"/>
              <a:gd name="connsiteY370" fmla="*/ 787353 h 894474"/>
              <a:gd name="connsiteX371" fmla="*/ 797435 w 863512"/>
              <a:gd name="connsiteY371" fmla="*/ 787267 h 894474"/>
              <a:gd name="connsiteX372" fmla="*/ 687913 w 863512"/>
              <a:gd name="connsiteY372" fmla="*/ 800311 h 894474"/>
              <a:gd name="connsiteX373" fmla="*/ 809368 w 863512"/>
              <a:gd name="connsiteY373" fmla="*/ 788597 h 894474"/>
              <a:gd name="connsiteX374" fmla="*/ 810603 w 863512"/>
              <a:gd name="connsiteY374" fmla="*/ 787168 h 894474"/>
              <a:gd name="connsiteX375" fmla="*/ 813655 w 863512"/>
              <a:gd name="connsiteY375" fmla="*/ 787157 h 894474"/>
              <a:gd name="connsiteX376" fmla="*/ 809368 w 863512"/>
              <a:gd name="connsiteY376" fmla="*/ 788597 h 894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</a:cxnLst>
            <a:rect l="l" t="t" r="r" b="b"/>
            <a:pathLst>
              <a:path w="863512" h="894474">
                <a:moveTo>
                  <a:pt x="863512" y="813132"/>
                </a:moveTo>
                <a:cubicBezTo>
                  <a:pt x="837521" y="785096"/>
                  <a:pt x="809745" y="756420"/>
                  <a:pt x="780736" y="727585"/>
                </a:cubicBezTo>
                <a:cubicBezTo>
                  <a:pt x="781113" y="726728"/>
                  <a:pt x="781148" y="725740"/>
                  <a:pt x="780668" y="724842"/>
                </a:cubicBezTo>
                <a:cubicBezTo>
                  <a:pt x="761637" y="687216"/>
                  <a:pt x="760574" y="638839"/>
                  <a:pt x="777959" y="598597"/>
                </a:cubicBezTo>
                <a:cubicBezTo>
                  <a:pt x="779330" y="595411"/>
                  <a:pt x="780771" y="592174"/>
                  <a:pt x="782280" y="588899"/>
                </a:cubicBezTo>
                <a:cubicBezTo>
                  <a:pt x="788726" y="574583"/>
                  <a:pt x="795378" y="559777"/>
                  <a:pt x="797435" y="544504"/>
                </a:cubicBezTo>
                <a:cubicBezTo>
                  <a:pt x="799973" y="525699"/>
                  <a:pt x="793012" y="507327"/>
                  <a:pt x="786257" y="489558"/>
                </a:cubicBezTo>
                <a:cubicBezTo>
                  <a:pt x="781731" y="477673"/>
                  <a:pt x="777067" y="465383"/>
                  <a:pt x="775558" y="453474"/>
                </a:cubicBezTo>
                <a:cubicBezTo>
                  <a:pt x="773467" y="436830"/>
                  <a:pt x="777890" y="421352"/>
                  <a:pt x="782554" y="404961"/>
                </a:cubicBezTo>
                <a:cubicBezTo>
                  <a:pt x="786188" y="392119"/>
                  <a:pt x="789995" y="378839"/>
                  <a:pt x="790338" y="364969"/>
                </a:cubicBezTo>
                <a:cubicBezTo>
                  <a:pt x="791023" y="338215"/>
                  <a:pt x="761191" y="307941"/>
                  <a:pt x="743360" y="289849"/>
                </a:cubicBezTo>
                <a:lnTo>
                  <a:pt x="739931" y="286389"/>
                </a:lnTo>
                <a:cubicBezTo>
                  <a:pt x="739348" y="285769"/>
                  <a:pt x="738354" y="284610"/>
                  <a:pt x="737119" y="283177"/>
                </a:cubicBezTo>
                <a:cubicBezTo>
                  <a:pt x="727381" y="271816"/>
                  <a:pt x="721552" y="266213"/>
                  <a:pt x="716820" y="267129"/>
                </a:cubicBezTo>
                <a:cubicBezTo>
                  <a:pt x="715517" y="267376"/>
                  <a:pt x="714488" y="268192"/>
                  <a:pt x="713974" y="269368"/>
                </a:cubicBezTo>
                <a:cubicBezTo>
                  <a:pt x="713082" y="271456"/>
                  <a:pt x="714282" y="273311"/>
                  <a:pt x="715277" y="274803"/>
                </a:cubicBezTo>
                <a:cubicBezTo>
                  <a:pt x="715517" y="275208"/>
                  <a:pt x="715825" y="275605"/>
                  <a:pt x="715928" y="275897"/>
                </a:cubicBezTo>
                <a:lnTo>
                  <a:pt x="716511" y="277769"/>
                </a:lnTo>
                <a:cubicBezTo>
                  <a:pt x="718740" y="285039"/>
                  <a:pt x="721037" y="292555"/>
                  <a:pt x="720283" y="299512"/>
                </a:cubicBezTo>
                <a:cubicBezTo>
                  <a:pt x="718671" y="314456"/>
                  <a:pt x="713356" y="327424"/>
                  <a:pt x="707733" y="341154"/>
                </a:cubicBezTo>
                <a:cubicBezTo>
                  <a:pt x="704921" y="347985"/>
                  <a:pt x="702006" y="355052"/>
                  <a:pt x="699606" y="362390"/>
                </a:cubicBezTo>
                <a:cubicBezTo>
                  <a:pt x="697617" y="368428"/>
                  <a:pt x="695046" y="374590"/>
                  <a:pt x="692542" y="380550"/>
                </a:cubicBezTo>
                <a:cubicBezTo>
                  <a:pt x="685684" y="396920"/>
                  <a:pt x="678586" y="413849"/>
                  <a:pt x="681398" y="432852"/>
                </a:cubicBezTo>
                <a:cubicBezTo>
                  <a:pt x="684793" y="455813"/>
                  <a:pt x="695765" y="476706"/>
                  <a:pt x="706361" y="496910"/>
                </a:cubicBezTo>
                <a:cubicBezTo>
                  <a:pt x="717162" y="517484"/>
                  <a:pt x="728307" y="538757"/>
                  <a:pt x="731119" y="561827"/>
                </a:cubicBezTo>
                <a:cubicBezTo>
                  <a:pt x="733313" y="580104"/>
                  <a:pt x="732456" y="596690"/>
                  <a:pt x="731599" y="612727"/>
                </a:cubicBezTo>
                <a:cubicBezTo>
                  <a:pt x="730296" y="638174"/>
                  <a:pt x="729096" y="662523"/>
                  <a:pt x="740960" y="688625"/>
                </a:cubicBezTo>
                <a:cubicBezTo>
                  <a:pt x="682804" y="632516"/>
                  <a:pt x="621322" y="576702"/>
                  <a:pt x="561075" y="524787"/>
                </a:cubicBezTo>
                <a:cubicBezTo>
                  <a:pt x="561657" y="524547"/>
                  <a:pt x="562240" y="524270"/>
                  <a:pt x="562824" y="523944"/>
                </a:cubicBezTo>
                <a:cubicBezTo>
                  <a:pt x="590770" y="508822"/>
                  <a:pt x="604040" y="493967"/>
                  <a:pt x="611755" y="469138"/>
                </a:cubicBezTo>
                <a:cubicBezTo>
                  <a:pt x="617447" y="450786"/>
                  <a:pt x="612818" y="431584"/>
                  <a:pt x="608326" y="413016"/>
                </a:cubicBezTo>
                <a:cubicBezTo>
                  <a:pt x="605034" y="399478"/>
                  <a:pt x="601674" y="385474"/>
                  <a:pt x="602565" y="372372"/>
                </a:cubicBezTo>
                <a:cubicBezTo>
                  <a:pt x="603560" y="358255"/>
                  <a:pt x="611035" y="343568"/>
                  <a:pt x="618991" y="328018"/>
                </a:cubicBezTo>
                <a:cubicBezTo>
                  <a:pt x="630855" y="304803"/>
                  <a:pt x="643130" y="280797"/>
                  <a:pt x="633461" y="256979"/>
                </a:cubicBezTo>
                <a:cubicBezTo>
                  <a:pt x="625985" y="238672"/>
                  <a:pt x="613538" y="224037"/>
                  <a:pt x="601468" y="209882"/>
                </a:cubicBezTo>
                <a:cubicBezTo>
                  <a:pt x="589775" y="196142"/>
                  <a:pt x="578734" y="183163"/>
                  <a:pt x="571739" y="167009"/>
                </a:cubicBezTo>
                <a:cubicBezTo>
                  <a:pt x="565395" y="152374"/>
                  <a:pt x="562378" y="130432"/>
                  <a:pt x="563989" y="111106"/>
                </a:cubicBezTo>
                <a:cubicBezTo>
                  <a:pt x="564127" y="109546"/>
                  <a:pt x="565155" y="107574"/>
                  <a:pt x="566184" y="105668"/>
                </a:cubicBezTo>
                <a:cubicBezTo>
                  <a:pt x="568070" y="102108"/>
                  <a:pt x="570436" y="97678"/>
                  <a:pt x="567898" y="93272"/>
                </a:cubicBezTo>
                <a:cubicBezTo>
                  <a:pt x="567453" y="92462"/>
                  <a:pt x="566630" y="91869"/>
                  <a:pt x="565738" y="91670"/>
                </a:cubicBezTo>
                <a:cubicBezTo>
                  <a:pt x="563303" y="91118"/>
                  <a:pt x="549450" y="100510"/>
                  <a:pt x="538306" y="108493"/>
                </a:cubicBezTo>
                <a:cubicBezTo>
                  <a:pt x="512623" y="126989"/>
                  <a:pt x="488963" y="148770"/>
                  <a:pt x="489786" y="182621"/>
                </a:cubicBezTo>
                <a:cubicBezTo>
                  <a:pt x="490163" y="197795"/>
                  <a:pt x="499250" y="210945"/>
                  <a:pt x="508062" y="223663"/>
                </a:cubicBezTo>
                <a:cubicBezTo>
                  <a:pt x="514886" y="233583"/>
                  <a:pt x="521984" y="243839"/>
                  <a:pt x="524384" y="254551"/>
                </a:cubicBezTo>
                <a:cubicBezTo>
                  <a:pt x="529391" y="276895"/>
                  <a:pt x="522704" y="300503"/>
                  <a:pt x="516223" y="323337"/>
                </a:cubicBezTo>
                <a:cubicBezTo>
                  <a:pt x="511628" y="339556"/>
                  <a:pt x="506862" y="356327"/>
                  <a:pt x="506348" y="372571"/>
                </a:cubicBezTo>
                <a:cubicBezTo>
                  <a:pt x="505765" y="390412"/>
                  <a:pt x="518658" y="406501"/>
                  <a:pt x="531139" y="422055"/>
                </a:cubicBezTo>
                <a:cubicBezTo>
                  <a:pt x="538821" y="431642"/>
                  <a:pt x="546090" y="440698"/>
                  <a:pt x="549793" y="449579"/>
                </a:cubicBezTo>
                <a:cubicBezTo>
                  <a:pt x="553805" y="459197"/>
                  <a:pt x="551782" y="476325"/>
                  <a:pt x="550033" y="491437"/>
                </a:cubicBezTo>
                <a:cubicBezTo>
                  <a:pt x="549005" y="500431"/>
                  <a:pt x="548113" y="508078"/>
                  <a:pt x="548387" y="513897"/>
                </a:cubicBezTo>
                <a:cubicBezTo>
                  <a:pt x="526613" y="495264"/>
                  <a:pt x="505010" y="477165"/>
                  <a:pt x="483888" y="459808"/>
                </a:cubicBezTo>
                <a:cubicBezTo>
                  <a:pt x="483339" y="459115"/>
                  <a:pt x="482550" y="458501"/>
                  <a:pt x="481590" y="457942"/>
                </a:cubicBezTo>
                <a:cubicBezTo>
                  <a:pt x="465097" y="444405"/>
                  <a:pt x="448877" y="431354"/>
                  <a:pt x="433036" y="418797"/>
                </a:cubicBezTo>
                <a:cubicBezTo>
                  <a:pt x="433001" y="418337"/>
                  <a:pt x="432864" y="417881"/>
                  <a:pt x="432624" y="417456"/>
                </a:cubicBezTo>
                <a:cubicBezTo>
                  <a:pt x="431870" y="416095"/>
                  <a:pt x="431081" y="414703"/>
                  <a:pt x="430293" y="413280"/>
                </a:cubicBezTo>
                <a:cubicBezTo>
                  <a:pt x="430224" y="413002"/>
                  <a:pt x="430121" y="412728"/>
                  <a:pt x="429984" y="412467"/>
                </a:cubicBezTo>
                <a:cubicBezTo>
                  <a:pt x="429744" y="412042"/>
                  <a:pt x="429470" y="411613"/>
                  <a:pt x="429161" y="411178"/>
                </a:cubicBezTo>
                <a:cubicBezTo>
                  <a:pt x="415582" y="386283"/>
                  <a:pt x="400837" y="352909"/>
                  <a:pt x="399877" y="324386"/>
                </a:cubicBezTo>
                <a:cubicBezTo>
                  <a:pt x="399774" y="321252"/>
                  <a:pt x="399877" y="317007"/>
                  <a:pt x="399980" y="312093"/>
                </a:cubicBezTo>
                <a:cubicBezTo>
                  <a:pt x="400666" y="285021"/>
                  <a:pt x="401935" y="234632"/>
                  <a:pt x="375154" y="179542"/>
                </a:cubicBezTo>
                <a:cubicBezTo>
                  <a:pt x="353346" y="134742"/>
                  <a:pt x="317136" y="119867"/>
                  <a:pt x="288023" y="107914"/>
                </a:cubicBezTo>
                <a:cubicBezTo>
                  <a:pt x="274342" y="102290"/>
                  <a:pt x="261414" y="96978"/>
                  <a:pt x="252190" y="89455"/>
                </a:cubicBezTo>
                <a:cubicBezTo>
                  <a:pt x="223489" y="66015"/>
                  <a:pt x="216186" y="52083"/>
                  <a:pt x="207544" y="31920"/>
                </a:cubicBezTo>
                <a:cubicBezTo>
                  <a:pt x="205556" y="27308"/>
                  <a:pt x="204596" y="21616"/>
                  <a:pt x="204870" y="16325"/>
                </a:cubicBezTo>
                <a:cubicBezTo>
                  <a:pt x="205076" y="14861"/>
                  <a:pt x="205282" y="13431"/>
                  <a:pt x="205521" y="12039"/>
                </a:cubicBezTo>
                <a:cubicBezTo>
                  <a:pt x="206241" y="9323"/>
                  <a:pt x="207544" y="5921"/>
                  <a:pt x="208128" y="4536"/>
                </a:cubicBezTo>
                <a:cubicBezTo>
                  <a:pt x="208779" y="2948"/>
                  <a:pt x="208093" y="1124"/>
                  <a:pt x="206550" y="353"/>
                </a:cubicBezTo>
                <a:cubicBezTo>
                  <a:pt x="205007" y="-422"/>
                  <a:pt x="203156" y="119"/>
                  <a:pt x="202264" y="1590"/>
                </a:cubicBezTo>
                <a:cubicBezTo>
                  <a:pt x="201955" y="2132"/>
                  <a:pt x="200858" y="4001"/>
                  <a:pt x="200412" y="5345"/>
                </a:cubicBezTo>
                <a:cubicBezTo>
                  <a:pt x="199863" y="7087"/>
                  <a:pt x="199452" y="8860"/>
                  <a:pt x="199109" y="10640"/>
                </a:cubicBezTo>
                <a:cubicBezTo>
                  <a:pt x="198835" y="11675"/>
                  <a:pt x="198629" y="12670"/>
                  <a:pt x="198526" y="13537"/>
                </a:cubicBezTo>
                <a:cubicBezTo>
                  <a:pt x="198458" y="14243"/>
                  <a:pt x="198389" y="14960"/>
                  <a:pt x="198355" y="15687"/>
                </a:cubicBezTo>
                <a:cubicBezTo>
                  <a:pt x="198286" y="16037"/>
                  <a:pt x="198252" y="16383"/>
                  <a:pt x="198218" y="16733"/>
                </a:cubicBezTo>
                <a:cubicBezTo>
                  <a:pt x="197909" y="19054"/>
                  <a:pt x="197635" y="21249"/>
                  <a:pt x="197189" y="23372"/>
                </a:cubicBezTo>
                <a:cubicBezTo>
                  <a:pt x="196195" y="28251"/>
                  <a:pt x="195097" y="33103"/>
                  <a:pt x="194034" y="37955"/>
                </a:cubicBezTo>
                <a:cubicBezTo>
                  <a:pt x="192663" y="44199"/>
                  <a:pt x="191223" y="50656"/>
                  <a:pt x="189988" y="57096"/>
                </a:cubicBezTo>
                <a:cubicBezTo>
                  <a:pt x="183164" y="92010"/>
                  <a:pt x="189234" y="132153"/>
                  <a:pt x="206585" y="167242"/>
                </a:cubicBezTo>
                <a:cubicBezTo>
                  <a:pt x="220609" y="195579"/>
                  <a:pt x="243412" y="213619"/>
                  <a:pt x="267518" y="232715"/>
                </a:cubicBezTo>
                <a:cubicBezTo>
                  <a:pt x="298893" y="257531"/>
                  <a:pt x="334417" y="285656"/>
                  <a:pt x="356123" y="342869"/>
                </a:cubicBezTo>
                <a:cubicBezTo>
                  <a:pt x="362124" y="357137"/>
                  <a:pt x="371725" y="369104"/>
                  <a:pt x="381841" y="379086"/>
                </a:cubicBezTo>
                <a:cubicBezTo>
                  <a:pt x="359518" y="362174"/>
                  <a:pt x="338258" y="346599"/>
                  <a:pt x="318541" y="332777"/>
                </a:cubicBezTo>
                <a:cubicBezTo>
                  <a:pt x="317067" y="331738"/>
                  <a:pt x="315010" y="332095"/>
                  <a:pt x="313981" y="333579"/>
                </a:cubicBezTo>
                <a:cubicBezTo>
                  <a:pt x="312918" y="335064"/>
                  <a:pt x="313295" y="337115"/>
                  <a:pt x="314769" y="338154"/>
                </a:cubicBezTo>
                <a:cubicBezTo>
                  <a:pt x="359175" y="369289"/>
                  <a:pt x="411158" y="409048"/>
                  <a:pt x="466503" y="454099"/>
                </a:cubicBezTo>
                <a:cubicBezTo>
                  <a:pt x="457039" y="453142"/>
                  <a:pt x="446615" y="453588"/>
                  <a:pt x="442465" y="454342"/>
                </a:cubicBezTo>
                <a:cubicBezTo>
                  <a:pt x="431767" y="456283"/>
                  <a:pt x="422337" y="458543"/>
                  <a:pt x="413182" y="460723"/>
                </a:cubicBezTo>
                <a:cubicBezTo>
                  <a:pt x="385338" y="467369"/>
                  <a:pt x="363324" y="472625"/>
                  <a:pt x="329446" y="463374"/>
                </a:cubicBezTo>
                <a:cubicBezTo>
                  <a:pt x="326497" y="462568"/>
                  <a:pt x="323548" y="461721"/>
                  <a:pt x="320565" y="460874"/>
                </a:cubicBezTo>
                <a:cubicBezTo>
                  <a:pt x="305682" y="456622"/>
                  <a:pt x="290252" y="452230"/>
                  <a:pt x="274136" y="452216"/>
                </a:cubicBezTo>
                <a:lnTo>
                  <a:pt x="274101" y="452216"/>
                </a:lnTo>
                <a:cubicBezTo>
                  <a:pt x="263814" y="452216"/>
                  <a:pt x="253424" y="454174"/>
                  <a:pt x="243378" y="456070"/>
                </a:cubicBezTo>
                <a:cubicBezTo>
                  <a:pt x="234359" y="457771"/>
                  <a:pt x="225033" y="459530"/>
                  <a:pt x="215946" y="459815"/>
                </a:cubicBezTo>
                <a:cubicBezTo>
                  <a:pt x="197224" y="460411"/>
                  <a:pt x="178741" y="457507"/>
                  <a:pt x="160841" y="454692"/>
                </a:cubicBezTo>
                <a:cubicBezTo>
                  <a:pt x="133307" y="450351"/>
                  <a:pt x="104777" y="445869"/>
                  <a:pt x="75014" y="454222"/>
                </a:cubicBezTo>
                <a:cubicBezTo>
                  <a:pt x="74328" y="454421"/>
                  <a:pt x="2387" y="484473"/>
                  <a:pt x="159" y="492726"/>
                </a:cubicBezTo>
                <a:cubicBezTo>
                  <a:pt x="-219" y="494036"/>
                  <a:pt x="90" y="495332"/>
                  <a:pt x="947" y="496289"/>
                </a:cubicBezTo>
                <a:cubicBezTo>
                  <a:pt x="2456" y="497959"/>
                  <a:pt x="4582" y="497609"/>
                  <a:pt x="6297" y="497324"/>
                </a:cubicBezTo>
                <a:cubicBezTo>
                  <a:pt x="6742" y="497249"/>
                  <a:pt x="7223" y="497143"/>
                  <a:pt x="7462" y="497139"/>
                </a:cubicBezTo>
                <a:cubicBezTo>
                  <a:pt x="9074" y="497414"/>
                  <a:pt x="10652" y="497804"/>
                  <a:pt x="12194" y="498192"/>
                </a:cubicBezTo>
                <a:cubicBezTo>
                  <a:pt x="13772" y="498573"/>
                  <a:pt x="15315" y="498957"/>
                  <a:pt x="16892" y="499248"/>
                </a:cubicBezTo>
                <a:cubicBezTo>
                  <a:pt x="19258" y="499673"/>
                  <a:pt x="21624" y="500040"/>
                  <a:pt x="24059" y="500407"/>
                </a:cubicBezTo>
                <a:cubicBezTo>
                  <a:pt x="28619" y="501103"/>
                  <a:pt x="33317" y="501820"/>
                  <a:pt x="37603" y="502996"/>
                </a:cubicBezTo>
                <a:cubicBezTo>
                  <a:pt x="50736" y="506579"/>
                  <a:pt x="63698" y="516071"/>
                  <a:pt x="76214" y="525250"/>
                </a:cubicBezTo>
                <a:cubicBezTo>
                  <a:pt x="81323" y="528981"/>
                  <a:pt x="86124" y="532503"/>
                  <a:pt x="90890" y="535572"/>
                </a:cubicBezTo>
                <a:lnTo>
                  <a:pt x="94182" y="537722"/>
                </a:lnTo>
                <a:cubicBezTo>
                  <a:pt x="109715" y="547789"/>
                  <a:pt x="124357" y="557298"/>
                  <a:pt x="141536" y="564385"/>
                </a:cubicBezTo>
                <a:cubicBezTo>
                  <a:pt x="156933" y="570729"/>
                  <a:pt x="171163" y="573318"/>
                  <a:pt x="184639" y="573318"/>
                </a:cubicBezTo>
                <a:cubicBezTo>
                  <a:pt x="213202" y="573318"/>
                  <a:pt x="238440" y="561725"/>
                  <a:pt x="264706" y="549675"/>
                </a:cubicBezTo>
                <a:cubicBezTo>
                  <a:pt x="280068" y="542608"/>
                  <a:pt x="296013" y="535304"/>
                  <a:pt x="312952" y="530277"/>
                </a:cubicBezTo>
                <a:cubicBezTo>
                  <a:pt x="324439" y="526886"/>
                  <a:pt x="335995" y="526077"/>
                  <a:pt x="348271" y="525223"/>
                </a:cubicBezTo>
                <a:cubicBezTo>
                  <a:pt x="362570" y="524222"/>
                  <a:pt x="377383" y="523189"/>
                  <a:pt x="391785" y="517652"/>
                </a:cubicBezTo>
                <a:cubicBezTo>
                  <a:pt x="417948" y="507629"/>
                  <a:pt x="439413" y="494441"/>
                  <a:pt x="462148" y="480481"/>
                </a:cubicBezTo>
                <a:cubicBezTo>
                  <a:pt x="467943" y="476915"/>
                  <a:pt x="473875" y="473267"/>
                  <a:pt x="480047" y="469567"/>
                </a:cubicBezTo>
                <a:lnTo>
                  <a:pt x="480047" y="469567"/>
                </a:lnTo>
                <a:cubicBezTo>
                  <a:pt x="481247" y="468860"/>
                  <a:pt x="482139" y="468154"/>
                  <a:pt x="482825" y="467461"/>
                </a:cubicBezTo>
                <a:cubicBezTo>
                  <a:pt x="531242" y="507296"/>
                  <a:pt x="581889" y="550882"/>
                  <a:pt x="632089" y="596128"/>
                </a:cubicBezTo>
                <a:cubicBezTo>
                  <a:pt x="612612" y="599639"/>
                  <a:pt x="598999" y="605681"/>
                  <a:pt x="585901" y="611555"/>
                </a:cubicBezTo>
                <a:cubicBezTo>
                  <a:pt x="574859" y="616496"/>
                  <a:pt x="564469" y="621163"/>
                  <a:pt x="550547" y="624571"/>
                </a:cubicBezTo>
                <a:cubicBezTo>
                  <a:pt x="525687" y="630675"/>
                  <a:pt x="498564" y="625734"/>
                  <a:pt x="472366" y="620961"/>
                </a:cubicBezTo>
                <a:cubicBezTo>
                  <a:pt x="440580" y="615169"/>
                  <a:pt x="407729" y="609178"/>
                  <a:pt x="377760" y="622353"/>
                </a:cubicBezTo>
                <a:cubicBezTo>
                  <a:pt x="349848" y="634598"/>
                  <a:pt x="331846" y="656818"/>
                  <a:pt x="314427" y="678307"/>
                </a:cubicBezTo>
                <a:cubicBezTo>
                  <a:pt x="303179" y="692171"/>
                  <a:pt x="291555" y="706500"/>
                  <a:pt x="277256" y="718330"/>
                </a:cubicBezTo>
                <a:cubicBezTo>
                  <a:pt x="269678" y="724595"/>
                  <a:pt x="250476" y="739463"/>
                  <a:pt x="235800" y="742165"/>
                </a:cubicBezTo>
                <a:cubicBezTo>
                  <a:pt x="235182" y="742279"/>
                  <a:pt x="232268" y="742505"/>
                  <a:pt x="229421" y="742724"/>
                </a:cubicBezTo>
                <a:cubicBezTo>
                  <a:pt x="204115" y="744682"/>
                  <a:pt x="201235" y="745810"/>
                  <a:pt x="200653" y="749404"/>
                </a:cubicBezTo>
                <a:cubicBezTo>
                  <a:pt x="199555" y="756457"/>
                  <a:pt x="201784" y="762811"/>
                  <a:pt x="207339" y="768291"/>
                </a:cubicBezTo>
                <a:cubicBezTo>
                  <a:pt x="223318" y="784140"/>
                  <a:pt x="264500" y="789139"/>
                  <a:pt x="288503" y="789139"/>
                </a:cubicBezTo>
                <a:cubicBezTo>
                  <a:pt x="294436" y="789139"/>
                  <a:pt x="299339" y="788831"/>
                  <a:pt x="302528" y="788303"/>
                </a:cubicBezTo>
                <a:cubicBezTo>
                  <a:pt x="330955" y="783588"/>
                  <a:pt x="360444" y="776785"/>
                  <a:pt x="383212" y="759077"/>
                </a:cubicBezTo>
                <a:cubicBezTo>
                  <a:pt x="393054" y="751413"/>
                  <a:pt x="401626" y="742090"/>
                  <a:pt x="409890" y="733075"/>
                </a:cubicBezTo>
                <a:cubicBezTo>
                  <a:pt x="424395" y="717271"/>
                  <a:pt x="438076" y="702344"/>
                  <a:pt x="458513" y="695020"/>
                </a:cubicBezTo>
                <a:cubicBezTo>
                  <a:pt x="468903" y="691293"/>
                  <a:pt x="479670" y="690487"/>
                  <a:pt x="491089" y="689636"/>
                </a:cubicBezTo>
                <a:cubicBezTo>
                  <a:pt x="505834" y="688536"/>
                  <a:pt x="521092" y="687397"/>
                  <a:pt x="535220" y="679329"/>
                </a:cubicBezTo>
                <a:cubicBezTo>
                  <a:pt x="553805" y="668709"/>
                  <a:pt x="566972" y="653913"/>
                  <a:pt x="579694" y="639604"/>
                </a:cubicBezTo>
                <a:cubicBezTo>
                  <a:pt x="587889" y="630390"/>
                  <a:pt x="596359" y="620861"/>
                  <a:pt x="606337" y="612340"/>
                </a:cubicBezTo>
                <a:cubicBezTo>
                  <a:pt x="609012" y="610073"/>
                  <a:pt x="625368" y="605475"/>
                  <a:pt x="631540" y="603747"/>
                </a:cubicBezTo>
                <a:cubicBezTo>
                  <a:pt x="634730" y="602845"/>
                  <a:pt x="636821" y="602248"/>
                  <a:pt x="638124" y="601614"/>
                </a:cubicBezTo>
                <a:cubicBezTo>
                  <a:pt x="677352" y="637091"/>
                  <a:pt x="716203" y="673503"/>
                  <a:pt x="753441" y="709902"/>
                </a:cubicBezTo>
                <a:cubicBezTo>
                  <a:pt x="753579" y="710104"/>
                  <a:pt x="753716" y="710300"/>
                  <a:pt x="753853" y="710499"/>
                </a:cubicBezTo>
                <a:cubicBezTo>
                  <a:pt x="754161" y="710924"/>
                  <a:pt x="754573" y="711222"/>
                  <a:pt x="755019" y="711445"/>
                </a:cubicBezTo>
                <a:cubicBezTo>
                  <a:pt x="778713" y="734625"/>
                  <a:pt x="801790" y="757785"/>
                  <a:pt x="823805" y="780663"/>
                </a:cubicBezTo>
                <a:cubicBezTo>
                  <a:pt x="814169" y="780508"/>
                  <a:pt x="802373" y="780642"/>
                  <a:pt x="789995" y="780790"/>
                </a:cubicBezTo>
                <a:cubicBezTo>
                  <a:pt x="766986" y="781061"/>
                  <a:pt x="740960" y="781376"/>
                  <a:pt x="724055" y="779747"/>
                </a:cubicBezTo>
                <a:cubicBezTo>
                  <a:pt x="710819" y="778479"/>
                  <a:pt x="697720" y="774028"/>
                  <a:pt x="685067" y="769724"/>
                </a:cubicBezTo>
                <a:cubicBezTo>
                  <a:pt x="667545" y="763768"/>
                  <a:pt x="649406" y="757603"/>
                  <a:pt x="630237" y="759451"/>
                </a:cubicBezTo>
                <a:cubicBezTo>
                  <a:pt x="608326" y="761567"/>
                  <a:pt x="589192" y="771648"/>
                  <a:pt x="570710" y="781397"/>
                </a:cubicBezTo>
                <a:cubicBezTo>
                  <a:pt x="553942" y="790240"/>
                  <a:pt x="538066" y="798590"/>
                  <a:pt x="520269" y="801576"/>
                </a:cubicBezTo>
                <a:cubicBezTo>
                  <a:pt x="508131" y="803606"/>
                  <a:pt x="495032" y="803232"/>
                  <a:pt x="482345" y="802859"/>
                </a:cubicBezTo>
                <a:cubicBezTo>
                  <a:pt x="454055" y="802036"/>
                  <a:pt x="424772" y="801196"/>
                  <a:pt x="401626" y="825884"/>
                </a:cubicBezTo>
                <a:cubicBezTo>
                  <a:pt x="396791" y="831059"/>
                  <a:pt x="394597" y="835366"/>
                  <a:pt x="395145" y="838688"/>
                </a:cubicBezTo>
                <a:cubicBezTo>
                  <a:pt x="395419" y="840533"/>
                  <a:pt x="396551" y="842059"/>
                  <a:pt x="398265" y="842985"/>
                </a:cubicBezTo>
                <a:cubicBezTo>
                  <a:pt x="402689" y="845365"/>
                  <a:pt x="409958" y="845293"/>
                  <a:pt x="418360" y="845200"/>
                </a:cubicBezTo>
                <a:cubicBezTo>
                  <a:pt x="428544" y="845094"/>
                  <a:pt x="440099" y="844967"/>
                  <a:pt x="448123" y="849116"/>
                </a:cubicBezTo>
                <a:cubicBezTo>
                  <a:pt x="455530" y="852953"/>
                  <a:pt x="463177" y="857407"/>
                  <a:pt x="471303" y="862122"/>
                </a:cubicBezTo>
                <a:cubicBezTo>
                  <a:pt x="497398" y="877289"/>
                  <a:pt x="526956" y="894475"/>
                  <a:pt x="556171" y="894475"/>
                </a:cubicBezTo>
                <a:lnTo>
                  <a:pt x="556205" y="894475"/>
                </a:lnTo>
                <a:cubicBezTo>
                  <a:pt x="584529" y="894475"/>
                  <a:pt x="610006" y="878760"/>
                  <a:pt x="634695" y="863566"/>
                </a:cubicBezTo>
                <a:cubicBezTo>
                  <a:pt x="644536" y="857507"/>
                  <a:pt x="653795" y="851784"/>
                  <a:pt x="663122" y="847137"/>
                </a:cubicBezTo>
                <a:cubicBezTo>
                  <a:pt x="676289" y="840557"/>
                  <a:pt x="691205" y="840135"/>
                  <a:pt x="706978" y="839693"/>
                </a:cubicBezTo>
                <a:cubicBezTo>
                  <a:pt x="720455" y="839312"/>
                  <a:pt x="734410" y="838921"/>
                  <a:pt x="747235" y="834327"/>
                </a:cubicBezTo>
                <a:cubicBezTo>
                  <a:pt x="758379" y="830325"/>
                  <a:pt x="767192" y="822778"/>
                  <a:pt x="775730" y="815477"/>
                </a:cubicBezTo>
                <a:cubicBezTo>
                  <a:pt x="780771" y="811133"/>
                  <a:pt x="785571" y="807032"/>
                  <a:pt x="790852" y="803603"/>
                </a:cubicBezTo>
                <a:cubicBezTo>
                  <a:pt x="797299" y="799395"/>
                  <a:pt x="810431" y="795106"/>
                  <a:pt x="820032" y="791975"/>
                </a:cubicBezTo>
                <a:cubicBezTo>
                  <a:pt x="825485" y="790206"/>
                  <a:pt x="828879" y="789098"/>
                  <a:pt x="830937" y="788121"/>
                </a:cubicBezTo>
                <a:cubicBezTo>
                  <a:pt x="842081" y="799786"/>
                  <a:pt x="852951" y="811363"/>
                  <a:pt x="863512" y="822833"/>
                </a:cubicBezTo>
                <a:lnTo>
                  <a:pt x="863512" y="813132"/>
                </a:lnTo>
                <a:close/>
                <a:moveTo>
                  <a:pt x="236177" y="135321"/>
                </a:moveTo>
                <a:cubicBezTo>
                  <a:pt x="245024" y="150920"/>
                  <a:pt x="261140" y="160504"/>
                  <a:pt x="279794" y="171600"/>
                </a:cubicBezTo>
                <a:cubicBezTo>
                  <a:pt x="296219" y="181349"/>
                  <a:pt x="314769" y="192397"/>
                  <a:pt x="330817" y="209539"/>
                </a:cubicBezTo>
                <a:cubicBezTo>
                  <a:pt x="351426" y="231543"/>
                  <a:pt x="356055" y="255535"/>
                  <a:pt x="361438" y="283317"/>
                </a:cubicBezTo>
                <a:cubicBezTo>
                  <a:pt x="367404" y="314175"/>
                  <a:pt x="374160" y="348818"/>
                  <a:pt x="403683" y="389575"/>
                </a:cubicBezTo>
                <a:cubicBezTo>
                  <a:pt x="388527" y="377495"/>
                  <a:pt x="371177" y="361745"/>
                  <a:pt x="362227" y="340434"/>
                </a:cubicBezTo>
                <a:cubicBezTo>
                  <a:pt x="339904" y="281633"/>
                  <a:pt x="303625" y="252909"/>
                  <a:pt x="271598" y="227568"/>
                </a:cubicBezTo>
                <a:cubicBezTo>
                  <a:pt x="248075" y="208942"/>
                  <a:pt x="225856" y="191345"/>
                  <a:pt x="212482" y="164331"/>
                </a:cubicBezTo>
                <a:cubicBezTo>
                  <a:pt x="195715" y="130511"/>
                  <a:pt x="189885" y="91886"/>
                  <a:pt x="196400" y="58358"/>
                </a:cubicBezTo>
                <a:cubicBezTo>
                  <a:pt x="197669" y="51997"/>
                  <a:pt x="199075" y="45581"/>
                  <a:pt x="200447" y="39375"/>
                </a:cubicBezTo>
                <a:cubicBezTo>
                  <a:pt x="200789" y="37766"/>
                  <a:pt x="201167" y="36158"/>
                  <a:pt x="201510" y="34547"/>
                </a:cubicBezTo>
                <a:cubicBezTo>
                  <a:pt x="210288" y="54994"/>
                  <a:pt x="218277" y="70225"/>
                  <a:pt x="248041" y="94540"/>
                </a:cubicBezTo>
                <a:cubicBezTo>
                  <a:pt x="258020" y="102684"/>
                  <a:pt x="271392" y="108174"/>
                  <a:pt x="285520" y="113990"/>
                </a:cubicBezTo>
                <a:cubicBezTo>
                  <a:pt x="315078" y="126118"/>
                  <a:pt x="348545" y="139865"/>
                  <a:pt x="369256" y="182415"/>
                </a:cubicBezTo>
                <a:cubicBezTo>
                  <a:pt x="395351" y="236069"/>
                  <a:pt x="394082" y="285416"/>
                  <a:pt x="393431" y="311929"/>
                </a:cubicBezTo>
                <a:cubicBezTo>
                  <a:pt x="393294" y="316949"/>
                  <a:pt x="393191" y="321283"/>
                  <a:pt x="393294" y="324606"/>
                </a:cubicBezTo>
                <a:cubicBezTo>
                  <a:pt x="393979" y="344693"/>
                  <a:pt x="401112" y="366872"/>
                  <a:pt x="409924" y="387027"/>
                </a:cubicBezTo>
                <a:cubicBezTo>
                  <a:pt x="380435" y="346822"/>
                  <a:pt x="373783" y="312560"/>
                  <a:pt x="367885" y="282069"/>
                </a:cubicBezTo>
                <a:cubicBezTo>
                  <a:pt x="362295" y="253289"/>
                  <a:pt x="357495" y="228433"/>
                  <a:pt x="335618" y="205050"/>
                </a:cubicBezTo>
                <a:cubicBezTo>
                  <a:pt x="318953" y="187226"/>
                  <a:pt x="299922" y="175928"/>
                  <a:pt x="283154" y="165956"/>
                </a:cubicBezTo>
                <a:cubicBezTo>
                  <a:pt x="265289" y="155337"/>
                  <a:pt x="249859" y="146164"/>
                  <a:pt x="241869" y="132081"/>
                </a:cubicBezTo>
                <a:cubicBezTo>
                  <a:pt x="240977" y="130500"/>
                  <a:pt x="238989" y="129945"/>
                  <a:pt x="237411" y="130843"/>
                </a:cubicBezTo>
                <a:cubicBezTo>
                  <a:pt x="235834" y="131742"/>
                  <a:pt x="235285" y="133744"/>
                  <a:pt x="236177" y="135321"/>
                </a:cubicBezTo>
                <a:close/>
                <a:moveTo>
                  <a:pt x="458685" y="474882"/>
                </a:moveTo>
                <a:cubicBezTo>
                  <a:pt x="436259" y="488680"/>
                  <a:pt x="415033" y="501714"/>
                  <a:pt x="389453" y="511517"/>
                </a:cubicBezTo>
                <a:cubicBezTo>
                  <a:pt x="375943" y="516702"/>
                  <a:pt x="361644" y="517700"/>
                  <a:pt x="347791" y="518667"/>
                </a:cubicBezTo>
                <a:cubicBezTo>
                  <a:pt x="335720" y="519510"/>
                  <a:pt x="323239" y="520381"/>
                  <a:pt x="311100" y="523975"/>
                </a:cubicBezTo>
                <a:cubicBezTo>
                  <a:pt x="293681" y="529132"/>
                  <a:pt x="277565" y="536539"/>
                  <a:pt x="261963" y="543702"/>
                </a:cubicBezTo>
                <a:cubicBezTo>
                  <a:pt x="224656" y="560830"/>
                  <a:pt x="189440" y="577011"/>
                  <a:pt x="144040" y="558309"/>
                </a:cubicBezTo>
                <a:cubicBezTo>
                  <a:pt x="127409" y="551455"/>
                  <a:pt x="113007" y="542107"/>
                  <a:pt x="97783" y="532208"/>
                </a:cubicBezTo>
                <a:lnTo>
                  <a:pt x="94456" y="530054"/>
                </a:lnTo>
                <a:cubicBezTo>
                  <a:pt x="89861" y="527085"/>
                  <a:pt x="85129" y="523618"/>
                  <a:pt x="80123" y="519946"/>
                </a:cubicBezTo>
                <a:cubicBezTo>
                  <a:pt x="67093" y="510416"/>
                  <a:pt x="53617" y="500561"/>
                  <a:pt x="39352" y="496656"/>
                </a:cubicBezTo>
                <a:cubicBezTo>
                  <a:pt x="34689" y="495380"/>
                  <a:pt x="29785" y="494633"/>
                  <a:pt x="25053" y="493909"/>
                </a:cubicBezTo>
                <a:cubicBezTo>
                  <a:pt x="22687" y="493553"/>
                  <a:pt x="20355" y="493196"/>
                  <a:pt x="18092" y="492781"/>
                </a:cubicBezTo>
                <a:cubicBezTo>
                  <a:pt x="16652" y="492510"/>
                  <a:pt x="15212" y="492160"/>
                  <a:pt x="13772" y="491807"/>
                </a:cubicBezTo>
                <a:cubicBezTo>
                  <a:pt x="13086" y="491639"/>
                  <a:pt x="12400" y="491471"/>
                  <a:pt x="11714" y="491310"/>
                </a:cubicBezTo>
                <a:cubicBezTo>
                  <a:pt x="27385" y="482182"/>
                  <a:pt x="70110" y="462417"/>
                  <a:pt x="76797" y="460542"/>
                </a:cubicBezTo>
                <a:cubicBezTo>
                  <a:pt x="105189" y="452569"/>
                  <a:pt x="131729" y="456749"/>
                  <a:pt x="159847" y="461173"/>
                </a:cubicBezTo>
                <a:cubicBezTo>
                  <a:pt x="178021" y="464032"/>
                  <a:pt x="196812" y="466995"/>
                  <a:pt x="216151" y="466374"/>
                </a:cubicBezTo>
                <a:cubicBezTo>
                  <a:pt x="225753" y="466073"/>
                  <a:pt x="235320" y="464266"/>
                  <a:pt x="244578" y="462517"/>
                </a:cubicBezTo>
                <a:cubicBezTo>
                  <a:pt x="254796" y="460593"/>
                  <a:pt x="264432" y="458776"/>
                  <a:pt x="274101" y="458776"/>
                </a:cubicBezTo>
                <a:lnTo>
                  <a:pt x="274136" y="458776"/>
                </a:lnTo>
                <a:cubicBezTo>
                  <a:pt x="289361" y="458786"/>
                  <a:pt x="304311" y="463055"/>
                  <a:pt x="318781" y="467184"/>
                </a:cubicBezTo>
                <a:cubicBezTo>
                  <a:pt x="321765" y="468037"/>
                  <a:pt x="324748" y="468888"/>
                  <a:pt x="327731" y="469704"/>
                </a:cubicBezTo>
                <a:cubicBezTo>
                  <a:pt x="363221" y="479391"/>
                  <a:pt x="387087" y="473699"/>
                  <a:pt x="414690" y="467105"/>
                </a:cubicBezTo>
                <a:cubicBezTo>
                  <a:pt x="423743" y="464941"/>
                  <a:pt x="433138" y="462705"/>
                  <a:pt x="443631" y="460795"/>
                </a:cubicBezTo>
                <a:cubicBezTo>
                  <a:pt x="450181" y="459605"/>
                  <a:pt x="461154" y="459880"/>
                  <a:pt x="469143" y="460984"/>
                </a:cubicBezTo>
                <a:cubicBezTo>
                  <a:pt x="437356" y="477786"/>
                  <a:pt x="401969" y="487082"/>
                  <a:pt x="361232" y="489345"/>
                </a:cubicBezTo>
                <a:cubicBezTo>
                  <a:pt x="353277" y="489784"/>
                  <a:pt x="345116" y="489030"/>
                  <a:pt x="337195" y="488303"/>
                </a:cubicBezTo>
                <a:cubicBezTo>
                  <a:pt x="327491" y="487411"/>
                  <a:pt x="317444" y="486489"/>
                  <a:pt x="307397" y="487638"/>
                </a:cubicBezTo>
                <a:cubicBezTo>
                  <a:pt x="296047" y="488937"/>
                  <a:pt x="284766" y="492322"/>
                  <a:pt x="273862" y="495593"/>
                </a:cubicBezTo>
                <a:cubicBezTo>
                  <a:pt x="259357" y="499948"/>
                  <a:pt x="244338" y="504447"/>
                  <a:pt x="229216" y="503963"/>
                </a:cubicBezTo>
                <a:cubicBezTo>
                  <a:pt x="217489" y="503576"/>
                  <a:pt x="205350" y="500321"/>
                  <a:pt x="193623" y="497170"/>
                </a:cubicBezTo>
                <a:cubicBezTo>
                  <a:pt x="174421" y="492016"/>
                  <a:pt x="154567" y="486684"/>
                  <a:pt x="134473" y="492904"/>
                </a:cubicBezTo>
                <a:cubicBezTo>
                  <a:pt x="132758" y="493443"/>
                  <a:pt x="131798" y="495281"/>
                  <a:pt x="132312" y="497012"/>
                </a:cubicBezTo>
                <a:cubicBezTo>
                  <a:pt x="132861" y="498748"/>
                  <a:pt x="134712" y="499718"/>
                  <a:pt x="136427" y="499176"/>
                </a:cubicBezTo>
                <a:cubicBezTo>
                  <a:pt x="154670" y="493518"/>
                  <a:pt x="172775" y="498370"/>
                  <a:pt x="191908" y="503510"/>
                </a:cubicBezTo>
                <a:cubicBezTo>
                  <a:pt x="204013" y="506758"/>
                  <a:pt x="216494" y="510111"/>
                  <a:pt x="229010" y="510523"/>
                </a:cubicBezTo>
                <a:cubicBezTo>
                  <a:pt x="229833" y="510550"/>
                  <a:pt x="230690" y="510564"/>
                  <a:pt x="231547" y="510564"/>
                </a:cubicBezTo>
                <a:cubicBezTo>
                  <a:pt x="246807" y="510560"/>
                  <a:pt x="261517" y="506151"/>
                  <a:pt x="275747" y="501878"/>
                </a:cubicBezTo>
                <a:cubicBezTo>
                  <a:pt x="286857" y="498542"/>
                  <a:pt x="297384" y="495391"/>
                  <a:pt x="308152" y="494160"/>
                </a:cubicBezTo>
                <a:cubicBezTo>
                  <a:pt x="317547" y="493083"/>
                  <a:pt x="327217" y="493971"/>
                  <a:pt x="336612" y="494835"/>
                </a:cubicBezTo>
                <a:cubicBezTo>
                  <a:pt x="344739" y="495583"/>
                  <a:pt x="353174" y="496351"/>
                  <a:pt x="361575" y="495898"/>
                </a:cubicBezTo>
                <a:cubicBezTo>
                  <a:pt x="402552" y="493625"/>
                  <a:pt x="438248" y="484370"/>
                  <a:pt x="470412" y="467705"/>
                </a:cubicBezTo>
                <a:cubicBezTo>
                  <a:pt x="466434" y="470133"/>
                  <a:pt x="462525" y="472529"/>
                  <a:pt x="458685" y="474882"/>
                </a:cubicBezTo>
                <a:close/>
                <a:moveTo>
                  <a:pt x="568070" y="442392"/>
                </a:moveTo>
                <a:cubicBezTo>
                  <a:pt x="566012" y="431745"/>
                  <a:pt x="562172" y="421900"/>
                  <a:pt x="558469" y="412378"/>
                </a:cubicBezTo>
                <a:cubicBezTo>
                  <a:pt x="552434" y="396869"/>
                  <a:pt x="546741" y="382223"/>
                  <a:pt x="548662" y="365051"/>
                </a:cubicBezTo>
                <a:cubicBezTo>
                  <a:pt x="549724" y="355220"/>
                  <a:pt x="554491" y="345019"/>
                  <a:pt x="559531" y="334217"/>
                </a:cubicBezTo>
                <a:cubicBezTo>
                  <a:pt x="568378" y="315279"/>
                  <a:pt x="577534" y="295692"/>
                  <a:pt x="567350" y="276003"/>
                </a:cubicBezTo>
                <a:cubicBezTo>
                  <a:pt x="566527" y="274391"/>
                  <a:pt x="564538" y="273757"/>
                  <a:pt x="562926" y="274594"/>
                </a:cubicBezTo>
                <a:cubicBezTo>
                  <a:pt x="561315" y="275427"/>
                  <a:pt x="560698" y="277409"/>
                  <a:pt x="561520" y="279021"/>
                </a:cubicBezTo>
                <a:cubicBezTo>
                  <a:pt x="570196" y="295843"/>
                  <a:pt x="562137" y="313136"/>
                  <a:pt x="553599" y="331443"/>
                </a:cubicBezTo>
                <a:cubicBezTo>
                  <a:pt x="548559" y="342251"/>
                  <a:pt x="543347" y="353423"/>
                  <a:pt x="542112" y="364324"/>
                </a:cubicBezTo>
                <a:cubicBezTo>
                  <a:pt x="540021" y="383101"/>
                  <a:pt x="546295" y="399197"/>
                  <a:pt x="552365" y="414764"/>
                </a:cubicBezTo>
                <a:cubicBezTo>
                  <a:pt x="555966" y="424012"/>
                  <a:pt x="559669" y="433572"/>
                  <a:pt x="561623" y="443637"/>
                </a:cubicBezTo>
                <a:cubicBezTo>
                  <a:pt x="566150" y="467112"/>
                  <a:pt x="562309" y="488330"/>
                  <a:pt x="554902" y="512453"/>
                </a:cubicBezTo>
                <a:cubicBezTo>
                  <a:pt x="554868" y="506692"/>
                  <a:pt x="555828" y="498453"/>
                  <a:pt x="556548" y="492198"/>
                </a:cubicBezTo>
                <a:cubicBezTo>
                  <a:pt x="558434" y="476288"/>
                  <a:pt x="560526" y="458254"/>
                  <a:pt x="555863" y="447055"/>
                </a:cubicBezTo>
                <a:cubicBezTo>
                  <a:pt x="551782" y="437317"/>
                  <a:pt x="544238" y="427908"/>
                  <a:pt x="536249" y="417947"/>
                </a:cubicBezTo>
                <a:cubicBezTo>
                  <a:pt x="524521" y="403322"/>
                  <a:pt x="512417" y="388200"/>
                  <a:pt x="512897" y="372787"/>
                </a:cubicBezTo>
                <a:cubicBezTo>
                  <a:pt x="513411" y="357346"/>
                  <a:pt x="517835" y="341696"/>
                  <a:pt x="522533" y="325127"/>
                </a:cubicBezTo>
                <a:cubicBezTo>
                  <a:pt x="529253" y="301505"/>
                  <a:pt x="536180" y="277080"/>
                  <a:pt x="530796" y="253115"/>
                </a:cubicBezTo>
                <a:cubicBezTo>
                  <a:pt x="528122" y="241158"/>
                  <a:pt x="520647" y="230367"/>
                  <a:pt x="513446" y="219929"/>
                </a:cubicBezTo>
                <a:cubicBezTo>
                  <a:pt x="504839" y="207454"/>
                  <a:pt x="496678" y="195672"/>
                  <a:pt x="496369" y="182457"/>
                </a:cubicBezTo>
                <a:cubicBezTo>
                  <a:pt x="495547" y="150114"/>
                  <a:pt x="519583" y="130072"/>
                  <a:pt x="542147" y="113825"/>
                </a:cubicBezTo>
                <a:cubicBezTo>
                  <a:pt x="543689" y="112707"/>
                  <a:pt x="554662" y="105157"/>
                  <a:pt x="561280" y="100870"/>
                </a:cubicBezTo>
                <a:cubicBezTo>
                  <a:pt x="561006" y="101402"/>
                  <a:pt x="560698" y="101971"/>
                  <a:pt x="560389" y="102581"/>
                </a:cubicBezTo>
                <a:cubicBezTo>
                  <a:pt x="559120" y="104961"/>
                  <a:pt x="557680" y="107656"/>
                  <a:pt x="557440" y="110557"/>
                </a:cubicBezTo>
                <a:cubicBezTo>
                  <a:pt x="555725" y="130881"/>
                  <a:pt x="558983" y="154061"/>
                  <a:pt x="565704" y="169611"/>
                </a:cubicBezTo>
                <a:cubicBezTo>
                  <a:pt x="573076" y="186667"/>
                  <a:pt x="584975" y="200630"/>
                  <a:pt x="596462" y="214134"/>
                </a:cubicBezTo>
                <a:cubicBezTo>
                  <a:pt x="608189" y="227891"/>
                  <a:pt x="620293" y="242118"/>
                  <a:pt x="627357" y="259448"/>
                </a:cubicBezTo>
                <a:cubicBezTo>
                  <a:pt x="635895" y="280478"/>
                  <a:pt x="624340" y="303123"/>
                  <a:pt x="613161" y="325021"/>
                </a:cubicBezTo>
                <a:cubicBezTo>
                  <a:pt x="605240" y="340475"/>
                  <a:pt x="597079" y="356454"/>
                  <a:pt x="596016" y="371909"/>
                </a:cubicBezTo>
                <a:cubicBezTo>
                  <a:pt x="595021" y="386026"/>
                  <a:pt x="598553" y="400527"/>
                  <a:pt x="601948" y="414552"/>
                </a:cubicBezTo>
                <a:cubicBezTo>
                  <a:pt x="606406" y="433068"/>
                  <a:pt x="610658" y="450563"/>
                  <a:pt x="605480" y="467184"/>
                </a:cubicBezTo>
                <a:cubicBezTo>
                  <a:pt x="598382" y="490041"/>
                  <a:pt x="586037" y="503840"/>
                  <a:pt x="560046" y="517967"/>
                </a:cubicBezTo>
                <a:cubicBezTo>
                  <a:pt x="568515" y="491420"/>
                  <a:pt x="573076" y="468370"/>
                  <a:pt x="568070" y="442392"/>
                </a:cubicBezTo>
                <a:close/>
                <a:moveTo>
                  <a:pt x="574825" y="635235"/>
                </a:moveTo>
                <a:cubicBezTo>
                  <a:pt x="561863" y="649788"/>
                  <a:pt x="549622" y="663535"/>
                  <a:pt x="531963" y="673623"/>
                </a:cubicBezTo>
                <a:cubicBezTo>
                  <a:pt x="519138" y="680951"/>
                  <a:pt x="505285" y="681986"/>
                  <a:pt x="490609" y="683084"/>
                </a:cubicBezTo>
                <a:cubicBezTo>
                  <a:pt x="479259" y="683931"/>
                  <a:pt x="467531" y="684805"/>
                  <a:pt x="456284" y="688834"/>
                </a:cubicBezTo>
                <a:cubicBezTo>
                  <a:pt x="434373" y="696707"/>
                  <a:pt x="419457" y="712937"/>
                  <a:pt x="405055" y="728631"/>
                </a:cubicBezTo>
                <a:cubicBezTo>
                  <a:pt x="396963" y="737447"/>
                  <a:pt x="388596" y="746565"/>
                  <a:pt x="379200" y="753889"/>
                </a:cubicBezTo>
                <a:cubicBezTo>
                  <a:pt x="357563" y="770695"/>
                  <a:pt x="329068" y="777247"/>
                  <a:pt x="301465" y="781818"/>
                </a:cubicBezTo>
                <a:cubicBezTo>
                  <a:pt x="285794" y="784411"/>
                  <a:pt x="229285" y="780793"/>
                  <a:pt x="211968" y="763624"/>
                </a:cubicBezTo>
                <a:cubicBezTo>
                  <a:pt x="208368" y="760054"/>
                  <a:pt x="206721" y="756197"/>
                  <a:pt x="206996" y="751873"/>
                </a:cubicBezTo>
                <a:cubicBezTo>
                  <a:pt x="211179" y="750721"/>
                  <a:pt x="224621" y="749682"/>
                  <a:pt x="229936" y="749267"/>
                </a:cubicBezTo>
                <a:cubicBezTo>
                  <a:pt x="234051" y="748948"/>
                  <a:pt x="236074" y="748787"/>
                  <a:pt x="237000" y="748619"/>
                </a:cubicBezTo>
                <a:cubicBezTo>
                  <a:pt x="252602" y="745749"/>
                  <a:pt x="271564" y="731577"/>
                  <a:pt x="281440" y="723388"/>
                </a:cubicBezTo>
                <a:cubicBezTo>
                  <a:pt x="296253" y="711143"/>
                  <a:pt x="308083" y="696553"/>
                  <a:pt x="319536" y="682442"/>
                </a:cubicBezTo>
                <a:cubicBezTo>
                  <a:pt x="337264" y="660600"/>
                  <a:pt x="353963" y="639971"/>
                  <a:pt x="380400" y="628364"/>
                </a:cubicBezTo>
                <a:cubicBezTo>
                  <a:pt x="408518" y="615995"/>
                  <a:pt x="438968" y="621543"/>
                  <a:pt x="471200" y="627421"/>
                </a:cubicBezTo>
                <a:cubicBezTo>
                  <a:pt x="492015" y="631213"/>
                  <a:pt x="513377" y="635081"/>
                  <a:pt x="534123" y="633665"/>
                </a:cubicBezTo>
                <a:cubicBezTo>
                  <a:pt x="516086" y="636967"/>
                  <a:pt x="497741" y="638490"/>
                  <a:pt x="482619" y="638178"/>
                </a:cubicBezTo>
                <a:cubicBezTo>
                  <a:pt x="479190" y="638109"/>
                  <a:pt x="475658" y="637859"/>
                  <a:pt x="471921" y="637595"/>
                </a:cubicBezTo>
                <a:cubicBezTo>
                  <a:pt x="460022" y="636754"/>
                  <a:pt x="447746" y="635883"/>
                  <a:pt x="436670" y="640660"/>
                </a:cubicBezTo>
                <a:cubicBezTo>
                  <a:pt x="420211" y="647755"/>
                  <a:pt x="411845" y="658282"/>
                  <a:pt x="402964" y="669429"/>
                </a:cubicBezTo>
                <a:cubicBezTo>
                  <a:pt x="398780" y="674690"/>
                  <a:pt x="394459" y="680124"/>
                  <a:pt x="389076" y="685388"/>
                </a:cubicBezTo>
                <a:cubicBezTo>
                  <a:pt x="381772" y="692568"/>
                  <a:pt x="370697" y="698216"/>
                  <a:pt x="359964" y="703675"/>
                </a:cubicBezTo>
                <a:cubicBezTo>
                  <a:pt x="355026" y="706185"/>
                  <a:pt x="350397" y="708554"/>
                  <a:pt x="346179" y="711030"/>
                </a:cubicBezTo>
                <a:cubicBezTo>
                  <a:pt x="344602" y="711949"/>
                  <a:pt x="344087" y="713962"/>
                  <a:pt x="345013" y="715525"/>
                </a:cubicBezTo>
                <a:cubicBezTo>
                  <a:pt x="345630" y="716565"/>
                  <a:pt x="346728" y="717144"/>
                  <a:pt x="347825" y="717144"/>
                </a:cubicBezTo>
                <a:cubicBezTo>
                  <a:pt x="348408" y="717144"/>
                  <a:pt x="348991" y="716996"/>
                  <a:pt x="349505" y="716691"/>
                </a:cubicBezTo>
                <a:cubicBezTo>
                  <a:pt x="353552" y="714315"/>
                  <a:pt x="358112" y="711987"/>
                  <a:pt x="362947" y="709525"/>
                </a:cubicBezTo>
                <a:cubicBezTo>
                  <a:pt x="374126" y="703839"/>
                  <a:pt x="385647" y="697959"/>
                  <a:pt x="393671" y="690069"/>
                </a:cubicBezTo>
                <a:cubicBezTo>
                  <a:pt x="399329" y="684527"/>
                  <a:pt x="403786" y="678928"/>
                  <a:pt x="408107" y="673513"/>
                </a:cubicBezTo>
                <a:cubicBezTo>
                  <a:pt x="416816" y="662575"/>
                  <a:pt x="424326" y="653128"/>
                  <a:pt x="439277" y="646688"/>
                </a:cubicBezTo>
                <a:cubicBezTo>
                  <a:pt x="448877" y="642543"/>
                  <a:pt x="460365" y="643359"/>
                  <a:pt x="471441" y="644141"/>
                </a:cubicBezTo>
                <a:cubicBezTo>
                  <a:pt x="475109" y="644401"/>
                  <a:pt x="478881" y="644669"/>
                  <a:pt x="482482" y="644741"/>
                </a:cubicBezTo>
                <a:cubicBezTo>
                  <a:pt x="511457" y="645320"/>
                  <a:pt x="553153" y="639628"/>
                  <a:pt x="583089" y="626029"/>
                </a:cubicBezTo>
                <a:cubicBezTo>
                  <a:pt x="580277" y="629104"/>
                  <a:pt x="577534" y="632187"/>
                  <a:pt x="574825" y="635235"/>
                </a:cubicBezTo>
                <a:close/>
                <a:moveTo>
                  <a:pt x="766883" y="713859"/>
                </a:moveTo>
                <a:cubicBezTo>
                  <a:pt x="767397" y="712991"/>
                  <a:pt x="767535" y="711932"/>
                  <a:pt x="767123" y="710934"/>
                </a:cubicBezTo>
                <a:cubicBezTo>
                  <a:pt x="753407" y="678701"/>
                  <a:pt x="748606" y="645941"/>
                  <a:pt x="752858" y="613561"/>
                </a:cubicBezTo>
                <a:cubicBezTo>
                  <a:pt x="753716" y="607193"/>
                  <a:pt x="754813" y="600709"/>
                  <a:pt x="755979" y="593844"/>
                </a:cubicBezTo>
                <a:cubicBezTo>
                  <a:pt x="760402" y="567787"/>
                  <a:pt x="765409" y="538253"/>
                  <a:pt x="754539" y="512669"/>
                </a:cubicBezTo>
                <a:cubicBezTo>
                  <a:pt x="753030" y="509120"/>
                  <a:pt x="751110" y="504930"/>
                  <a:pt x="748984" y="500284"/>
                </a:cubicBezTo>
                <a:cubicBezTo>
                  <a:pt x="737154" y="474481"/>
                  <a:pt x="717334" y="431296"/>
                  <a:pt x="730878" y="411730"/>
                </a:cubicBezTo>
                <a:cubicBezTo>
                  <a:pt x="731907" y="410238"/>
                  <a:pt x="731530" y="408194"/>
                  <a:pt x="730021" y="407162"/>
                </a:cubicBezTo>
                <a:cubicBezTo>
                  <a:pt x="728547" y="406130"/>
                  <a:pt x="726490" y="406501"/>
                  <a:pt x="725461" y="407996"/>
                </a:cubicBezTo>
                <a:cubicBezTo>
                  <a:pt x="709825" y="430637"/>
                  <a:pt x="729781" y="474196"/>
                  <a:pt x="742983" y="503023"/>
                </a:cubicBezTo>
                <a:cubicBezTo>
                  <a:pt x="745109" y="507605"/>
                  <a:pt x="746995" y="511740"/>
                  <a:pt x="748504" y="515244"/>
                </a:cubicBezTo>
                <a:cubicBezTo>
                  <a:pt x="758619" y="539052"/>
                  <a:pt x="753990" y="566350"/>
                  <a:pt x="749498" y="592747"/>
                </a:cubicBezTo>
                <a:cubicBezTo>
                  <a:pt x="748332" y="599677"/>
                  <a:pt x="747200" y="606219"/>
                  <a:pt x="746343" y="612710"/>
                </a:cubicBezTo>
                <a:cubicBezTo>
                  <a:pt x="742366" y="643036"/>
                  <a:pt x="746069" y="673651"/>
                  <a:pt x="757282" y="703860"/>
                </a:cubicBezTo>
                <a:cubicBezTo>
                  <a:pt x="735165" y="672183"/>
                  <a:pt x="736536" y="644720"/>
                  <a:pt x="738182" y="613077"/>
                </a:cubicBezTo>
                <a:cubicBezTo>
                  <a:pt x="739006" y="596762"/>
                  <a:pt x="739897" y="579888"/>
                  <a:pt x="737634" y="561049"/>
                </a:cubicBezTo>
                <a:cubicBezTo>
                  <a:pt x="734719" y="536782"/>
                  <a:pt x="723232" y="514963"/>
                  <a:pt x="712191" y="493865"/>
                </a:cubicBezTo>
                <a:cubicBezTo>
                  <a:pt x="701835" y="474144"/>
                  <a:pt x="691136" y="453756"/>
                  <a:pt x="687879" y="431896"/>
                </a:cubicBezTo>
                <a:cubicBezTo>
                  <a:pt x="685342" y="414706"/>
                  <a:pt x="692097" y="398638"/>
                  <a:pt x="698612" y="383094"/>
                </a:cubicBezTo>
                <a:cubicBezTo>
                  <a:pt x="701149" y="377015"/>
                  <a:pt x="703790" y="370729"/>
                  <a:pt x="705847" y="364440"/>
                </a:cubicBezTo>
                <a:cubicBezTo>
                  <a:pt x="708178" y="357332"/>
                  <a:pt x="711025" y="350378"/>
                  <a:pt x="713802" y="343654"/>
                </a:cubicBezTo>
                <a:cubicBezTo>
                  <a:pt x="719357" y="330102"/>
                  <a:pt x="725118" y="316092"/>
                  <a:pt x="726832" y="300226"/>
                </a:cubicBezTo>
                <a:cubicBezTo>
                  <a:pt x="727621" y="292665"/>
                  <a:pt x="725529" y="284905"/>
                  <a:pt x="723403" y="277886"/>
                </a:cubicBezTo>
                <a:cubicBezTo>
                  <a:pt x="726764" y="281188"/>
                  <a:pt x="730467" y="285501"/>
                  <a:pt x="732148" y="287459"/>
                </a:cubicBezTo>
                <a:cubicBezTo>
                  <a:pt x="733484" y="289037"/>
                  <a:pt x="734582" y="290309"/>
                  <a:pt x="735233" y="290988"/>
                </a:cubicBezTo>
                <a:lnTo>
                  <a:pt x="738662" y="294465"/>
                </a:lnTo>
                <a:cubicBezTo>
                  <a:pt x="755773" y="311812"/>
                  <a:pt x="784371" y="340842"/>
                  <a:pt x="783754" y="364807"/>
                </a:cubicBezTo>
                <a:cubicBezTo>
                  <a:pt x="783445" y="377848"/>
                  <a:pt x="779776" y="390717"/>
                  <a:pt x="776244" y="403168"/>
                </a:cubicBezTo>
                <a:cubicBezTo>
                  <a:pt x="771581" y="419469"/>
                  <a:pt x="766780" y="436323"/>
                  <a:pt x="769043" y="454301"/>
                </a:cubicBezTo>
                <a:cubicBezTo>
                  <a:pt x="770655" y="466985"/>
                  <a:pt x="775455" y="479648"/>
                  <a:pt x="780119" y="491893"/>
                </a:cubicBezTo>
                <a:cubicBezTo>
                  <a:pt x="786566" y="508894"/>
                  <a:pt x="793252" y="526478"/>
                  <a:pt x="790920" y="543633"/>
                </a:cubicBezTo>
                <a:cubicBezTo>
                  <a:pt x="789000" y="557956"/>
                  <a:pt x="782519" y="572317"/>
                  <a:pt x="776279" y="586204"/>
                </a:cubicBezTo>
                <a:cubicBezTo>
                  <a:pt x="774770" y="589513"/>
                  <a:pt x="773296" y="592781"/>
                  <a:pt x="771924" y="596001"/>
                </a:cubicBezTo>
                <a:cubicBezTo>
                  <a:pt x="755430" y="634196"/>
                  <a:pt x="754916" y="679418"/>
                  <a:pt x="769935" y="716876"/>
                </a:cubicBezTo>
                <a:cubicBezTo>
                  <a:pt x="768941" y="715865"/>
                  <a:pt x="767912" y="714864"/>
                  <a:pt x="766883" y="713859"/>
                </a:cubicBezTo>
                <a:close/>
                <a:moveTo>
                  <a:pt x="687913" y="800311"/>
                </a:moveTo>
                <a:cubicBezTo>
                  <a:pt x="682118" y="799989"/>
                  <a:pt x="676186" y="798826"/>
                  <a:pt x="669945" y="797599"/>
                </a:cubicBezTo>
                <a:cubicBezTo>
                  <a:pt x="659452" y="795541"/>
                  <a:pt x="648651" y="793419"/>
                  <a:pt x="637953" y="795356"/>
                </a:cubicBezTo>
                <a:cubicBezTo>
                  <a:pt x="625162" y="797684"/>
                  <a:pt x="612955" y="805911"/>
                  <a:pt x="601125" y="813869"/>
                </a:cubicBezTo>
                <a:cubicBezTo>
                  <a:pt x="592244" y="819843"/>
                  <a:pt x="583877" y="825487"/>
                  <a:pt x="575476" y="828679"/>
                </a:cubicBezTo>
                <a:cubicBezTo>
                  <a:pt x="569544" y="830922"/>
                  <a:pt x="563303" y="829639"/>
                  <a:pt x="556720" y="828274"/>
                </a:cubicBezTo>
                <a:cubicBezTo>
                  <a:pt x="549793" y="826845"/>
                  <a:pt x="542627" y="825363"/>
                  <a:pt x="535425" y="828017"/>
                </a:cubicBezTo>
                <a:cubicBezTo>
                  <a:pt x="533711" y="828645"/>
                  <a:pt x="532854" y="830534"/>
                  <a:pt x="533471" y="832235"/>
                </a:cubicBezTo>
                <a:cubicBezTo>
                  <a:pt x="534123" y="833936"/>
                  <a:pt x="536008" y="834814"/>
                  <a:pt x="537689" y="834179"/>
                </a:cubicBezTo>
                <a:cubicBezTo>
                  <a:pt x="543107" y="832180"/>
                  <a:pt x="549073" y="833411"/>
                  <a:pt x="555382" y="834707"/>
                </a:cubicBezTo>
                <a:cubicBezTo>
                  <a:pt x="559634" y="835582"/>
                  <a:pt x="563955" y="836473"/>
                  <a:pt x="568344" y="836473"/>
                </a:cubicBezTo>
                <a:cubicBezTo>
                  <a:pt x="571464" y="836473"/>
                  <a:pt x="574619" y="836031"/>
                  <a:pt x="577808" y="834824"/>
                </a:cubicBezTo>
                <a:cubicBezTo>
                  <a:pt x="586895" y="831364"/>
                  <a:pt x="596016" y="825240"/>
                  <a:pt x="604794" y="819318"/>
                </a:cubicBezTo>
                <a:cubicBezTo>
                  <a:pt x="616041" y="811740"/>
                  <a:pt x="627700" y="803904"/>
                  <a:pt x="639153" y="801820"/>
                </a:cubicBezTo>
                <a:cubicBezTo>
                  <a:pt x="648582" y="800105"/>
                  <a:pt x="658801" y="802111"/>
                  <a:pt x="668677" y="804045"/>
                </a:cubicBezTo>
                <a:cubicBezTo>
                  <a:pt x="674883" y="805262"/>
                  <a:pt x="681295" y="806524"/>
                  <a:pt x="687536" y="806871"/>
                </a:cubicBezTo>
                <a:cubicBezTo>
                  <a:pt x="728547" y="809134"/>
                  <a:pt x="761911" y="806205"/>
                  <a:pt x="787183" y="798161"/>
                </a:cubicBezTo>
                <a:cubicBezTo>
                  <a:pt x="781593" y="801809"/>
                  <a:pt x="776450" y="806219"/>
                  <a:pt x="771478" y="810488"/>
                </a:cubicBezTo>
                <a:cubicBezTo>
                  <a:pt x="763009" y="817720"/>
                  <a:pt x="755053" y="824550"/>
                  <a:pt x="745040" y="828141"/>
                </a:cubicBezTo>
                <a:cubicBezTo>
                  <a:pt x="733176" y="832382"/>
                  <a:pt x="719768" y="832763"/>
                  <a:pt x="706807" y="833126"/>
                </a:cubicBezTo>
                <a:cubicBezTo>
                  <a:pt x="691000" y="833572"/>
                  <a:pt x="674677" y="834032"/>
                  <a:pt x="660172" y="841260"/>
                </a:cubicBezTo>
                <a:cubicBezTo>
                  <a:pt x="650640" y="846033"/>
                  <a:pt x="641210" y="851832"/>
                  <a:pt x="631266" y="857970"/>
                </a:cubicBezTo>
                <a:cubicBezTo>
                  <a:pt x="607366" y="872687"/>
                  <a:pt x="582677" y="887905"/>
                  <a:pt x="556205" y="887905"/>
                </a:cubicBezTo>
                <a:lnTo>
                  <a:pt x="556171" y="887905"/>
                </a:lnTo>
                <a:cubicBezTo>
                  <a:pt x="528739" y="887905"/>
                  <a:pt x="499970" y="871188"/>
                  <a:pt x="474595" y="856440"/>
                </a:cubicBezTo>
                <a:cubicBezTo>
                  <a:pt x="466434" y="851684"/>
                  <a:pt x="458685" y="847189"/>
                  <a:pt x="451141" y="843276"/>
                </a:cubicBezTo>
                <a:cubicBezTo>
                  <a:pt x="443151" y="839138"/>
                  <a:pt x="433036" y="838589"/>
                  <a:pt x="423503" y="838589"/>
                </a:cubicBezTo>
                <a:cubicBezTo>
                  <a:pt x="421754" y="838589"/>
                  <a:pt x="420006" y="838606"/>
                  <a:pt x="418325" y="838627"/>
                </a:cubicBezTo>
                <a:cubicBezTo>
                  <a:pt x="411364" y="838699"/>
                  <a:pt x="404781" y="838771"/>
                  <a:pt x="401660" y="837330"/>
                </a:cubicBezTo>
                <a:cubicBezTo>
                  <a:pt x="401866" y="836439"/>
                  <a:pt x="402929" y="834107"/>
                  <a:pt x="406426" y="830373"/>
                </a:cubicBezTo>
                <a:cubicBezTo>
                  <a:pt x="427549" y="807838"/>
                  <a:pt x="454090" y="808609"/>
                  <a:pt x="482173" y="809422"/>
                </a:cubicBezTo>
                <a:cubicBezTo>
                  <a:pt x="495169" y="809796"/>
                  <a:pt x="508611" y="810186"/>
                  <a:pt x="521367" y="808050"/>
                </a:cubicBezTo>
                <a:cubicBezTo>
                  <a:pt x="540226" y="804889"/>
                  <a:pt x="557269" y="795898"/>
                  <a:pt x="573796" y="787202"/>
                </a:cubicBezTo>
                <a:cubicBezTo>
                  <a:pt x="591730" y="777748"/>
                  <a:pt x="610281" y="767972"/>
                  <a:pt x="630889" y="765983"/>
                </a:cubicBezTo>
                <a:cubicBezTo>
                  <a:pt x="648651" y="764276"/>
                  <a:pt x="665316" y="769940"/>
                  <a:pt x="682975" y="775938"/>
                </a:cubicBezTo>
                <a:cubicBezTo>
                  <a:pt x="696006" y="780364"/>
                  <a:pt x="709447" y="784942"/>
                  <a:pt x="723438" y="786283"/>
                </a:cubicBezTo>
                <a:cubicBezTo>
                  <a:pt x="740686" y="787939"/>
                  <a:pt x="766917" y="787630"/>
                  <a:pt x="790063" y="787353"/>
                </a:cubicBezTo>
                <a:cubicBezTo>
                  <a:pt x="792567" y="787322"/>
                  <a:pt x="795001" y="787294"/>
                  <a:pt x="797435" y="787267"/>
                </a:cubicBezTo>
                <a:cubicBezTo>
                  <a:pt x="772095" y="798535"/>
                  <a:pt x="735336" y="802941"/>
                  <a:pt x="687913" y="800311"/>
                </a:cubicBezTo>
                <a:close/>
                <a:moveTo>
                  <a:pt x="809368" y="788597"/>
                </a:moveTo>
                <a:cubicBezTo>
                  <a:pt x="809951" y="788248"/>
                  <a:pt x="810328" y="787737"/>
                  <a:pt x="810603" y="787168"/>
                </a:cubicBezTo>
                <a:cubicBezTo>
                  <a:pt x="811632" y="787164"/>
                  <a:pt x="812660" y="787157"/>
                  <a:pt x="813655" y="787157"/>
                </a:cubicBezTo>
                <a:cubicBezTo>
                  <a:pt x="812283" y="787617"/>
                  <a:pt x="810843" y="788100"/>
                  <a:pt x="809368" y="788597"/>
                </a:cubicBezTo>
                <a:close/>
              </a:path>
            </a:pathLst>
          </a:custGeom>
          <a:solidFill>
            <a:schemeClr val="tx2">
              <a:lumMod val="20000"/>
              <a:lumOff val="80000"/>
              <a:alpha val="24000"/>
            </a:schemeClr>
          </a:solidFill>
          <a:ln w="3429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52" name="图形 2" descr="D:\51PPT模板网\51pptmoban.com\图片.jpg">
            <a:extLst>
              <a:ext uri="{FF2B5EF4-FFF2-40B4-BE49-F238E27FC236}">
                <a16:creationId xmlns:a16="http://schemas.microsoft.com/office/drawing/2014/main" id="{22729A1A-51E5-377D-7046-A5856C9FA711}"/>
              </a:ext>
            </a:extLst>
          </p:cNvPr>
          <p:cNvGrpSpPr/>
          <p:nvPr userDrawn="1"/>
        </p:nvGrpSpPr>
        <p:grpSpPr>
          <a:xfrm>
            <a:off x="4728887" y="5485660"/>
            <a:ext cx="2520931" cy="1442928"/>
            <a:chOff x="8227884" y="3883959"/>
            <a:chExt cx="804142" cy="460274"/>
          </a:xfrm>
          <a:solidFill>
            <a:schemeClr val="tx2">
              <a:lumMod val="20000"/>
              <a:lumOff val="80000"/>
              <a:alpha val="24000"/>
            </a:schemeClr>
          </a:solidFill>
        </p:grpSpPr>
        <p:grpSp>
          <p:nvGrpSpPr>
            <p:cNvPr id="53" name="图形 2">
              <a:extLst>
                <a:ext uri="{FF2B5EF4-FFF2-40B4-BE49-F238E27FC236}">
                  <a16:creationId xmlns:a16="http://schemas.microsoft.com/office/drawing/2014/main" id="{DA4D5908-60D7-390E-D292-896787A4C8D0}"/>
                </a:ext>
              </a:extLst>
            </p:cNvPr>
            <p:cNvGrpSpPr/>
            <p:nvPr/>
          </p:nvGrpSpPr>
          <p:grpSpPr>
            <a:xfrm>
              <a:off x="8227884" y="3985176"/>
              <a:ext cx="467160" cy="359058"/>
              <a:chOff x="8227884" y="3985176"/>
              <a:chExt cx="467160" cy="359058"/>
            </a:xfrm>
            <a:grpFill/>
          </p:grpSpPr>
          <p:sp>
            <p:nvSpPr>
              <p:cNvPr id="449" name="任意多边形: 形状 448">
                <a:extLst>
                  <a:ext uri="{FF2B5EF4-FFF2-40B4-BE49-F238E27FC236}">
                    <a16:creationId xmlns:a16="http://schemas.microsoft.com/office/drawing/2014/main" id="{409A99D0-95F8-81B3-FDD1-7361563EF35C}"/>
                  </a:ext>
                </a:extLst>
              </p:cNvPr>
              <p:cNvSpPr/>
              <p:nvPr/>
            </p:nvSpPr>
            <p:spPr>
              <a:xfrm>
                <a:off x="8327843" y="4020156"/>
                <a:ext cx="367201" cy="324077"/>
              </a:xfrm>
              <a:custGeom>
                <a:avLst/>
                <a:gdLst>
                  <a:gd name="connsiteX0" fmla="*/ 2596 w 367201"/>
                  <a:gd name="connsiteY0" fmla="*/ 7307 h 324077"/>
                  <a:gd name="connsiteX1" fmla="*/ 167325 w 367201"/>
                  <a:gd name="connsiteY1" fmla="*/ 125367 h 324077"/>
                  <a:gd name="connsiteX2" fmla="*/ 301090 w 367201"/>
                  <a:gd name="connsiteY2" fmla="*/ 281695 h 324077"/>
                  <a:gd name="connsiteX3" fmla="*/ 353416 w 367201"/>
                  <a:gd name="connsiteY3" fmla="*/ 324078 h 324077"/>
                  <a:gd name="connsiteX4" fmla="*/ 367201 w 367201"/>
                  <a:gd name="connsiteY4" fmla="*/ 324078 h 324077"/>
                  <a:gd name="connsiteX5" fmla="*/ 243929 w 367201"/>
                  <a:gd name="connsiteY5" fmla="*/ 207149 h 324077"/>
                  <a:gd name="connsiteX6" fmla="*/ 104300 w 367201"/>
                  <a:gd name="connsiteY6" fmla="*/ 54215 h 324077"/>
                  <a:gd name="connsiteX7" fmla="*/ 4550 w 367201"/>
                  <a:gd name="connsiteY7" fmla="*/ 174 h 324077"/>
                  <a:gd name="connsiteX8" fmla="*/ 2596 w 367201"/>
                  <a:gd name="connsiteY8" fmla="*/ 7307 h 324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7201" h="324077">
                    <a:moveTo>
                      <a:pt x="2596" y="7307"/>
                    </a:moveTo>
                    <a:cubicBezTo>
                      <a:pt x="68912" y="27504"/>
                      <a:pt x="122096" y="74412"/>
                      <a:pt x="167325" y="125367"/>
                    </a:cubicBezTo>
                    <a:cubicBezTo>
                      <a:pt x="212862" y="176665"/>
                      <a:pt x="251507" y="233998"/>
                      <a:pt x="301090" y="281695"/>
                    </a:cubicBezTo>
                    <a:cubicBezTo>
                      <a:pt x="317309" y="297263"/>
                      <a:pt x="334694" y="311665"/>
                      <a:pt x="353416" y="324078"/>
                    </a:cubicBezTo>
                    <a:lnTo>
                      <a:pt x="367201" y="324078"/>
                    </a:lnTo>
                    <a:cubicBezTo>
                      <a:pt x="318681" y="294451"/>
                      <a:pt x="279727" y="251040"/>
                      <a:pt x="243929" y="207149"/>
                    </a:cubicBezTo>
                    <a:cubicBezTo>
                      <a:pt x="200243" y="153588"/>
                      <a:pt x="158855" y="97455"/>
                      <a:pt x="104300" y="54215"/>
                    </a:cubicBezTo>
                    <a:cubicBezTo>
                      <a:pt x="74399" y="30521"/>
                      <a:pt x="41138" y="11318"/>
                      <a:pt x="4550" y="174"/>
                    </a:cubicBezTo>
                    <a:cubicBezTo>
                      <a:pt x="-10" y="-1197"/>
                      <a:pt x="-1965" y="5935"/>
                      <a:pt x="2596" y="7307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0" name="任意多边形: 形状 449">
                <a:extLst>
                  <a:ext uri="{FF2B5EF4-FFF2-40B4-BE49-F238E27FC236}">
                    <a16:creationId xmlns:a16="http://schemas.microsoft.com/office/drawing/2014/main" id="{1994541D-E47A-D3B0-4729-3143C2D7FE6A}"/>
                  </a:ext>
                </a:extLst>
              </p:cNvPr>
              <p:cNvSpPr/>
              <p:nvPr/>
            </p:nvSpPr>
            <p:spPr>
              <a:xfrm>
                <a:off x="8227884" y="3985176"/>
                <a:ext cx="293113" cy="184327"/>
              </a:xfrm>
              <a:custGeom>
                <a:avLst/>
                <a:gdLst>
                  <a:gd name="connsiteX0" fmla="*/ 293036 w 293113"/>
                  <a:gd name="connsiteY0" fmla="*/ 179584 h 184327"/>
                  <a:gd name="connsiteX1" fmla="*/ 227850 w 293113"/>
                  <a:gd name="connsiteY1" fmla="*/ 65502 h 184327"/>
                  <a:gd name="connsiteX2" fmla="*/ 93776 w 293113"/>
                  <a:gd name="connsiteY2" fmla="*/ 5391 h 184327"/>
                  <a:gd name="connsiteX3" fmla="*/ 3697 w 293113"/>
                  <a:gd name="connsiteY3" fmla="*/ 556 h 184327"/>
                  <a:gd name="connsiteX4" fmla="*/ 1056 w 293113"/>
                  <a:gd name="connsiteY4" fmla="*/ 6866 h 184327"/>
                  <a:gd name="connsiteX5" fmla="*/ 219244 w 293113"/>
                  <a:gd name="connsiteY5" fmla="*/ 158050 h 184327"/>
                  <a:gd name="connsiteX6" fmla="*/ 288509 w 293113"/>
                  <a:gd name="connsiteY6" fmla="*/ 184145 h 184327"/>
                  <a:gd name="connsiteX7" fmla="*/ 290464 w 293113"/>
                  <a:gd name="connsiteY7" fmla="*/ 176979 h 184327"/>
                  <a:gd name="connsiteX8" fmla="*/ 60446 w 293113"/>
                  <a:gd name="connsiteY8" fmla="*/ 50894 h 184327"/>
                  <a:gd name="connsiteX9" fmla="*/ 6303 w 293113"/>
                  <a:gd name="connsiteY9" fmla="*/ 1654 h 184327"/>
                  <a:gd name="connsiteX10" fmla="*/ 3697 w 293113"/>
                  <a:gd name="connsiteY10" fmla="*/ 7963 h 184327"/>
                  <a:gd name="connsiteX11" fmla="*/ 155807 w 293113"/>
                  <a:gd name="connsiteY11" fmla="*/ 30149 h 184327"/>
                  <a:gd name="connsiteX12" fmla="*/ 259123 w 293113"/>
                  <a:gd name="connsiteY12" fmla="*/ 113713 h 184327"/>
                  <a:gd name="connsiteX13" fmla="*/ 285903 w 293113"/>
                  <a:gd name="connsiteY13" fmla="*/ 181539 h 184327"/>
                  <a:gd name="connsiteX14" fmla="*/ 293036 w 293113"/>
                  <a:gd name="connsiteY14" fmla="*/ 179584 h 184327"/>
                  <a:gd name="connsiteX15" fmla="*/ 293036 w 293113"/>
                  <a:gd name="connsiteY15" fmla="*/ 179584 h 1843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93113" h="184327">
                    <a:moveTo>
                      <a:pt x="293036" y="179584"/>
                    </a:moveTo>
                    <a:cubicBezTo>
                      <a:pt x="284566" y="135590"/>
                      <a:pt x="261215" y="95300"/>
                      <a:pt x="227850" y="65502"/>
                    </a:cubicBezTo>
                    <a:cubicBezTo>
                      <a:pt x="190646" y="32240"/>
                      <a:pt x="142537" y="13552"/>
                      <a:pt x="93776" y="5391"/>
                    </a:cubicBezTo>
                    <a:cubicBezTo>
                      <a:pt x="64047" y="385"/>
                      <a:pt x="33769" y="-884"/>
                      <a:pt x="3697" y="556"/>
                    </a:cubicBezTo>
                    <a:cubicBezTo>
                      <a:pt x="542" y="728"/>
                      <a:pt x="-1276" y="4534"/>
                      <a:pt x="1056" y="6866"/>
                    </a:cubicBezTo>
                    <a:cubicBezTo>
                      <a:pt x="63875" y="69788"/>
                      <a:pt x="137874" y="122080"/>
                      <a:pt x="219244" y="158050"/>
                    </a:cubicBezTo>
                    <a:cubicBezTo>
                      <a:pt x="241806" y="168029"/>
                      <a:pt x="264918" y="176773"/>
                      <a:pt x="288509" y="184145"/>
                    </a:cubicBezTo>
                    <a:cubicBezTo>
                      <a:pt x="293036" y="185551"/>
                      <a:pt x="294990" y="178419"/>
                      <a:pt x="290464" y="176979"/>
                    </a:cubicBezTo>
                    <a:cubicBezTo>
                      <a:pt x="206454" y="150815"/>
                      <a:pt x="128341" y="106787"/>
                      <a:pt x="60446" y="50894"/>
                    </a:cubicBezTo>
                    <a:cubicBezTo>
                      <a:pt x="41621" y="35395"/>
                      <a:pt x="23550" y="18936"/>
                      <a:pt x="6303" y="1654"/>
                    </a:cubicBezTo>
                    <a:cubicBezTo>
                      <a:pt x="5411" y="3745"/>
                      <a:pt x="4554" y="5871"/>
                      <a:pt x="3697" y="7963"/>
                    </a:cubicBezTo>
                    <a:cubicBezTo>
                      <a:pt x="55166" y="5460"/>
                      <a:pt x="107630" y="10912"/>
                      <a:pt x="155807" y="30149"/>
                    </a:cubicBezTo>
                    <a:cubicBezTo>
                      <a:pt x="197881" y="46951"/>
                      <a:pt x="234777" y="75137"/>
                      <a:pt x="259123" y="113713"/>
                    </a:cubicBezTo>
                    <a:cubicBezTo>
                      <a:pt x="272222" y="134459"/>
                      <a:pt x="281274" y="157433"/>
                      <a:pt x="285903" y="181539"/>
                    </a:cubicBezTo>
                    <a:cubicBezTo>
                      <a:pt x="286829" y="186202"/>
                      <a:pt x="293927" y="184248"/>
                      <a:pt x="293036" y="179584"/>
                    </a:cubicBezTo>
                    <a:lnTo>
                      <a:pt x="293036" y="17958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1" name="任意多边形: 形状 450">
                <a:extLst>
                  <a:ext uri="{FF2B5EF4-FFF2-40B4-BE49-F238E27FC236}">
                    <a16:creationId xmlns:a16="http://schemas.microsoft.com/office/drawing/2014/main" id="{98ABA12A-ED90-BF0B-EDB5-110F90245E13}"/>
                  </a:ext>
                </a:extLst>
              </p:cNvPr>
              <p:cNvSpPr/>
              <p:nvPr/>
            </p:nvSpPr>
            <p:spPr>
              <a:xfrm>
                <a:off x="8571601" y="4068289"/>
                <a:ext cx="59611" cy="227394"/>
              </a:xfrm>
              <a:custGeom>
                <a:avLst/>
                <a:gdLst>
                  <a:gd name="connsiteX0" fmla="*/ 274 w 59611"/>
                  <a:gd name="connsiteY0" fmla="*/ 4437 h 227394"/>
                  <a:gd name="connsiteX1" fmla="*/ 46120 w 59611"/>
                  <a:gd name="connsiteY1" fmla="*/ 173418 h 227394"/>
                  <a:gd name="connsiteX2" fmla="*/ 52189 w 59611"/>
                  <a:gd name="connsiteY2" fmla="*/ 223859 h 227394"/>
                  <a:gd name="connsiteX3" fmla="*/ 59595 w 59611"/>
                  <a:gd name="connsiteY3" fmla="*/ 223859 h 227394"/>
                  <a:gd name="connsiteX4" fmla="*/ 24620 w 59611"/>
                  <a:gd name="connsiteY4" fmla="*/ 50489 h 227394"/>
                  <a:gd name="connsiteX5" fmla="*/ 7406 w 59611"/>
                  <a:gd name="connsiteY5" fmla="*/ 2483 h 227394"/>
                  <a:gd name="connsiteX6" fmla="*/ 274 w 59611"/>
                  <a:gd name="connsiteY6" fmla="*/ 4437 h 227394"/>
                  <a:gd name="connsiteX7" fmla="*/ 274 w 59611"/>
                  <a:gd name="connsiteY7" fmla="*/ 4437 h 227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11" h="227394">
                    <a:moveTo>
                      <a:pt x="274" y="4437"/>
                    </a:moveTo>
                    <a:cubicBezTo>
                      <a:pt x="21774" y="58855"/>
                      <a:pt x="37204" y="115605"/>
                      <a:pt x="46120" y="173418"/>
                    </a:cubicBezTo>
                    <a:cubicBezTo>
                      <a:pt x="48726" y="190152"/>
                      <a:pt x="50714" y="206988"/>
                      <a:pt x="52189" y="223859"/>
                    </a:cubicBezTo>
                    <a:cubicBezTo>
                      <a:pt x="52600" y="228556"/>
                      <a:pt x="60007" y="228591"/>
                      <a:pt x="59595" y="223859"/>
                    </a:cubicBezTo>
                    <a:cubicBezTo>
                      <a:pt x="54417" y="164983"/>
                      <a:pt x="42759" y="106724"/>
                      <a:pt x="24620" y="50489"/>
                    </a:cubicBezTo>
                    <a:cubicBezTo>
                      <a:pt x="19407" y="34303"/>
                      <a:pt x="13647" y="18290"/>
                      <a:pt x="7406" y="2483"/>
                    </a:cubicBezTo>
                    <a:cubicBezTo>
                      <a:pt x="5657" y="-1907"/>
                      <a:pt x="-1475" y="13"/>
                      <a:pt x="274" y="4437"/>
                    </a:cubicBezTo>
                    <a:lnTo>
                      <a:pt x="274" y="4437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2" name="任意多边形: 形状 451">
                <a:extLst>
                  <a:ext uri="{FF2B5EF4-FFF2-40B4-BE49-F238E27FC236}">
                    <a16:creationId xmlns:a16="http://schemas.microsoft.com/office/drawing/2014/main" id="{D0D01B9F-44BC-D180-F197-FF445C792FA4}"/>
                  </a:ext>
                </a:extLst>
              </p:cNvPr>
              <p:cNvSpPr/>
              <p:nvPr/>
            </p:nvSpPr>
            <p:spPr>
              <a:xfrm>
                <a:off x="8538790" y="3997643"/>
                <a:ext cx="110500" cy="300013"/>
              </a:xfrm>
              <a:custGeom>
                <a:avLst/>
                <a:gdLst>
                  <a:gd name="connsiteX0" fmla="*/ 91068 w 110500"/>
                  <a:gd name="connsiteY0" fmla="*/ 298139 h 300013"/>
                  <a:gd name="connsiteX1" fmla="*/ 107631 w 110500"/>
                  <a:gd name="connsiteY1" fmla="*/ 165334 h 300013"/>
                  <a:gd name="connsiteX2" fmla="*/ 62779 w 110500"/>
                  <a:gd name="connsiteY2" fmla="*/ 49606 h 300013"/>
                  <a:gd name="connsiteX3" fmla="*/ 12990 w 110500"/>
                  <a:gd name="connsiteY3" fmla="*/ 571 h 300013"/>
                  <a:gd name="connsiteX4" fmla="*/ 7572 w 110500"/>
                  <a:gd name="connsiteY4" fmla="*/ 2800 h 300013"/>
                  <a:gd name="connsiteX5" fmla="*/ 6681 w 110500"/>
                  <a:gd name="connsiteY5" fmla="*/ 127101 h 300013"/>
                  <a:gd name="connsiteX6" fmla="*/ 23997 w 110500"/>
                  <a:gd name="connsiteY6" fmla="*/ 185188 h 300013"/>
                  <a:gd name="connsiteX7" fmla="*/ 51807 w 110500"/>
                  <a:gd name="connsiteY7" fmla="*/ 239092 h 300013"/>
                  <a:gd name="connsiteX8" fmla="*/ 84691 w 110500"/>
                  <a:gd name="connsiteY8" fmla="*/ 298139 h 300013"/>
                  <a:gd name="connsiteX9" fmla="*/ 91068 w 110500"/>
                  <a:gd name="connsiteY9" fmla="*/ 294402 h 300013"/>
                  <a:gd name="connsiteX10" fmla="*/ 34456 w 110500"/>
                  <a:gd name="connsiteY10" fmla="*/ 190572 h 300013"/>
                  <a:gd name="connsiteX11" fmla="*/ 7538 w 110500"/>
                  <a:gd name="connsiteY11" fmla="*/ 73506 h 300013"/>
                  <a:gd name="connsiteX12" fmla="*/ 14705 w 110500"/>
                  <a:gd name="connsiteY12" fmla="*/ 4754 h 300013"/>
                  <a:gd name="connsiteX13" fmla="*/ 9253 w 110500"/>
                  <a:gd name="connsiteY13" fmla="*/ 6983 h 300013"/>
                  <a:gd name="connsiteX14" fmla="*/ 82599 w 110500"/>
                  <a:gd name="connsiteY14" fmla="*/ 98057 h 300013"/>
                  <a:gd name="connsiteX15" fmla="*/ 99093 w 110500"/>
                  <a:gd name="connsiteY15" fmla="*/ 157653 h 300013"/>
                  <a:gd name="connsiteX16" fmla="*/ 102556 w 110500"/>
                  <a:gd name="connsiteY16" fmla="*/ 223559 h 300013"/>
                  <a:gd name="connsiteX17" fmla="*/ 84691 w 110500"/>
                  <a:gd name="connsiteY17" fmla="*/ 294402 h 300013"/>
                  <a:gd name="connsiteX18" fmla="*/ 91068 w 110500"/>
                  <a:gd name="connsiteY18" fmla="*/ 298139 h 300013"/>
                  <a:gd name="connsiteX19" fmla="*/ 91068 w 110500"/>
                  <a:gd name="connsiteY19" fmla="*/ 298139 h 3000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10500" h="300013">
                    <a:moveTo>
                      <a:pt x="91068" y="298139"/>
                    </a:moveTo>
                    <a:cubicBezTo>
                      <a:pt x="111094" y="257094"/>
                      <a:pt x="113666" y="209980"/>
                      <a:pt x="107631" y="165334"/>
                    </a:cubicBezTo>
                    <a:cubicBezTo>
                      <a:pt x="101973" y="123397"/>
                      <a:pt x="88600" y="83518"/>
                      <a:pt x="62779" y="49606"/>
                    </a:cubicBezTo>
                    <a:cubicBezTo>
                      <a:pt x="48584" y="30952"/>
                      <a:pt x="31644" y="14767"/>
                      <a:pt x="12990" y="571"/>
                    </a:cubicBezTo>
                    <a:cubicBezTo>
                      <a:pt x="11070" y="-904"/>
                      <a:pt x="8121" y="708"/>
                      <a:pt x="7572" y="2800"/>
                    </a:cubicBezTo>
                    <a:cubicBezTo>
                      <a:pt x="-3195" y="43365"/>
                      <a:pt x="-1549" y="86193"/>
                      <a:pt x="6681" y="127101"/>
                    </a:cubicBezTo>
                    <a:cubicBezTo>
                      <a:pt x="10659" y="146955"/>
                      <a:pt x="16076" y="166500"/>
                      <a:pt x="23997" y="185188"/>
                    </a:cubicBezTo>
                    <a:cubicBezTo>
                      <a:pt x="31918" y="203808"/>
                      <a:pt x="41726" y="221570"/>
                      <a:pt x="51807" y="239092"/>
                    </a:cubicBezTo>
                    <a:cubicBezTo>
                      <a:pt x="63019" y="258603"/>
                      <a:pt x="74678" y="277943"/>
                      <a:pt x="84691" y="298139"/>
                    </a:cubicBezTo>
                    <a:cubicBezTo>
                      <a:pt x="86817" y="302391"/>
                      <a:pt x="93194" y="298654"/>
                      <a:pt x="91068" y="294402"/>
                    </a:cubicBezTo>
                    <a:cubicBezTo>
                      <a:pt x="73546" y="259049"/>
                      <a:pt x="51018" y="226405"/>
                      <a:pt x="34456" y="190572"/>
                    </a:cubicBezTo>
                    <a:cubicBezTo>
                      <a:pt x="17688" y="154293"/>
                      <a:pt x="8978" y="113385"/>
                      <a:pt x="7538" y="73506"/>
                    </a:cubicBezTo>
                    <a:cubicBezTo>
                      <a:pt x="6715" y="50360"/>
                      <a:pt x="8738" y="27180"/>
                      <a:pt x="14705" y="4754"/>
                    </a:cubicBezTo>
                    <a:cubicBezTo>
                      <a:pt x="12888" y="5508"/>
                      <a:pt x="11070" y="6229"/>
                      <a:pt x="9253" y="6983"/>
                    </a:cubicBezTo>
                    <a:cubicBezTo>
                      <a:pt x="40731" y="30883"/>
                      <a:pt x="66894" y="61573"/>
                      <a:pt x="82599" y="98057"/>
                    </a:cubicBezTo>
                    <a:cubicBezTo>
                      <a:pt x="90794" y="117054"/>
                      <a:pt x="95732" y="137285"/>
                      <a:pt x="99093" y="157653"/>
                    </a:cubicBezTo>
                    <a:cubicBezTo>
                      <a:pt x="102624" y="179393"/>
                      <a:pt x="104030" y="201579"/>
                      <a:pt x="102556" y="223559"/>
                    </a:cubicBezTo>
                    <a:cubicBezTo>
                      <a:pt x="100944" y="248008"/>
                      <a:pt x="95458" y="272319"/>
                      <a:pt x="84691" y="294402"/>
                    </a:cubicBezTo>
                    <a:cubicBezTo>
                      <a:pt x="82633" y="298654"/>
                      <a:pt x="88977" y="302391"/>
                      <a:pt x="91068" y="298139"/>
                    </a:cubicBezTo>
                    <a:lnTo>
                      <a:pt x="91068" y="29813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3" name="任意多边形: 形状 452">
                <a:extLst>
                  <a:ext uri="{FF2B5EF4-FFF2-40B4-BE49-F238E27FC236}">
                    <a16:creationId xmlns:a16="http://schemas.microsoft.com/office/drawing/2014/main" id="{9A72F124-4B2D-479C-0B60-4E7F178C8693}"/>
                  </a:ext>
                </a:extLst>
              </p:cNvPr>
              <p:cNvSpPr/>
              <p:nvPr/>
            </p:nvSpPr>
            <p:spPr>
              <a:xfrm>
                <a:off x="8385666" y="4214528"/>
                <a:ext cx="269548" cy="106336"/>
              </a:xfrm>
              <a:custGeom>
                <a:avLst/>
                <a:gdLst>
                  <a:gd name="connsiteX0" fmla="*/ 2620 w 269548"/>
                  <a:gd name="connsiteY0" fmla="*/ 7290 h 106336"/>
                  <a:gd name="connsiteX1" fmla="*/ 208326 w 269548"/>
                  <a:gd name="connsiteY1" fmla="*/ 79814 h 106336"/>
                  <a:gd name="connsiteX2" fmla="*/ 263944 w 269548"/>
                  <a:gd name="connsiteY2" fmla="*/ 105909 h 106336"/>
                  <a:gd name="connsiteX3" fmla="*/ 267682 w 269548"/>
                  <a:gd name="connsiteY3" fmla="*/ 99531 h 106336"/>
                  <a:gd name="connsiteX4" fmla="*/ 64171 w 269548"/>
                  <a:gd name="connsiteY4" fmla="*/ 18092 h 106336"/>
                  <a:gd name="connsiteX5" fmla="*/ 4575 w 269548"/>
                  <a:gd name="connsiteY5" fmla="*/ 158 h 106336"/>
                  <a:gd name="connsiteX6" fmla="*/ 2620 w 269548"/>
                  <a:gd name="connsiteY6" fmla="*/ 7290 h 106336"/>
                  <a:gd name="connsiteX7" fmla="*/ 2620 w 269548"/>
                  <a:gd name="connsiteY7" fmla="*/ 7290 h 106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69548" h="106336">
                    <a:moveTo>
                      <a:pt x="2620" y="7290"/>
                    </a:moveTo>
                    <a:cubicBezTo>
                      <a:pt x="72572" y="27213"/>
                      <a:pt x="141666" y="50564"/>
                      <a:pt x="208326" y="79814"/>
                    </a:cubicBezTo>
                    <a:cubicBezTo>
                      <a:pt x="227083" y="88044"/>
                      <a:pt x="245599" y="96753"/>
                      <a:pt x="263944" y="105909"/>
                    </a:cubicBezTo>
                    <a:cubicBezTo>
                      <a:pt x="268162" y="108034"/>
                      <a:pt x="271934" y="101657"/>
                      <a:pt x="267682" y="99531"/>
                    </a:cubicBezTo>
                    <a:cubicBezTo>
                      <a:pt x="202222" y="66784"/>
                      <a:pt x="133848" y="40277"/>
                      <a:pt x="64171" y="18092"/>
                    </a:cubicBezTo>
                    <a:cubicBezTo>
                      <a:pt x="44420" y="11817"/>
                      <a:pt x="24532" y="5851"/>
                      <a:pt x="4575" y="158"/>
                    </a:cubicBezTo>
                    <a:cubicBezTo>
                      <a:pt x="-20" y="-1145"/>
                      <a:pt x="-1974" y="5987"/>
                      <a:pt x="2620" y="7290"/>
                    </a:cubicBezTo>
                    <a:lnTo>
                      <a:pt x="2620" y="7290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4" name="任意多边形: 形状 453">
                <a:extLst>
                  <a:ext uri="{FF2B5EF4-FFF2-40B4-BE49-F238E27FC236}">
                    <a16:creationId xmlns:a16="http://schemas.microsoft.com/office/drawing/2014/main" id="{D33D98E3-BE07-C661-B6DD-AC10E9041775}"/>
                  </a:ext>
                </a:extLst>
              </p:cNvPr>
              <p:cNvSpPr/>
              <p:nvPr/>
            </p:nvSpPr>
            <p:spPr>
              <a:xfrm>
                <a:off x="8268735" y="4175763"/>
                <a:ext cx="386381" cy="145242"/>
              </a:xfrm>
              <a:custGeom>
                <a:avLst/>
                <a:gdLst>
                  <a:gd name="connsiteX0" fmla="*/ 385333 w 386381"/>
                  <a:gd name="connsiteY0" fmla="*/ 138879 h 145242"/>
                  <a:gd name="connsiteX1" fmla="*/ 257774 w 386381"/>
                  <a:gd name="connsiteY1" fmla="*/ 43655 h 145242"/>
                  <a:gd name="connsiteX2" fmla="*/ 98085 w 386381"/>
                  <a:gd name="connsiteY2" fmla="*/ 278 h 145242"/>
                  <a:gd name="connsiteX3" fmla="*/ 2725 w 386381"/>
                  <a:gd name="connsiteY3" fmla="*/ 10326 h 145242"/>
                  <a:gd name="connsiteX4" fmla="*/ 1079 w 386381"/>
                  <a:gd name="connsiteY4" fmla="*/ 16498 h 145242"/>
                  <a:gd name="connsiteX5" fmla="*/ 133507 w 386381"/>
                  <a:gd name="connsiteY5" fmla="*/ 99651 h 145242"/>
                  <a:gd name="connsiteX6" fmla="*/ 285446 w 386381"/>
                  <a:gd name="connsiteY6" fmla="*/ 137953 h 145242"/>
                  <a:gd name="connsiteX7" fmla="*/ 382727 w 386381"/>
                  <a:gd name="connsiteY7" fmla="*/ 145188 h 145242"/>
                  <a:gd name="connsiteX8" fmla="*/ 382727 w 386381"/>
                  <a:gd name="connsiteY8" fmla="*/ 137781 h 145242"/>
                  <a:gd name="connsiteX9" fmla="*/ 218958 w 386381"/>
                  <a:gd name="connsiteY9" fmla="*/ 118922 h 145242"/>
                  <a:gd name="connsiteX10" fmla="*/ 78094 w 386381"/>
                  <a:gd name="connsiteY10" fmla="*/ 63681 h 145242"/>
                  <a:gd name="connsiteX11" fmla="*/ 6291 w 386381"/>
                  <a:gd name="connsiteY11" fmla="*/ 11285 h 145242"/>
                  <a:gd name="connsiteX12" fmla="*/ 4679 w 386381"/>
                  <a:gd name="connsiteY12" fmla="*/ 17458 h 145242"/>
                  <a:gd name="connsiteX13" fmla="*/ 170814 w 386381"/>
                  <a:gd name="connsiteY13" fmla="*/ 18349 h 145242"/>
                  <a:gd name="connsiteX14" fmla="*/ 313701 w 386381"/>
                  <a:gd name="connsiteY14" fmla="*/ 86278 h 145242"/>
                  <a:gd name="connsiteX15" fmla="*/ 380121 w 386381"/>
                  <a:gd name="connsiteY15" fmla="*/ 144125 h 145242"/>
                  <a:gd name="connsiteX16" fmla="*/ 385333 w 386381"/>
                  <a:gd name="connsiteY16" fmla="*/ 138879 h 145242"/>
                  <a:gd name="connsiteX17" fmla="*/ 385333 w 386381"/>
                  <a:gd name="connsiteY17" fmla="*/ 138879 h 145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386381" h="145242">
                    <a:moveTo>
                      <a:pt x="385333" y="138879"/>
                    </a:moveTo>
                    <a:cubicBezTo>
                      <a:pt x="348608" y="100268"/>
                      <a:pt x="305300" y="67796"/>
                      <a:pt x="257774" y="43655"/>
                    </a:cubicBezTo>
                    <a:cubicBezTo>
                      <a:pt x="208122" y="18418"/>
                      <a:pt x="153910" y="2542"/>
                      <a:pt x="98085" y="278"/>
                    </a:cubicBezTo>
                    <a:cubicBezTo>
                      <a:pt x="66024" y="-1025"/>
                      <a:pt x="33792" y="2233"/>
                      <a:pt x="2725" y="10326"/>
                    </a:cubicBezTo>
                    <a:cubicBezTo>
                      <a:pt x="153" y="10977"/>
                      <a:pt x="-1013" y="14646"/>
                      <a:pt x="1079" y="16498"/>
                    </a:cubicBezTo>
                    <a:cubicBezTo>
                      <a:pt x="40581" y="51165"/>
                      <a:pt x="84987" y="79488"/>
                      <a:pt x="133507" y="99651"/>
                    </a:cubicBezTo>
                    <a:cubicBezTo>
                      <a:pt x="181993" y="119779"/>
                      <a:pt x="233462" y="131403"/>
                      <a:pt x="285446" y="137953"/>
                    </a:cubicBezTo>
                    <a:cubicBezTo>
                      <a:pt x="317713" y="141999"/>
                      <a:pt x="350220" y="144125"/>
                      <a:pt x="382727" y="145188"/>
                    </a:cubicBezTo>
                    <a:cubicBezTo>
                      <a:pt x="387493" y="145360"/>
                      <a:pt x="387493" y="137953"/>
                      <a:pt x="382727" y="137781"/>
                    </a:cubicBezTo>
                    <a:cubicBezTo>
                      <a:pt x="327760" y="136032"/>
                      <a:pt x="272656" y="131198"/>
                      <a:pt x="218958" y="118922"/>
                    </a:cubicBezTo>
                    <a:cubicBezTo>
                      <a:pt x="169546" y="107572"/>
                      <a:pt x="121746" y="89638"/>
                      <a:pt x="78094" y="63681"/>
                    </a:cubicBezTo>
                    <a:cubicBezTo>
                      <a:pt x="52548" y="48525"/>
                      <a:pt x="28614" y="30865"/>
                      <a:pt x="6291" y="11285"/>
                    </a:cubicBezTo>
                    <a:cubicBezTo>
                      <a:pt x="5777" y="13343"/>
                      <a:pt x="5228" y="15400"/>
                      <a:pt x="4679" y="17458"/>
                    </a:cubicBezTo>
                    <a:cubicBezTo>
                      <a:pt x="59029" y="3330"/>
                      <a:pt x="116533" y="4565"/>
                      <a:pt x="170814" y="18349"/>
                    </a:cubicBezTo>
                    <a:cubicBezTo>
                      <a:pt x="222181" y="31414"/>
                      <a:pt x="270667" y="55485"/>
                      <a:pt x="313701" y="86278"/>
                    </a:cubicBezTo>
                    <a:cubicBezTo>
                      <a:pt x="337601" y="103389"/>
                      <a:pt x="359855" y="122797"/>
                      <a:pt x="380121" y="144125"/>
                    </a:cubicBezTo>
                    <a:cubicBezTo>
                      <a:pt x="383412" y="147554"/>
                      <a:pt x="388624" y="142308"/>
                      <a:pt x="385333" y="138879"/>
                    </a:cubicBezTo>
                    <a:lnTo>
                      <a:pt x="385333" y="13887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54" name="图形 2">
              <a:extLst>
                <a:ext uri="{FF2B5EF4-FFF2-40B4-BE49-F238E27FC236}">
                  <a16:creationId xmlns:a16="http://schemas.microsoft.com/office/drawing/2014/main" id="{B0FFE2D1-6CA2-78AA-DC14-FADF391E6BFF}"/>
                </a:ext>
              </a:extLst>
            </p:cNvPr>
            <p:cNvGrpSpPr/>
            <p:nvPr/>
          </p:nvGrpSpPr>
          <p:grpSpPr>
            <a:xfrm>
              <a:off x="8663191" y="3883959"/>
              <a:ext cx="368835" cy="460274"/>
              <a:chOff x="8663191" y="3883959"/>
              <a:chExt cx="368835" cy="460274"/>
            </a:xfrm>
            <a:grpFill/>
          </p:grpSpPr>
          <p:sp>
            <p:nvSpPr>
              <p:cNvPr id="55" name="任意多边形: 形状 54">
                <a:extLst>
                  <a:ext uri="{FF2B5EF4-FFF2-40B4-BE49-F238E27FC236}">
                    <a16:creationId xmlns:a16="http://schemas.microsoft.com/office/drawing/2014/main" id="{2B3C573A-9C2C-4741-518F-4CECDD2DF9FB}"/>
                  </a:ext>
                </a:extLst>
              </p:cNvPr>
              <p:cNvSpPr/>
              <p:nvPr/>
            </p:nvSpPr>
            <p:spPr>
              <a:xfrm>
                <a:off x="8816273" y="3946032"/>
                <a:ext cx="56976" cy="398201"/>
              </a:xfrm>
              <a:custGeom>
                <a:avLst/>
                <a:gdLst>
                  <a:gd name="connsiteX0" fmla="*/ 24298 w 56976"/>
                  <a:gd name="connsiteY0" fmla="*/ 162355 h 398201"/>
                  <a:gd name="connsiteX1" fmla="*/ 32253 w 56976"/>
                  <a:gd name="connsiteY1" fmla="*/ 323141 h 398201"/>
                  <a:gd name="connsiteX2" fmla="*/ 49192 w 56976"/>
                  <a:gd name="connsiteY2" fmla="*/ 398202 h 398201"/>
                  <a:gd name="connsiteX3" fmla="*/ 56976 w 56976"/>
                  <a:gd name="connsiteY3" fmla="*/ 398202 h 398201"/>
                  <a:gd name="connsiteX4" fmla="*/ 33933 w 56976"/>
                  <a:gd name="connsiteY4" fmla="*/ 250824 h 398201"/>
                  <a:gd name="connsiteX5" fmla="*/ 26664 w 56976"/>
                  <a:gd name="connsiteY5" fmla="*/ 89763 h 398201"/>
                  <a:gd name="connsiteX6" fmla="*/ 7324 w 56976"/>
                  <a:gd name="connsiteY6" fmla="*/ 2530 h 398201"/>
                  <a:gd name="connsiteX7" fmla="*/ 226 w 56976"/>
                  <a:gd name="connsiteY7" fmla="*/ 4518 h 398201"/>
                  <a:gd name="connsiteX8" fmla="*/ 24298 w 56976"/>
                  <a:gd name="connsiteY8" fmla="*/ 162355 h 3982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6976" h="398201">
                    <a:moveTo>
                      <a:pt x="24298" y="162355"/>
                    </a:moveTo>
                    <a:cubicBezTo>
                      <a:pt x="26047" y="215985"/>
                      <a:pt x="25155" y="269854"/>
                      <a:pt x="32253" y="323141"/>
                    </a:cubicBezTo>
                    <a:cubicBezTo>
                      <a:pt x="35648" y="348618"/>
                      <a:pt x="40963" y="373856"/>
                      <a:pt x="49192" y="398202"/>
                    </a:cubicBezTo>
                    <a:lnTo>
                      <a:pt x="56976" y="398202"/>
                    </a:lnTo>
                    <a:cubicBezTo>
                      <a:pt x="40689" y="350847"/>
                      <a:pt x="35854" y="300647"/>
                      <a:pt x="33933" y="250824"/>
                    </a:cubicBezTo>
                    <a:cubicBezTo>
                      <a:pt x="31910" y="197125"/>
                      <a:pt x="33042" y="143222"/>
                      <a:pt x="26664" y="89763"/>
                    </a:cubicBezTo>
                    <a:cubicBezTo>
                      <a:pt x="23132" y="60137"/>
                      <a:pt x="17234" y="30750"/>
                      <a:pt x="7324" y="2530"/>
                    </a:cubicBezTo>
                    <a:cubicBezTo>
                      <a:pt x="5781" y="-1928"/>
                      <a:pt x="-1351" y="-8"/>
                      <a:pt x="226" y="4518"/>
                    </a:cubicBezTo>
                    <a:cubicBezTo>
                      <a:pt x="18023" y="55199"/>
                      <a:pt x="22515" y="109000"/>
                      <a:pt x="24298" y="162355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: 形状 55">
                <a:extLst>
                  <a:ext uri="{FF2B5EF4-FFF2-40B4-BE49-F238E27FC236}">
                    <a16:creationId xmlns:a16="http://schemas.microsoft.com/office/drawing/2014/main" id="{CA362B1B-6AEB-EF04-335A-46D17EC23341}"/>
                  </a:ext>
                </a:extLst>
              </p:cNvPr>
              <p:cNvSpPr/>
              <p:nvPr/>
            </p:nvSpPr>
            <p:spPr>
              <a:xfrm>
                <a:off x="8783642" y="3883959"/>
                <a:ext cx="79561" cy="205892"/>
              </a:xfrm>
              <a:custGeom>
                <a:avLst/>
                <a:gdLst>
                  <a:gd name="connsiteX0" fmla="*/ 63342 w 79561"/>
                  <a:gd name="connsiteY0" fmla="*/ 203854 h 205892"/>
                  <a:gd name="connsiteX1" fmla="*/ 77778 w 79561"/>
                  <a:gd name="connsiteY1" fmla="*/ 113809 h 205892"/>
                  <a:gd name="connsiteX2" fmla="*/ 42596 w 79561"/>
                  <a:gd name="connsiteY2" fmla="*/ 33845 h 205892"/>
                  <a:gd name="connsiteX3" fmla="*/ 7552 w 79561"/>
                  <a:gd name="connsiteY3" fmla="*/ 617 h 205892"/>
                  <a:gd name="connsiteX4" fmla="*/ 1997 w 79561"/>
                  <a:gd name="connsiteY4" fmla="*/ 3806 h 205892"/>
                  <a:gd name="connsiteX5" fmla="*/ 31898 w 79561"/>
                  <a:gd name="connsiteY5" fmla="*/ 165038 h 205892"/>
                  <a:gd name="connsiteX6" fmla="*/ 57512 w 79561"/>
                  <a:gd name="connsiteY6" fmla="*/ 204608 h 205892"/>
                  <a:gd name="connsiteX7" fmla="*/ 62759 w 79561"/>
                  <a:gd name="connsiteY7" fmla="*/ 199362 h 205892"/>
                  <a:gd name="connsiteX8" fmla="*/ 7655 w 79561"/>
                  <a:gd name="connsiteY8" fmla="*/ 49309 h 205892"/>
                  <a:gd name="connsiteX9" fmla="*/ 9403 w 79561"/>
                  <a:gd name="connsiteY9" fmla="*/ 3806 h 205892"/>
                  <a:gd name="connsiteX10" fmla="*/ 3814 w 79561"/>
                  <a:gd name="connsiteY10" fmla="*/ 6995 h 205892"/>
                  <a:gd name="connsiteX11" fmla="*/ 71640 w 79561"/>
                  <a:gd name="connsiteY11" fmla="*/ 151665 h 205892"/>
                  <a:gd name="connsiteX12" fmla="*/ 56929 w 79561"/>
                  <a:gd name="connsiteY12" fmla="*/ 200117 h 205892"/>
                  <a:gd name="connsiteX13" fmla="*/ 63342 w 79561"/>
                  <a:gd name="connsiteY13" fmla="*/ 203854 h 205892"/>
                  <a:gd name="connsiteX14" fmla="*/ 63342 w 79561"/>
                  <a:gd name="connsiteY14" fmla="*/ 203854 h 2058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9561" h="205892">
                    <a:moveTo>
                      <a:pt x="63342" y="203854"/>
                    </a:moveTo>
                    <a:cubicBezTo>
                      <a:pt x="76920" y="175291"/>
                      <a:pt x="82818" y="145253"/>
                      <a:pt x="77778" y="113809"/>
                    </a:cubicBezTo>
                    <a:cubicBezTo>
                      <a:pt x="73114" y="84593"/>
                      <a:pt x="60907" y="57058"/>
                      <a:pt x="42596" y="33845"/>
                    </a:cubicBezTo>
                    <a:cubicBezTo>
                      <a:pt x="32549" y="21123"/>
                      <a:pt x="20719" y="10013"/>
                      <a:pt x="7552" y="617"/>
                    </a:cubicBezTo>
                    <a:cubicBezTo>
                      <a:pt x="5014" y="-1200"/>
                      <a:pt x="2305" y="1337"/>
                      <a:pt x="1997" y="3806"/>
                    </a:cubicBezTo>
                    <a:cubicBezTo>
                      <a:pt x="-4827" y="59013"/>
                      <a:pt x="6009" y="115935"/>
                      <a:pt x="31898" y="165038"/>
                    </a:cubicBezTo>
                    <a:cubicBezTo>
                      <a:pt x="39270" y="178994"/>
                      <a:pt x="47877" y="192161"/>
                      <a:pt x="57512" y="204608"/>
                    </a:cubicBezTo>
                    <a:cubicBezTo>
                      <a:pt x="60427" y="208346"/>
                      <a:pt x="65639" y="203100"/>
                      <a:pt x="62759" y="199362"/>
                    </a:cubicBezTo>
                    <a:cubicBezTo>
                      <a:pt x="29600" y="156602"/>
                      <a:pt x="10295" y="103316"/>
                      <a:pt x="7655" y="49309"/>
                    </a:cubicBezTo>
                    <a:cubicBezTo>
                      <a:pt x="6934" y="34119"/>
                      <a:pt x="7517" y="18894"/>
                      <a:pt x="9403" y="3806"/>
                    </a:cubicBezTo>
                    <a:cubicBezTo>
                      <a:pt x="7517" y="4869"/>
                      <a:pt x="5666" y="5967"/>
                      <a:pt x="3814" y="6995"/>
                    </a:cubicBezTo>
                    <a:cubicBezTo>
                      <a:pt x="48700" y="39056"/>
                      <a:pt x="77709" y="96046"/>
                      <a:pt x="71640" y="151665"/>
                    </a:cubicBezTo>
                    <a:cubicBezTo>
                      <a:pt x="69788" y="168570"/>
                      <a:pt x="64233" y="184823"/>
                      <a:pt x="56929" y="200117"/>
                    </a:cubicBezTo>
                    <a:cubicBezTo>
                      <a:pt x="54906" y="204403"/>
                      <a:pt x="61284" y="208140"/>
                      <a:pt x="63342" y="203854"/>
                    </a:cubicBezTo>
                    <a:lnTo>
                      <a:pt x="63342" y="203854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: 形状 56">
                <a:extLst>
                  <a:ext uri="{FF2B5EF4-FFF2-40B4-BE49-F238E27FC236}">
                    <a16:creationId xmlns:a16="http://schemas.microsoft.com/office/drawing/2014/main" id="{241E9383-9C7E-65FB-456B-B8D757F6615F}"/>
                  </a:ext>
                </a:extLst>
              </p:cNvPr>
              <p:cNvSpPr/>
              <p:nvPr/>
            </p:nvSpPr>
            <p:spPr>
              <a:xfrm>
                <a:off x="8844803" y="4055399"/>
                <a:ext cx="79607" cy="164825"/>
              </a:xfrm>
              <a:custGeom>
                <a:avLst/>
                <a:gdLst>
                  <a:gd name="connsiteX0" fmla="*/ 73538 w 79607"/>
                  <a:gd name="connsiteY0" fmla="*/ 1279 h 164825"/>
                  <a:gd name="connsiteX1" fmla="*/ 89 w 79607"/>
                  <a:gd name="connsiteY1" fmla="*/ 160179 h 164825"/>
                  <a:gd name="connsiteX2" fmla="*/ 7221 w 79607"/>
                  <a:gd name="connsiteY2" fmla="*/ 162168 h 164825"/>
                  <a:gd name="connsiteX3" fmla="*/ 78750 w 79607"/>
                  <a:gd name="connsiteY3" fmla="*/ 6525 h 164825"/>
                  <a:gd name="connsiteX4" fmla="*/ 73538 w 79607"/>
                  <a:gd name="connsiteY4" fmla="*/ 1279 h 164825"/>
                  <a:gd name="connsiteX5" fmla="*/ 73538 w 79607"/>
                  <a:gd name="connsiteY5" fmla="*/ 1279 h 164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9607" h="164825">
                    <a:moveTo>
                      <a:pt x="73538" y="1279"/>
                    </a:moveTo>
                    <a:cubicBezTo>
                      <a:pt x="37362" y="47879"/>
                      <a:pt x="12056" y="102366"/>
                      <a:pt x="89" y="160179"/>
                    </a:cubicBezTo>
                    <a:cubicBezTo>
                      <a:pt x="-871" y="164843"/>
                      <a:pt x="6227" y="166831"/>
                      <a:pt x="7221" y="162168"/>
                    </a:cubicBezTo>
                    <a:cubicBezTo>
                      <a:pt x="18880" y="105658"/>
                      <a:pt x="43397" y="52097"/>
                      <a:pt x="78750" y="6525"/>
                    </a:cubicBezTo>
                    <a:cubicBezTo>
                      <a:pt x="81665" y="2822"/>
                      <a:pt x="76453" y="-2459"/>
                      <a:pt x="73538" y="1279"/>
                    </a:cubicBezTo>
                    <a:lnTo>
                      <a:pt x="73538" y="127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: 形状 57">
                <a:extLst>
                  <a:ext uri="{FF2B5EF4-FFF2-40B4-BE49-F238E27FC236}">
                    <a16:creationId xmlns:a16="http://schemas.microsoft.com/office/drawing/2014/main" id="{A8A5968D-C31A-7518-51EC-FF0446CAD118}"/>
                  </a:ext>
                </a:extLst>
              </p:cNvPr>
              <p:cNvSpPr/>
              <p:nvPr/>
            </p:nvSpPr>
            <p:spPr>
              <a:xfrm>
                <a:off x="8843292" y="4022249"/>
                <a:ext cx="103171" cy="204892"/>
              </a:xfrm>
              <a:custGeom>
                <a:avLst/>
                <a:gdLst>
                  <a:gd name="connsiteX0" fmla="*/ 8732 w 103171"/>
                  <a:gd name="connsiteY0" fmla="*/ 193329 h 204892"/>
                  <a:gd name="connsiteX1" fmla="*/ 18985 w 103171"/>
                  <a:gd name="connsiteY1" fmla="*/ 107021 h 204892"/>
                  <a:gd name="connsiteX2" fmla="*/ 62499 w 103171"/>
                  <a:gd name="connsiteY2" fmla="*/ 35766 h 204892"/>
                  <a:gd name="connsiteX3" fmla="*/ 100012 w 103171"/>
                  <a:gd name="connsiteY3" fmla="*/ 6928 h 204892"/>
                  <a:gd name="connsiteX4" fmla="*/ 94457 w 103171"/>
                  <a:gd name="connsiteY4" fmla="*/ 3705 h 204892"/>
                  <a:gd name="connsiteX5" fmla="*/ 40657 w 103171"/>
                  <a:gd name="connsiteY5" fmla="*/ 167200 h 204892"/>
                  <a:gd name="connsiteX6" fmla="*/ 4309 w 103171"/>
                  <a:gd name="connsiteY6" fmla="*/ 197889 h 204892"/>
                  <a:gd name="connsiteX7" fmla="*/ 8047 w 103171"/>
                  <a:gd name="connsiteY7" fmla="*/ 204267 h 204892"/>
                  <a:gd name="connsiteX8" fmla="*/ 101076 w 103171"/>
                  <a:gd name="connsiteY8" fmla="*/ 57472 h 204892"/>
                  <a:gd name="connsiteX9" fmla="*/ 101830 w 103171"/>
                  <a:gd name="connsiteY9" fmla="*/ 3705 h 204892"/>
                  <a:gd name="connsiteX10" fmla="*/ 96275 w 103171"/>
                  <a:gd name="connsiteY10" fmla="*/ 516 h 204892"/>
                  <a:gd name="connsiteX11" fmla="*/ 33250 w 103171"/>
                  <a:gd name="connsiteY11" fmla="*/ 60249 h 204892"/>
                  <a:gd name="connsiteX12" fmla="*/ 2149 w 103171"/>
                  <a:gd name="connsiteY12" fmla="*/ 144980 h 204892"/>
                  <a:gd name="connsiteX13" fmla="*/ 1600 w 103171"/>
                  <a:gd name="connsiteY13" fmla="*/ 195317 h 204892"/>
                  <a:gd name="connsiteX14" fmla="*/ 8732 w 103171"/>
                  <a:gd name="connsiteY14" fmla="*/ 193329 h 204892"/>
                  <a:gd name="connsiteX15" fmla="*/ 8732 w 103171"/>
                  <a:gd name="connsiteY15" fmla="*/ 193329 h 2048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03171" h="204892">
                    <a:moveTo>
                      <a:pt x="8732" y="193329"/>
                    </a:moveTo>
                    <a:cubicBezTo>
                      <a:pt x="4480" y="164525"/>
                      <a:pt x="9658" y="134384"/>
                      <a:pt x="18985" y="107021"/>
                    </a:cubicBezTo>
                    <a:cubicBezTo>
                      <a:pt x="28072" y="80275"/>
                      <a:pt x="42542" y="55826"/>
                      <a:pt x="62499" y="35766"/>
                    </a:cubicBezTo>
                    <a:cubicBezTo>
                      <a:pt x="73678" y="24519"/>
                      <a:pt x="86262" y="14849"/>
                      <a:pt x="100012" y="6928"/>
                    </a:cubicBezTo>
                    <a:cubicBezTo>
                      <a:pt x="98161" y="5831"/>
                      <a:pt x="96309" y="4768"/>
                      <a:pt x="94457" y="3705"/>
                    </a:cubicBezTo>
                    <a:cubicBezTo>
                      <a:pt x="101178" y="63198"/>
                      <a:pt x="81633" y="123514"/>
                      <a:pt x="40657" y="167200"/>
                    </a:cubicBezTo>
                    <a:cubicBezTo>
                      <a:pt x="29752" y="178824"/>
                      <a:pt x="17579" y="189111"/>
                      <a:pt x="4309" y="197889"/>
                    </a:cubicBezTo>
                    <a:cubicBezTo>
                      <a:pt x="366" y="200495"/>
                      <a:pt x="4069" y="206907"/>
                      <a:pt x="8047" y="204267"/>
                    </a:cubicBezTo>
                    <a:cubicBezTo>
                      <a:pt x="58247" y="171006"/>
                      <a:pt x="92640" y="117205"/>
                      <a:pt x="101076" y="57472"/>
                    </a:cubicBezTo>
                    <a:cubicBezTo>
                      <a:pt x="103579" y="39641"/>
                      <a:pt x="103853" y="21604"/>
                      <a:pt x="101830" y="3705"/>
                    </a:cubicBezTo>
                    <a:cubicBezTo>
                      <a:pt x="101521" y="1030"/>
                      <a:pt x="98915" y="-993"/>
                      <a:pt x="96275" y="516"/>
                    </a:cubicBezTo>
                    <a:cubicBezTo>
                      <a:pt x="70935" y="15158"/>
                      <a:pt x="49263" y="35732"/>
                      <a:pt x="33250" y="60249"/>
                    </a:cubicBezTo>
                    <a:cubicBezTo>
                      <a:pt x="16790" y="85521"/>
                      <a:pt x="6538" y="115216"/>
                      <a:pt x="2149" y="144980"/>
                    </a:cubicBezTo>
                    <a:cubicBezTo>
                      <a:pt x="-320" y="161679"/>
                      <a:pt x="-869" y="178549"/>
                      <a:pt x="1600" y="195317"/>
                    </a:cubicBezTo>
                    <a:cubicBezTo>
                      <a:pt x="2286" y="199981"/>
                      <a:pt x="9418" y="197992"/>
                      <a:pt x="8732" y="193329"/>
                    </a:cubicBezTo>
                    <a:lnTo>
                      <a:pt x="8732" y="193329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: 形状 58">
                <a:extLst>
                  <a:ext uri="{FF2B5EF4-FFF2-40B4-BE49-F238E27FC236}">
                    <a16:creationId xmlns:a16="http://schemas.microsoft.com/office/drawing/2014/main" id="{F0E299E4-4C29-3B38-F255-D1EF531C87D1}"/>
                  </a:ext>
                </a:extLst>
              </p:cNvPr>
              <p:cNvSpPr/>
              <p:nvPr/>
            </p:nvSpPr>
            <p:spPr>
              <a:xfrm>
                <a:off x="8753107" y="4093247"/>
                <a:ext cx="99296" cy="130619"/>
              </a:xfrm>
              <a:custGeom>
                <a:avLst/>
                <a:gdLst>
                  <a:gd name="connsiteX0" fmla="*/ 1190 w 99296"/>
                  <a:gd name="connsiteY0" fmla="*/ 6191 h 130619"/>
                  <a:gd name="connsiteX1" fmla="*/ 92539 w 99296"/>
                  <a:gd name="connsiteY1" fmla="*/ 128709 h 130619"/>
                  <a:gd name="connsiteX2" fmla="*/ 98917 w 99296"/>
                  <a:gd name="connsiteY2" fmla="*/ 124971 h 130619"/>
                  <a:gd name="connsiteX3" fmla="*/ 6437 w 99296"/>
                  <a:gd name="connsiteY3" fmla="*/ 978 h 130619"/>
                  <a:gd name="connsiteX4" fmla="*/ 1190 w 99296"/>
                  <a:gd name="connsiteY4" fmla="*/ 6191 h 130619"/>
                  <a:gd name="connsiteX5" fmla="*/ 1190 w 99296"/>
                  <a:gd name="connsiteY5" fmla="*/ 6191 h 130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296" h="130619">
                    <a:moveTo>
                      <a:pt x="1190" y="6191"/>
                    </a:moveTo>
                    <a:cubicBezTo>
                      <a:pt x="39767" y="40206"/>
                      <a:pt x="70936" y="82006"/>
                      <a:pt x="92539" y="128709"/>
                    </a:cubicBezTo>
                    <a:cubicBezTo>
                      <a:pt x="94528" y="133029"/>
                      <a:pt x="100906" y="129257"/>
                      <a:pt x="98917" y="124971"/>
                    </a:cubicBezTo>
                    <a:cubicBezTo>
                      <a:pt x="77074" y="77788"/>
                      <a:pt x="45425" y="35337"/>
                      <a:pt x="6437" y="978"/>
                    </a:cubicBezTo>
                    <a:cubicBezTo>
                      <a:pt x="2871" y="-2176"/>
                      <a:pt x="-2376" y="3036"/>
                      <a:pt x="1190" y="6191"/>
                    </a:cubicBezTo>
                    <a:lnTo>
                      <a:pt x="1190" y="6191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: 形状 59">
                <a:extLst>
                  <a:ext uri="{FF2B5EF4-FFF2-40B4-BE49-F238E27FC236}">
                    <a16:creationId xmlns:a16="http://schemas.microsoft.com/office/drawing/2014/main" id="{835176BF-461B-F9F9-EFA3-2E1AEB3D9437}"/>
                  </a:ext>
                </a:extLst>
              </p:cNvPr>
              <p:cNvSpPr/>
              <p:nvPr/>
            </p:nvSpPr>
            <p:spPr>
              <a:xfrm>
                <a:off x="8713487" y="4062840"/>
                <a:ext cx="139516" cy="157473"/>
              </a:xfrm>
              <a:custGeom>
                <a:avLst/>
                <a:gdLst>
                  <a:gd name="connsiteX0" fmla="*/ 139497 w 139516"/>
                  <a:gd name="connsiteY0" fmla="*/ 153938 h 157473"/>
                  <a:gd name="connsiteX1" fmla="*/ 127118 w 139516"/>
                  <a:gd name="connsiteY1" fmla="*/ 108160 h 157473"/>
                  <a:gd name="connsiteX2" fmla="*/ 108602 w 139516"/>
                  <a:gd name="connsiteY2" fmla="*/ 66567 h 157473"/>
                  <a:gd name="connsiteX3" fmla="*/ 48971 w 139516"/>
                  <a:gd name="connsiteY3" fmla="*/ 8925 h 157473"/>
                  <a:gd name="connsiteX4" fmla="*/ 3709 w 139516"/>
                  <a:gd name="connsiteY4" fmla="*/ 10 h 157473"/>
                  <a:gd name="connsiteX5" fmla="*/ 143 w 139516"/>
                  <a:gd name="connsiteY5" fmla="*/ 4707 h 157473"/>
                  <a:gd name="connsiteX6" fmla="*/ 92760 w 139516"/>
                  <a:gd name="connsiteY6" fmla="*/ 133089 h 157473"/>
                  <a:gd name="connsiteX7" fmla="*/ 132468 w 139516"/>
                  <a:gd name="connsiteY7" fmla="*/ 155035 h 157473"/>
                  <a:gd name="connsiteX8" fmla="*/ 136205 w 139516"/>
                  <a:gd name="connsiteY8" fmla="*/ 148657 h 157473"/>
                  <a:gd name="connsiteX9" fmla="*/ 23734 w 139516"/>
                  <a:gd name="connsiteY9" fmla="*/ 44004 h 157473"/>
                  <a:gd name="connsiteX10" fmla="*/ 7275 w 139516"/>
                  <a:gd name="connsiteY10" fmla="*/ 2719 h 157473"/>
                  <a:gd name="connsiteX11" fmla="*/ 3709 w 139516"/>
                  <a:gd name="connsiteY11" fmla="*/ 7416 h 157473"/>
                  <a:gd name="connsiteX12" fmla="*/ 74929 w 139516"/>
                  <a:gd name="connsiteY12" fmla="*/ 33785 h 157473"/>
                  <a:gd name="connsiteX13" fmla="*/ 117963 w 139516"/>
                  <a:gd name="connsiteY13" fmla="*/ 105212 h 157473"/>
                  <a:gd name="connsiteX14" fmla="*/ 132125 w 139516"/>
                  <a:gd name="connsiteY14" fmla="*/ 153938 h 157473"/>
                  <a:gd name="connsiteX15" fmla="*/ 139497 w 139516"/>
                  <a:gd name="connsiteY15" fmla="*/ 153938 h 157473"/>
                  <a:gd name="connsiteX16" fmla="*/ 139497 w 139516"/>
                  <a:gd name="connsiteY16" fmla="*/ 153938 h 157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9516" h="157473">
                    <a:moveTo>
                      <a:pt x="139497" y="153938"/>
                    </a:moveTo>
                    <a:cubicBezTo>
                      <a:pt x="138057" y="137993"/>
                      <a:pt x="133085" y="122905"/>
                      <a:pt x="127118" y="108160"/>
                    </a:cubicBezTo>
                    <a:cubicBezTo>
                      <a:pt x="121426" y="94102"/>
                      <a:pt x="115631" y="80008"/>
                      <a:pt x="108602" y="66567"/>
                    </a:cubicBezTo>
                    <a:cubicBezTo>
                      <a:pt x="95263" y="41055"/>
                      <a:pt x="75786" y="20275"/>
                      <a:pt x="48971" y="8925"/>
                    </a:cubicBezTo>
                    <a:cubicBezTo>
                      <a:pt x="34638" y="2890"/>
                      <a:pt x="19242" y="-196"/>
                      <a:pt x="3709" y="10"/>
                    </a:cubicBezTo>
                    <a:cubicBezTo>
                      <a:pt x="1343" y="44"/>
                      <a:pt x="-543" y="2342"/>
                      <a:pt x="143" y="4707"/>
                    </a:cubicBezTo>
                    <a:cubicBezTo>
                      <a:pt x="15059" y="56588"/>
                      <a:pt x="48491" y="102365"/>
                      <a:pt x="92760" y="133089"/>
                    </a:cubicBezTo>
                    <a:cubicBezTo>
                      <a:pt x="105241" y="141730"/>
                      <a:pt x="118546" y="149068"/>
                      <a:pt x="132468" y="155035"/>
                    </a:cubicBezTo>
                    <a:cubicBezTo>
                      <a:pt x="136788" y="156886"/>
                      <a:pt x="140560" y="150543"/>
                      <a:pt x="136205" y="148657"/>
                    </a:cubicBezTo>
                    <a:cubicBezTo>
                      <a:pt x="88062" y="128014"/>
                      <a:pt x="48011" y="90467"/>
                      <a:pt x="23734" y="44004"/>
                    </a:cubicBezTo>
                    <a:cubicBezTo>
                      <a:pt x="16876" y="30836"/>
                      <a:pt x="11390" y="17018"/>
                      <a:pt x="7275" y="2719"/>
                    </a:cubicBezTo>
                    <a:cubicBezTo>
                      <a:pt x="6075" y="4296"/>
                      <a:pt x="4909" y="5839"/>
                      <a:pt x="3709" y="7416"/>
                    </a:cubicBezTo>
                    <a:cubicBezTo>
                      <a:pt x="29666" y="7074"/>
                      <a:pt x="55487" y="16538"/>
                      <a:pt x="74929" y="33785"/>
                    </a:cubicBezTo>
                    <a:cubicBezTo>
                      <a:pt x="96189" y="52645"/>
                      <a:pt x="107333" y="79528"/>
                      <a:pt x="117963" y="105212"/>
                    </a:cubicBezTo>
                    <a:cubicBezTo>
                      <a:pt x="124478" y="120848"/>
                      <a:pt x="130582" y="136964"/>
                      <a:pt x="132125" y="153938"/>
                    </a:cubicBezTo>
                    <a:cubicBezTo>
                      <a:pt x="132536" y="158635"/>
                      <a:pt x="139943" y="158670"/>
                      <a:pt x="139497" y="153938"/>
                    </a:cubicBezTo>
                    <a:lnTo>
                      <a:pt x="139497" y="153938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任意多边形: 形状 60">
                <a:extLst>
                  <a:ext uri="{FF2B5EF4-FFF2-40B4-BE49-F238E27FC236}">
                    <a16:creationId xmlns:a16="http://schemas.microsoft.com/office/drawing/2014/main" id="{151531ED-4AB9-8BC9-D9B3-A8C74121B1F5}"/>
                  </a:ext>
                </a:extLst>
              </p:cNvPr>
              <p:cNvSpPr/>
              <p:nvPr/>
            </p:nvSpPr>
            <p:spPr>
              <a:xfrm>
                <a:off x="8865014" y="4170604"/>
                <a:ext cx="128010" cy="173630"/>
              </a:xfrm>
              <a:custGeom>
                <a:avLst/>
                <a:gdLst>
                  <a:gd name="connsiteX0" fmla="*/ 7756 w 128010"/>
                  <a:gd name="connsiteY0" fmla="*/ 173630 h 173630"/>
                  <a:gd name="connsiteX1" fmla="*/ 95881 w 128010"/>
                  <a:gd name="connsiteY1" fmla="*/ 40482 h 173630"/>
                  <a:gd name="connsiteX2" fmla="*/ 126948 w 128010"/>
                  <a:gd name="connsiteY2" fmla="*/ 6329 h 173630"/>
                  <a:gd name="connsiteX3" fmla="*/ 121736 w 128010"/>
                  <a:gd name="connsiteY3" fmla="*/ 1117 h 173630"/>
                  <a:gd name="connsiteX4" fmla="*/ 22809 w 128010"/>
                  <a:gd name="connsiteY4" fmla="*/ 130562 h 173630"/>
                  <a:gd name="connsiteX5" fmla="*/ 418 w 128010"/>
                  <a:gd name="connsiteY5" fmla="*/ 171744 h 173630"/>
                  <a:gd name="connsiteX6" fmla="*/ 6 w 128010"/>
                  <a:gd name="connsiteY6" fmla="*/ 173630 h 173630"/>
                  <a:gd name="connsiteX7" fmla="*/ 7756 w 128010"/>
                  <a:gd name="connsiteY7" fmla="*/ 173630 h 173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28010" h="173630">
                    <a:moveTo>
                      <a:pt x="7756" y="173630"/>
                    </a:moveTo>
                    <a:cubicBezTo>
                      <a:pt x="31793" y="126002"/>
                      <a:pt x="61351" y="81150"/>
                      <a:pt x="95881" y="40482"/>
                    </a:cubicBezTo>
                    <a:cubicBezTo>
                      <a:pt x="105825" y="28755"/>
                      <a:pt x="116215" y="17371"/>
                      <a:pt x="126948" y="6329"/>
                    </a:cubicBezTo>
                    <a:cubicBezTo>
                      <a:pt x="130274" y="2935"/>
                      <a:pt x="125027" y="-2312"/>
                      <a:pt x="121736" y="1117"/>
                    </a:cubicBezTo>
                    <a:cubicBezTo>
                      <a:pt x="83776" y="40139"/>
                      <a:pt x="50447" y="83654"/>
                      <a:pt x="22809" y="130562"/>
                    </a:cubicBezTo>
                    <a:cubicBezTo>
                      <a:pt x="14854" y="144038"/>
                      <a:pt x="7413" y="157789"/>
                      <a:pt x="418" y="171744"/>
                    </a:cubicBezTo>
                    <a:cubicBezTo>
                      <a:pt x="75" y="172396"/>
                      <a:pt x="-28" y="173013"/>
                      <a:pt x="6" y="173630"/>
                    </a:cubicBezTo>
                    <a:lnTo>
                      <a:pt x="7756" y="173630"/>
                    </a:ln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任意多边形: 形状 61">
                <a:extLst>
                  <a:ext uri="{FF2B5EF4-FFF2-40B4-BE49-F238E27FC236}">
                    <a16:creationId xmlns:a16="http://schemas.microsoft.com/office/drawing/2014/main" id="{4D6803F5-BC2C-BC4D-D054-B9D9CEB27CE4}"/>
                  </a:ext>
                </a:extLst>
              </p:cNvPr>
              <p:cNvSpPr/>
              <p:nvPr/>
            </p:nvSpPr>
            <p:spPr>
              <a:xfrm>
                <a:off x="8865980" y="4137904"/>
                <a:ext cx="166045" cy="206330"/>
              </a:xfrm>
              <a:custGeom>
                <a:avLst/>
                <a:gdLst>
                  <a:gd name="connsiteX0" fmla="*/ 0 w 166045"/>
                  <a:gd name="connsiteY0" fmla="*/ 206330 h 206330"/>
                  <a:gd name="connsiteX1" fmla="*/ 14059 w 166045"/>
                  <a:gd name="connsiteY1" fmla="*/ 206330 h 206330"/>
                  <a:gd name="connsiteX2" fmla="*/ 156911 w 166045"/>
                  <a:gd name="connsiteY2" fmla="*/ 65535 h 206330"/>
                  <a:gd name="connsiteX3" fmla="*/ 165929 w 166045"/>
                  <a:gd name="connsiteY3" fmla="*/ 3745 h 206330"/>
                  <a:gd name="connsiteX4" fmla="*/ 161231 w 166045"/>
                  <a:gd name="connsiteY4" fmla="*/ 179 h 206330"/>
                  <a:gd name="connsiteX5" fmla="*/ 14333 w 166045"/>
                  <a:gd name="connsiteY5" fmla="*/ 145225 h 206330"/>
                  <a:gd name="connsiteX6" fmla="*/ 1166 w 166045"/>
                  <a:gd name="connsiteY6" fmla="*/ 203827 h 206330"/>
                  <a:gd name="connsiteX7" fmla="*/ 0 w 166045"/>
                  <a:gd name="connsiteY7" fmla="*/ 206330 h 206330"/>
                  <a:gd name="connsiteX8" fmla="*/ 111820 w 166045"/>
                  <a:gd name="connsiteY8" fmla="*/ 32754 h 206330"/>
                  <a:gd name="connsiteX9" fmla="*/ 158625 w 166045"/>
                  <a:gd name="connsiteY9" fmla="*/ 8991 h 206330"/>
                  <a:gd name="connsiteX10" fmla="*/ 130096 w 166045"/>
                  <a:gd name="connsiteY10" fmla="*/ 105003 h 206330"/>
                  <a:gd name="connsiteX11" fmla="*/ 55584 w 166045"/>
                  <a:gd name="connsiteY11" fmla="*/ 177081 h 206330"/>
                  <a:gd name="connsiteX12" fmla="*/ 8915 w 166045"/>
                  <a:gd name="connsiteY12" fmla="*/ 200432 h 206330"/>
                  <a:gd name="connsiteX13" fmla="*/ 111820 w 166045"/>
                  <a:gd name="connsiteY13" fmla="*/ 32754 h 20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66045" h="206330">
                    <a:moveTo>
                      <a:pt x="0" y="206330"/>
                    </a:moveTo>
                    <a:lnTo>
                      <a:pt x="14059" y="206330"/>
                    </a:lnTo>
                    <a:cubicBezTo>
                      <a:pt x="77872" y="179927"/>
                      <a:pt x="134520" y="132812"/>
                      <a:pt x="156911" y="65535"/>
                    </a:cubicBezTo>
                    <a:cubicBezTo>
                      <a:pt x="163494" y="45682"/>
                      <a:pt x="166718" y="24696"/>
                      <a:pt x="165929" y="3745"/>
                    </a:cubicBezTo>
                    <a:cubicBezTo>
                      <a:pt x="165826" y="1516"/>
                      <a:pt x="163597" y="-644"/>
                      <a:pt x="161231" y="179"/>
                    </a:cubicBezTo>
                    <a:cubicBezTo>
                      <a:pt x="93337" y="23907"/>
                      <a:pt x="38919" y="77503"/>
                      <a:pt x="14333" y="145225"/>
                    </a:cubicBezTo>
                    <a:cubicBezTo>
                      <a:pt x="7475" y="164119"/>
                      <a:pt x="3154" y="183836"/>
                      <a:pt x="1166" y="203827"/>
                    </a:cubicBezTo>
                    <a:cubicBezTo>
                      <a:pt x="445" y="204513"/>
                      <a:pt x="68" y="205404"/>
                      <a:pt x="0" y="206330"/>
                    </a:cubicBezTo>
                    <a:close/>
                    <a:moveTo>
                      <a:pt x="111820" y="32754"/>
                    </a:moveTo>
                    <a:cubicBezTo>
                      <a:pt x="126461" y="23119"/>
                      <a:pt x="142166" y="15129"/>
                      <a:pt x="158625" y="8991"/>
                    </a:cubicBezTo>
                    <a:cubicBezTo>
                      <a:pt x="158762" y="43007"/>
                      <a:pt x="148133" y="76268"/>
                      <a:pt x="130096" y="105003"/>
                    </a:cubicBezTo>
                    <a:cubicBezTo>
                      <a:pt x="111511" y="134630"/>
                      <a:pt x="85211" y="158770"/>
                      <a:pt x="55584" y="177081"/>
                    </a:cubicBezTo>
                    <a:cubicBezTo>
                      <a:pt x="40770" y="186236"/>
                      <a:pt x="25066" y="193952"/>
                      <a:pt x="8915" y="200432"/>
                    </a:cubicBezTo>
                    <a:cubicBezTo>
                      <a:pt x="16733" y="132607"/>
                      <a:pt x="54727" y="70336"/>
                      <a:pt x="111820" y="32754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BEF03715-6F1E-4708-EEFC-E9E57DA96D9A}"/>
                  </a:ext>
                </a:extLst>
              </p:cNvPr>
              <p:cNvSpPr/>
              <p:nvPr/>
            </p:nvSpPr>
            <p:spPr>
              <a:xfrm>
                <a:off x="8710584" y="4213086"/>
                <a:ext cx="161533" cy="131148"/>
              </a:xfrm>
              <a:custGeom>
                <a:avLst/>
                <a:gdLst>
                  <a:gd name="connsiteX0" fmla="*/ 1742 w 161533"/>
                  <a:gd name="connsiteY0" fmla="*/ 6950 h 131148"/>
                  <a:gd name="connsiteX1" fmla="*/ 125495 w 161533"/>
                  <a:gd name="connsiteY1" fmla="*/ 97544 h 131148"/>
                  <a:gd name="connsiteX2" fmla="*/ 154436 w 161533"/>
                  <a:gd name="connsiteY2" fmla="*/ 130462 h 131148"/>
                  <a:gd name="connsiteX3" fmla="*/ 155053 w 161533"/>
                  <a:gd name="connsiteY3" fmla="*/ 131148 h 131148"/>
                  <a:gd name="connsiteX4" fmla="*/ 160162 w 161533"/>
                  <a:gd name="connsiteY4" fmla="*/ 131148 h 131148"/>
                  <a:gd name="connsiteX5" fmla="*/ 160814 w 161533"/>
                  <a:gd name="connsiteY5" fmla="*/ 126725 h 131148"/>
                  <a:gd name="connsiteX6" fmla="*/ 43644 w 161533"/>
                  <a:gd name="connsiteY6" fmla="*/ 24746 h 131148"/>
                  <a:gd name="connsiteX7" fmla="*/ 5480 w 161533"/>
                  <a:gd name="connsiteY7" fmla="*/ 572 h 131148"/>
                  <a:gd name="connsiteX8" fmla="*/ 1742 w 161533"/>
                  <a:gd name="connsiteY8" fmla="*/ 6950 h 1311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1533" h="131148">
                    <a:moveTo>
                      <a:pt x="1742" y="6950"/>
                    </a:moveTo>
                    <a:cubicBezTo>
                      <a:pt x="45119" y="34004"/>
                      <a:pt x="88976" y="61402"/>
                      <a:pt x="125495" y="97544"/>
                    </a:cubicBezTo>
                    <a:cubicBezTo>
                      <a:pt x="135885" y="107831"/>
                      <a:pt x="145623" y="118770"/>
                      <a:pt x="154436" y="130462"/>
                    </a:cubicBezTo>
                    <a:cubicBezTo>
                      <a:pt x="154607" y="130737"/>
                      <a:pt x="154847" y="130942"/>
                      <a:pt x="155053" y="131148"/>
                    </a:cubicBezTo>
                    <a:lnTo>
                      <a:pt x="160162" y="131148"/>
                    </a:lnTo>
                    <a:cubicBezTo>
                      <a:pt x="161499" y="130154"/>
                      <a:pt x="162117" y="128439"/>
                      <a:pt x="160814" y="126725"/>
                    </a:cubicBezTo>
                    <a:cubicBezTo>
                      <a:pt x="129301" y="84857"/>
                      <a:pt x="87193" y="53139"/>
                      <a:pt x="43644" y="24746"/>
                    </a:cubicBezTo>
                    <a:cubicBezTo>
                      <a:pt x="31026" y="16517"/>
                      <a:pt x="18270" y="8562"/>
                      <a:pt x="5480" y="572"/>
                    </a:cubicBezTo>
                    <a:cubicBezTo>
                      <a:pt x="1434" y="-1931"/>
                      <a:pt x="-2304" y="4446"/>
                      <a:pt x="1742" y="6950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8" name="任意多边形: 形状 447">
                <a:extLst>
                  <a:ext uri="{FF2B5EF4-FFF2-40B4-BE49-F238E27FC236}">
                    <a16:creationId xmlns:a16="http://schemas.microsoft.com/office/drawing/2014/main" id="{100D70AE-1E4E-A9CC-D362-1C17D12A2A7F}"/>
                  </a:ext>
                </a:extLst>
              </p:cNvPr>
              <p:cNvSpPr/>
              <p:nvPr/>
            </p:nvSpPr>
            <p:spPr>
              <a:xfrm>
                <a:off x="8663191" y="4182281"/>
                <a:ext cx="210333" cy="161952"/>
              </a:xfrm>
              <a:custGeom>
                <a:avLst/>
                <a:gdLst>
                  <a:gd name="connsiteX0" fmla="*/ 52668 w 210333"/>
                  <a:gd name="connsiteY0" fmla="*/ 90013 h 161952"/>
                  <a:gd name="connsiteX1" fmla="*/ 141033 w 210333"/>
                  <a:gd name="connsiteY1" fmla="*/ 146180 h 161952"/>
                  <a:gd name="connsiteX2" fmla="*/ 191611 w 210333"/>
                  <a:gd name="connsiteY2" fmla="*/ 161953 h 161952"/>
                  <a:gd name="connsiteX3" fmla="*/ 210333 w 210333"/>
                  <a:gd name="connsiteY3" fmla="*/ 161953 h 161952"/>
                  <a:gd name="connsiteX4" fmla="*/ 207727 w 210333"/>
                  <a:gd name="connsiteY4" fmla="*/ 158626 h 161952"/>
                  <a:gd name="connsiteX5" fmla="*/ 207144 w 210333"/>
                  <a:gd name="connsiteY5" fmla="*/ 158490 h 161952"/>
                  <a:gd name="connsiteX6" fmla="*/ 207658 w 210333"/>
                  <a:gd name="connsiteY6" fmla="*/ 154340 h 161952"/>
                  <a:gd name="connsiteX7" fmla="*/ 147411 w 210333"/>
                  <a:gd name="connsiteY7" fmla="*/ 59185 h 161952"/>
                  <a:gd name="connsiteX8" fmla="*/ 60829 w 210333"/>
                  <a:gd name="connsiteY8" fmla="*/ 8128 h 161952"/>
                  <a:gd name="connsiteX9" fmla="*/ 3736 w 210333"/>
                  <a:gd name="connsiteY9" fmla="*/ 1 h 161952"/>
                  <a:gd name="connsiteX10" fmla="*/ 170 w 210333"/>
                  <a:gd name="connsiteY10" fmla="*/ 4665 h 161952"/>
                  <a:gd name="connsiteX11" fmla="*/ 52668 w 210333"/>
                  <a:gd name="connsiteY11" fmla="*/ 90013 h 161952"/>
                  <a:gd name="connsiteX12" fmla="*/ 98514 w 210333"/>
                  <a:gd name="connsiteY12" fmla="*/ 31788 h 161952"/>
                  <a:gd name="connsiteX13" fmla="*/ 171654 w 210333"/>
                  <a:gd name="connsiteY13" fmla="*/ 102014 h 161952"/>
                  <a:gd name="connsiteX14" fmla="*/ 200629 w 210333"/>
                  <a:gd name="connsiteY14" fmla="*/ 156741 h 161952"/>
                  <a:gd name="connsiteX15" fmla="*/ 101291 w 210333"/>
                  <a:gd name="connsiteY15" fmla="*/ 119262 h 161952"/>
                  <a:gd name="connsiteX16" fmla="*/ 31442 w 210333"/>
                  <a:gd name="connsiteY16" fmla="*/ 51916 h 161952"/>
                  <a:gd name="connsiteX17" fmla="*/ 9017 w 210333"/>
                  <a:gd name="connsiteY17" fmla="*/ 7442 h 161952"/>
                  <a:gd name="connsiteX18" fmla="*/ 98514 w 210333"/>
                  <a:gd name="connsiteY18" fmla="*/ 31788 h 161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10333" h="161952">
                    <a:moveTo>
                      <a:pt x="52668" y="90013"/>
                    </a:moveTo>
                    <a:cubicBezTo>
                      <a:pt x="77528" y="115524"/>
                      <a:pt x="107806" y="133732"/>
                      <a:pt x="141033" y="146180"/>
                    </a:cubicBezTo>
                    <a:cubicBezTo>
                      <a:pt x="157595" y="152386"/>
                      <a:pt x="174569" y="157289"/>
                      <a:pt x="191611" y="161953"/>
                    </a:cubicBezTo>
                    <a:lnTo>
                      <a:pt x="210333" y="161953"/>
                    </a:lnTo>
                    <a:cubicBezTo>
                      <a:pt x="210333" y="160513"/>
                      <a:pt x="209545" y="159107"/>
                      <a:pt x="207727" y="158626"/>
                    </a:cubicBezTo>
                    <a:cubicBezTo>
                      <a:pt x="207556" y="158593"/>
                      <a:pt x="207350" y="158524"/>
                      <a:pt x="207144" y="158490"/>
                    </a:cubicBezTo>
                    <a:cubicBezTo>
                      <a:pt x="208036" y="157426"/>
                      <a:pt x="208413" y="155918"/>
                      <a:pt x="207658" y="154340"/>
                    </a:cubicBezTo>
                    <a:cubicBezTo>
                      <a:pt x="191302" y="120462"/>
                      <a:pt x="174397" y="86069"/>
                      <a:pt x="147411" y="59185"/>
                    </a:cubicBezTo>
                    <a:cubicBezTo>
                      <a:pt x="123408" y="35285"/>
                      <a:pt x="93267" y="17695"/>
                      <a:pt x="60829" y="8128"/>
                    </a:cubicBezTo>
                    <a:cubicBezTo>
                      <a:pt x="42347" y="2676"/>
                      <a:pt x="23041" y="-67"/>
                      <a:pt x="3736" y="1"/>
                    </a:cubicBezTo>
                    <a:cubicBezTo>
                      <a:pt x="1473" y="1"/>
                      <a:pt x="-619" y="2367"/>
                      <a:pt x="170" y="4665"/>
                    </a:cubicBezTo>
                    <a:cubicBezTo>
                      <a:pt x="11074" y="36588"/>
                      <a:pt x="29111" y="65872"/>
                      <a:pt x="52668" y="90013"/>
                    </a:cubicBezTo>
                    <a:close/>
                    <a:moveTo>
                      <a:pt x="98514" y="31788"/>
                    </a:moveTo>
                    <a:cubicBezTo>
                      <a:pt x="128860" y="48487"/>
                      <a:pt x="153343" y="72730"/>
                      <a:pt x="171654" y="102014"/>
                    </a:cubicBezTo>
                    <a:cubicBezTo>
                      <a:pt x="182627" y="119536"/>
                      <a:pt x="191679" y="138155"/>
                      <a:pt x="200629" y="156741"/>
                    </a:cubicBezTo>
                    <a:cubicBezTo>
                      <a:pt x="166373" y="147516"/>
                      <a:pt x="131878" y="137641"/>
                      <a:pt x="101291" y="119262"/>
                    </a:cubicBezTo>
                    <a:cubicBezTo>
                      <a:pt x="73345" y="102425"/>
                      <a:pt x="49342" y="79177"/>
                      <a:pt x="31442" y="51916"/>
                    </a:cubicBezTo>
                    <a:cubicBezTo>
                      <a:pt x="22287" y="37994"/>
                      <a:pt x="14743" y="23078"/>
                      <a:pt x="9017" y="7442"/>
                    </a:cubicBezTo>
                    <a:cubicBezTo>
                      <a:pt x="40289" y="8231"/>
                      <a:pt x="71116" y="16700"/>
                      <a:pt x="98514" y="31788"/>
                    </a:cubicBezTo>
                    <a:close/>
                  </a:path>
                </a:pathLst>
              </a:custGeom>
              <a:grpFill/>
              <a:ln w="342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456" name="任意多边形: 形状 455">
            <a:extLst>
              <a:ext uri="{FF2B5EF4-FFF2-40B4-BE49-F238E27FC236}">
                <a16:creationId xmlns:a16="http://schemas.microsoft.com/office/drawing/2014/main" id="{DC03F547-528A-2F15-70B2-A057E82709C9}"/>
              </a:ext>
            </a:extLst>
          </p:cNvPr>
          <p:cNvSpPr/>
          <p:nvPr userDrawn="1"/>
        </p:nvSpPr>
        <p:spPr>
          <a:xfrm rot="609454">
            <a:off x="5578941" y="-168487"/>
            <a:ext cx="2453783" cy="1407919"/>
          </a:xfrm>
          <a:custGeom>
            <a:avLst/>
            <a:gdLst>
              <a:gd name="connsiteX0" fmla="*/ 640469 w 1313387"/>
              <a:gd name="connsiteY0" fmla="*/ 327161 h 753588"/>
              <a:gd name="connsiteX1" fmla="*/ 651647 w 1313387"/>
              <a:gd name="connsiteY1" fmla="*/ 374996 h 753588"/>
              <a:gd name="connsiteX2" fmla="*/ 685492 w 1313387"/>
              <a:gd name="connsiteY2" fmla="*/ 418030 h 753588"/>
              <a:gd name="connsiteX3" fmla="*/ 739258 w 1313387"/>
              <a:gd name="connsiteY3" fmla="*/ 553578 h 753588"/>
              <a:gd name="connsiteX4" fmla="*/ 835339 w 1313387"/>
              <a:gd name="connsiteY4" fmla="*/ 638172 h 753588"/>
              <a:gd name="connsiteX5" fmla="*/ 882008 w 1313387"/>
              <a:gd name="connsiteY5" fmla="*/ 651853 h 753588"/>
              <a:gd name="connsiteX6" fmla="*/ 910365 w 1313387"/>
              <a:gd name="connsiteY6" fmla="*/ 695882 h 753588"/>
              <a:gd name="connsiteX7" fmla="*/ 943455 w 1313387"/>
              <a:gd name="connsiteY7" fmla="*/ 737887 h 753588"/>
              <a:gd name="connsiteX8" fmla="*/ 982820 w 1313387"/>
              <a:gd name="connsiteY8" fmla="*/ 752769 h 753588"/>
              <a:gd name="connsiteX9" fmla="*/ 982717 w 1313387"/>
              <a:gd name="connsiteY9" fmla="*/ 750677 h 753588"/>
              <a:gd name="connsiteX10" fmla="*/ 934506 w 1313387"/>
              <a:gd name="connsiteY10" fmla="*/ 636457 h 753588"/>
              <a:gd name="connsiteX11" fmla="*/ 889277 w 1313387"/>
              <a:gd name="connsiteY11" fmla="*/ 506224 h 753588"/>
              <a:gd name="connsiteX12" fmla="*/ 810547 w 1313387"/>
              <a:gd name="connsiteY12" fmla="*/ 434901 h 753588"/>
              <a:gd name="connsiteX13" fmla="*/ 724753 w 1313387"/>
              <a:gd name="connsiteY13" fmla="*/ 359120 h 753588"/>
              <a:gd name="connsiteX14" fmla="*/ 720467 w 1313387"/>
              <a:gd name="connsiteY14" fmla="*/ 355177 h 753588"/>
              <a:gd name="connsiteX15" fmla="*/ 779412 w 1313387"/>
              <a:gd name="connsiteY15" fmla="*/ 378151 h 753588"/>
              <a:gd name="connsiteX16" fmla="*/ 941089 w 1313387"/>
              <a:gd name="connsiteY16" fmla="*/ 445428 h 753588"/>
              <a:gd name="connsiteX17" fmla="*/ 978397 w 1313387"/>
              <a:gd name="connsiteY17" fmla="*/ 459110 h 753588"/>
              <a:gd name="connsiteX18" fmla="*/ 1036210 w 1313387"/>
              <a:gd name="connsiteY18" fmla="*/ 572712 h 753588"/>
              <a:gd name="connsiteX19" fmla="*/ 1178959 w 1313387"/>
              <a:gd name="connsiteY19" fmla="*/ 586565 h 753588"/>
              <a:gd name="connsiteX20" fmla="*/ 1233206 w 1313387"/>
              <a:gd name="connsiteY20" fmla="*/ 632308 h 753588"/>
              <a:gd name="connsiteX21" fmla="*/ 1298802 w 1313387"/>
              <a:gd name="connsiteY21" fmla="*/ 628982 h 753588"/>
              <a:gd name="connsiteX22" fmla="*/ 1312553 w 1313387"/>
              <a:gd name="connsiteY22" fmla="*/ 617015 h 753588"/>
              <a:gd name="connsiteX23" fmla="*/ 1305009 w 1313387"/>
              <a:gd name="connsiteY23" fmla="*/ 608957 h 753588"/>
              <a:gd name="connsiteX24" fmla="*/ 1280663 w 1313387"/>
              <a:gd name="connsiteY24" fmla="*/ 580770 h 753588"/>
              <a:gd name="connsiteX25" fmla="*/ 1234680 w 1313387"/>
              <a:gd name="connsiteY25" fmla="*/ 503687 h 753588"/>
              <a:gd name="connsiteX26" fmla="*/ 1159311 w 1313387"/>
              <a:gd name="connsiteY26" fmla="*/ 441690 h 753588"/>
              <a:gd name="connsiteX27" fmla="*/ 1096937 w 1313387"/>
              <a:gd name="connsiteY27" fmla="*/ 441142 h 753588"/>
              <a:gd name="connsiteX28" fmla="*/ 1022631 w 1313387"/>
              <a:gd name="connsiteY28" fmla="*/ 446079 h 753588"/>
              <a:gd name="connsiteX29" fmla="*/ 987483 w 1313387"/>
              <a:gd name="connsiteY29" fmla="*/ 451017 h 753588"/>
              <a:gd name="connsiteX30" fmla="*/ 926413 w 1313387"/>
              <a:gd name="connsiteY30" fmla="*/ 424545 h 753588"/>
              <a:gd name="connsiteX31" fmla="*/ 840105 w 1313387"/>
              <a:gd name="connsiteY31" fmla="*/ 386209 h 753588"/>
              <a:gd name="connsiteX32" fmla="*/ 856290 w 1313387"/>
              <a:gd name="connsiteY32" fmla="*/ 390770 h 753588"/>
              <a:gd name="connsiteX33" fmla="*/ 899701 w 1313387"/>
              <a:gd name="connsiteY33" fmla="*/ 404348 h 753588"/>
              <a:gd name="connsiteX34" fmla="*/ 1060384 w 1313387"/>
              <a:gd name="connsiteY34" fmla="*/ 381648 h 753588"/>
              <a:gd name="connsiteX35" fmla="*/ 1126838 w 1313387"/>
              <a:gd name="connsiteY35" fmla="*/ 346947 h 753588"/>
              <a:gd name="connsiteX36" fmla="*/ 1184342 w 1313387"/>
              <a:gd name="connsiteY36" fmla="*/ 352639 h 753588"/>
              <a:gd name="connsiteX37" fmla="*/ 1173781 w 1313387"/>
              <a:gd name="connsiteY37" fmla="*/ 348147 h 753588"/>
              <a:gd name="connsiteX38" fmla="*/ 1116002 w 1313387"/>
              <a:gd name="connsiteY38" fmla="*/ 317800 h 753588"/>
              <a:gd name="connsiteX39" fmla="*/ 1056887 w 1313387"/>
              <a:gd name="connsiteY39" fmla="*/ 291671 h 753588"/>
              <a:gd name="connsiteX40" fmla="*/ 971024 w 1313387"/>
              <a:gd name="connsiteY40" fmla="*/ 312382 h 753588"/>
              <a:gd name="connsiteX41" fmla="*/ 838631 w 1313387"/>
              <a:gd name="connsiteY41" fmla="*/ 385523 h 753588"/>
              <a:gd name="connsiteX42" fmla="*/ 806364 w 1313387"/>
              <a:gd name="connsiteY42" fmla="*/ 369578 h 753588"/>
              <a:gd name="connsiteX43" fmla="*/ 598841 w 1313387"/>
              <a:gd name="connsiteY43" fmla="*/ 297055 h 753588"/>
              <a:gd name="connsiteX44" fmla="*/ 589239 w 1313387"/>
              <a:gd name="connsiteY44" fmla="*/ 293900 h 753588"/>
              <a:gd name="connsiteX45" fmla="*/ 598464 w 1313387"/>
              <a:gd name="connsiteY45" fmla="*/ 295992 h 753588"/>
              <a:gd name="connsiteX46" fmla="*/ 773720 w 1313387"/>
              <a:gd name="connsiteY46" fmla="*/ 262079 h 753588"/>
              <a:gd name="connsiteX47" fmla="*/ 851009 w 1313387"/>
              <a:gd name="connsiteY47" fmla="*/ 197923 h 753588"/>
              <a:gd name="connsiteX48" fmla="*/ 935877 w 1313387"/>
              <a:gd name="connsiteY48" fmla="*/ 175223 h 753588"/>
              <a:gd name="connsiteX49" fmla="*/ 934300 w 1313387"/>
              <a:gd name="connsiteY49" fmla="*/ 174194 h 753588"/>
              <a:gd name="connsiteX50" fmla="*/ 856496 w 1313387"/>
              <a:gd name="connsiteY50" fmla="*/ 147345 h 753588"/>
              <a:gd name="connsiteX51" fmla="*/ 768645 w 1313387"/>
              <a:gd name="connsiteY51" fmla="*/ 153723 h 753588"/>
              <a:gd name="connsiteX52" fmla="*/ 689435 w 1313387"/>
              <a:gd name="connsiteY52" fmla="*/ 208107 h 753588"/>
              <a:gd name="connsiteX53" fmla="*/ 603950 w 1313387"/>
              <a:gd name="connsiteY53" fmla="*/ 265920 h 753588"/>
              <a:gd name="connsiteX54" fmla="*/ 568425 w 1313387"/>
              <a:gd name="connsiteY54" fmla="*/ 273909 h 753588"/>
              <a:gd name="connsiteX55" fmla="*/ 534101 w 1313387"/>
              <a:gd name="connsiteY55" fmla="*/ 275795 h 753588"/>
              <a:gd name="connsiteX56" fmla="*/ 411994 w 1313387"/>
              <a:gd name="connsiteY56" fmla="*/ 242054 h 753588"/>
              <a:gd name="connsiteX57" fmla="*/ 372629 w 1313387"/>
              <a:gd name="connsiteY57" fmla="*/ 223297 h 753588"/>
              <a:gd name="connsiteX58" fmla="*/ 463155 w 1313387"/>
              <a:gd name="connsiteY58" fmla="*/ 204438 h 753588"/>
              <a:gd name="connsiteX59" fmla="*/ 535541 w 1313387"/>
              <a:gd name="connsiteY59" fmla="*/ 144087 h 753588"/>
              <a:gd name="connsiteX60" fmla="*/ 606110 w 1313387"/>
              <a:gd name="connsiteY60" fmla="*/ 50956 h 753588"/>
              <a:gd name="connsiteX61" fmla="*/ 700339 w 1313387"/>
              <a:gd name="connsiteY61" fmla="*/ 20918 h 753588"/>
              <a:gd name="connsiteX62" fmla="*/ 694613 w 1313387"/>
              <a:gd name="connsiteY62" fmla="*/ 18311 h 753588"/>
              <a:gd name="connsiteX63" fmla="*/ 600144 w 1313387"/>
              <a:gd name="connsiteY63" fmla="*/ 1 h 753588"/>
              <a:gd name="connsiteX64" fmla="*/ 429071 w 1313387"/>
              <a:gd name="connsiteY64" fmla="*/ 92241 h 753588"/>
              <a:gd name="connsiteX65" fmla="*/ 368858 w 1313387"/>
              <a:gd name="connsiteY65" fmla="*/ 162570 h 753588"/>
              <a:gd name="connsiteX66" fmla="*/ 324658 w 1313387"/>
              <a:gd name="connsiteY66" fmla="*/ 194562 h 753588"/>
              <a:gd name="connsiteX67" fmla="*/ 310633 w 1313387"/>
              <a:gd name="connsiteY67" fmla="*/ 204609 h 753588"/>
              <a:gd name="connsiteX68" fmla="*/ 238213 w 1313387"/>
              <a:gd name="connsiteY68" fmla="*/ 190790 h 753588"/>
              <a:gd name="connsiteX69" fmla="*/ 6481 w 1313387"/>
              <a:gd name="connsiteY69" fmla="*/ 133423 h 753588"/>
              <a:gd name="connsiteX70" fmla="*/ 0 w 1313387"/>
              <a:gd name="connsiteY70" fmla="*/ 147105 h 753588"/>
              <a:gd name="connsiteX71" fmla="*/ 93200 w 1313387"/>
              <a:gd name="connsiteY71" fmla="*/ 168365 h 753588"/>
              <a:gd name="connsiteX72" fmla="*/ 147893 w 1313387"/>
              <a:gd name="connsiteY72" fmla="*/ 183349 h 753588"/>
              <a:gd name="connsiteX73" fmla="*/ 192744 w 1313387"/>
              <a:gd name="connsiteY73" fmla="*/ 225320 h 753588"/>
              <a:gd name="connsiteX74" fmla="*/ 208895 w 1313387"/>
              <a:gd name="connsiteY74" fmla="*/ 270960 h 753588"/>
              <a:gd name="connsiteX75" fmla="*/ 221994 w 1313387"/>
              <a:gd name="connsiteY75" fmla="*/ 336283 h 753588"/>
              <a:gd name="connsiteX76" fmla="*/ 256661 w 1313387"/>
              <a:gd name="connsiteY76" fmla="*/ 466070 h 753588"/>
              <a:gd name="connsiteX77" fmla="*/ 318897 w 1313387"/>
              <a:gd name="connsiteY77" fmla="*/ 541200 h 753588"/>
              <a:gd name="connsiteX78" fmla="*/ 401022 w 1313387"/>
              <a:gd name="connsiteY78" fmla="*/ 603368 h 753588"/>
              <a:gd name="connsiteX79" fmla="*/ 406096 w 1313387"/>
              <a:gd name="connsiteY79" fmla="*/ 603128 h 753588"/>
              <a:gd name="connsiteX80" fmla="*/ 387923 w 1313387"/>
              <a:gd name="connsiteY80" fmla="*/ 545040 h 753588"/>
              <a:gd name="connsiteX81" fmla="*/ 379419 w 1313387"/>
              <a:gd name="connsiteY81" fmla="*/ 481775 h 753588"/>
              <a:gd name="connsiteX82" fmla="*/ 308164 w 1313387"/>
              <a:gd name="connsiteY82" fmla="*/ 293695 h 753588"/>
              <a:gd name="connsiteX83" fmla="*/ 205020 w 1313387"/>
              <a:gd name="connsiteY83" fmla="*/ 198986 h 753588"/>
              <a:gd name="connsiteX84" fmla="*/ 246168 w 1313387"/>
              <a:gd name="connsiteY84" fmla="*/ 210267 h 753588"/>
              <a:gd name="connsiteX85" fmla="*/ 355553 w 1313387"/>
              <a:gd name="connsiteY85" fmla="*/ 244934 h 753588"/>
              <a:gd name="connsiteX86" fmla="*/ 372047 w 1313387"/>
              <a:gd name="connsiteY86" fmla="*/ 275658 h 753588"/>
              <a:gd name="connsiteX87" fmla="*/ 410143 w 1313387"/>
              <a:gd name="connsiteY87" fmla="*/ 302198 h 753588"/>
              <a:gd name="connsiteX88" fmla="*/ 432225 w 1313387"/>
              <a:gd name="connsiteY88" fmla="*/ 357954 h 753588"/>
              <a:gd name="connsiteX89" fmla="*/ 447107 w 1313387"/>
              <a:gd name="connsiteY89" fmla="*/ 425368 h 753588"/>
              <a:gd name="connsiteX90" fmla="*/ 512636 w 1313387"/>
              <a:gd name="connsiteY90" fmla="*/ 580530 h 753588"/>
              <a:gd name="connsiteX91" fmla="*/ 575866 w 1313387"/>
              <a:gd name="connsiteY91" fmla="*/ 606488 h 753588"/>
              <a:gd name="connsiteX92" fmla="*/ 627953 w 1313387"/>
              <a:gd name="connsiteY92" fmla="*/ 624181 h 753588"/>
              <a:gd name="connsiteX93" fmla="*/ 731611 w 1313387"/>
              <a:gd name="connsiteY93" fmla="*/ 704695 h 753588"/>
              <a:gd name="connsiteX94" fmla="*/ 736035 w 1313387"/>
              <a:gd name="connsiteY94" fmla="*/ 705277 h 753588"/>
              <a:gd name="connsiteX95" fmla="*/ 712443 w 1313387"/>
              <a:gd name="connsiteY95" fmla="*/ 639166 h 753588"/>
              <a:gd name="connsiteX96" fmla="*/ 690703 w 1313387"/>
              <a:gd name="connsiteY96" fmla="*/ 577204 h 753588"/>
              <a:gd name="connsiteX97" fmla="*/ 629633 w 1313387"/>
              <a:gd name="connsiteY97" fmla="*/ 461647 h 753588"/>
              <a:gd name="connsiteX98" fmla="*/ 559716 w 1313387"/>
              <a:gd name="connsiteY98" fmla="*/ 380140 h 753588"/>
              <a:gd name="connsiteX99" fmla="*/ 488530 w 1313387"/>
              <a:gd name="connsiteY99" fmla="*/ 304016 h 753588"/>
              <a:gd name="connsiteX100" fmla="*/ 455200 w 1313387"/>
              <a:gd name="connsiteY100" fmla="*/ 274115 h 753588"/>
              <a:gd name="connsiteX101" fmla="*/ 569797 w 1313387"/>
              <a:gd name="connsiteY101" fmla="*/ 307342 h 753588"/>
              <a:gd name="connsiteX102" fmla="*/ 640469 w 1313387"/>
              <a:gd name="connsiteY102" fmla="*/ 327161 h 753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</a:cxnLst>
            <a:rect l="l" t="t" r="r" b="b"/>
            <a:pathLst>
              <a:path w="1313387" h="753588">
                <a:moveTo>
                  <a:pt x="640469" y="327161"/>
                </a:moveTo>
                <a:cubicBezTo>
                  <a:pt x="637348" y="341186"/>
                  <a:pt x="643932" y="360148"/>
                  <a:pt x="651647" y="374996"/>
                </a:cubicBezTo>
                <a:cubicBezTo>
                  <a:pt x="660597" y="392244"/>
                  <a:pt x="677399" y="400508"/>
                  <a:pt x="685492" y="418030"/>
                </a:cubicBezTo>
                <a:cubicBezTo>
                  <a:pt x="705723" y="461818"/>
                  <a:pt x="714741" y="512602"/>
                  <a:pt x="739258" y="553578"/>
                </a:cubicBezTo>
                <a:cubicBezTo>
                  <a:pt x="761204" y="590200"/>
                  <a:pt x="797483" y="625450"/>
                  <a:pt x="835339" y="638172"/>
                </a:cubicBezTo>
                <a:cubicBezTo>
                  <a:pt x="850358" y="643213"/>
                  <a:pt x="868600" y="642561"/>
                  <a:pt x="882008" y="651853"/>
                </a:cubicBezTo>
                <a:cubicBezTo>
                  <a:pt x="896341" y="661798"/>
                  <a:pt x="902238" y="680177"/>
                  <a:pt x="910365" y="695882"/>
                </a:cubicBezTo>
                <a:cubicBezTo>
                  <a:pt x="919452" y="713473"/>
                  <a:pt x="927613" y="727909"/>
                  <a:pt x="943455" y="737887"/>
                </a:cubicBezTo>
                <a:cubicBezTo>
                  <a:pt x="953262" y="744059"/>
                  <a:pt x="971916" y="756952"/>
                  <a:pt x="982820" y="752769"/>
                </a:cubicBezTo>
                <a:cubicBezTo>
                  <a:pt x="982786" y="752083"/>
                  <a:pt x="982752" y="751397"/>
                  <a:pt x="982717" y="750677"/>
                </a:cubicBezTo>
                <a:cubicBezTo>
                  <a:pt x="980660" y="711964"/>
                  <a:pt x="948701" y="670027"/>
                  <a:pt x="934506" y="636457"/>
                </a:cubicBezTo>
                <a:cubicBezTo>
                  <a:pt x="916812" y="594555"/>
                  <a:pt x="913863" y="543497"/>
                  <a:pt x="889277" y="506224"/>
                </a:cubicBezTo>
                <a:cubicBezTo>
                  <a:pt x="866474" y="471660"/>
                  <a:pt x="844151" y="453315"/>
                  <a:pt x="810547" y="434901"/>
                </a:cubicBezTo>
                <a:cubicBezTo>
                  <a:pt x="777389" y="416727"/>
                  <a:pt x="752460" y="386415"/>
                  <a:pt x="724753" y="359120"/>
                </a:cubicBezTo>
                <a:cubicBezTo>
                  <a:pt x="723450" y="357851"/>
                  <a:pt x="722010" y="356514"/>
                  <a:pt x="720467" y="355177"/>
                </a:cubicBezTo>
                <a:cubicBezTo>
                  <a:pt x="742961" y="364092"/>
                  <a:pt x="767547" y="373727"/>
                  <a:pt x="779412" y="378151"/>
                </a:cubicBezTo>
                <a:cubicBezTo>
                  <a:pt x="804341" y="387409"/>
                  <a:pt x="941089" y="445428"/>
                  <a:pt x="941089" y="445428"/>
                </a:cubicBezTo>
                <a:lnTo>
                  <a:pt x="978397" y="459110"/>
                </a:lnTo>
                <a:cubicBezTo>
                  <a:pt x="983712" y="498234"/>
                  <a:pt x="1011932" y="540548"/>
                  <a:pt x="1036210" y="572712"/>
                </a:cubicBezTo>
                <a:cubicBezTo>
                  <a:pt x="1075986" y="625450"/>
                  <a:pt x="1132187" y="555396"/>
                  <a:pt x="1178959" y="586565"/>
                </a:cubicBezTo>
                <a:cubicBezTo>
                  <a:pt x="1198573" y="599630"/>
                  <a:pt x="1210368" y="626616"/>
                  <a:pt x="1233206" y="632308"/>
                </a:cubicBezTo>
                <a:cubicBezTo>
                  <a:pt x="1253334" y="637349"/>
                  <a:pt x="1279188" y="636457"/>
                  <a:pt x="1298802" y="628982"/>
                </a:cubicBezTo>
                <a:cubicBezTo>
                  <a:pt x="1311558" y="624113"/>
                  <a:pt x="1315262" y="621576"/>
                  <a:pt x="1312553" y="617015"/>
                </a:cubicBezTo>
                <a:cubicBezTo>
                  <a:pt x="1311318" y="614889"/>
                  <a:pt x="1308712" y="612352"/>
                  <a:pt x="1305009" y="608957"/>
                </a:cubicBezTo>
                <a:cubicBezTo>
                  <a:pt x="1296162" y="600796"/>
                  <a:pt x="1287727" y="590886"/>
                  <a:pt x="1280663" y="580770"/>
                </a:cubicBezTo>
                <a:cubicBezTo>
                  <a:pt x="1263827" y="556733"/>
                  <a:pt x="1252099" y="527690"/>
                  <a:pt x="1234680" y="503687"/>
                </a:cubicBezTo>
                <a:cubicBezTo>
                  <a:pt x="1214003" y="475260"/>
                  <a:pt x="1193292" y="445291"/>
                  <a:pt x="1159311" y="441690"/>
                </a:cubicBezTo>
                <a:cubicBezTo>
                  <a:pt x="1138668" y="439496"/>
                  <a:pt x="1117751" y="439564"/>
                  <a:pt x="1096937" y="441142"/>
                </a:cubicBezTo>
                <a:cubicBezTo>
                  <a:pt x="1072145" y="442993"/>
                  <a:pt x="1047388" y="443885"/>
                  <a:pt x="1022631" y="446079"/>
                </a:cubicBezTo>
                <a:cubicBezTo>
                  <a:pt x="1011006" y="447108"/>
                  <a:pt x="999176" y="449817"/>
                  <a:pt x="987483" y="451017"/>
                </a:cubicBezTo>
                <a:cubicBezTo>
                  <a:pt x="969721" y="443130"/>
                  <a:pt x="926413" y="424545"/>
                  <a:pt x="926413" y="424545"/>
                </a:cubicBezTo>
                <a:cubicBezTo>
                  <a:pt x="926413" y="424545"/>
                  <a:pt x="879470" y="404657"/>
                  <a:pt x="840105" y="386209"/>
                </a:cubicBezTo>
                <a:cubicBezTo>
                  <a:pt x="845523" y="387238"/>
                  <a:pt x="850906" y="388849"/>
                  <a:pt x="856290" y="390770"/>
                </a:cubicBezTo>
                <a:cubicBezTo>
                  <a:pt x="870692" y="395879"/>
                  <a:pt x="884991" y="402840"/>
                  <a:pt x="899701" y="404348"/>
                </a:cubicBezTo>
                <a:cubicBezTo>
                  <a:pt x="958097" y="410349"/>
                  <a:pt x="1006617" y="414292"/>
                  <a:pt x="1060384" y="381648"/>
                </a:cubicBezTo>
                <a:cubicBezTo>
                  <a:pt x="1084730" y="366869"/>
                  <a:pt x="1097486" y="345335"/>
                  <a:pt x="1126838" y="346947"/>
                </a:cubicBezTo>
                <a:cubicBezTo>
                  <a:pt x="1146041" y="347976"/>
                  <a:pt x="1165140" y="352262"/>
                  <a:pt x="1184342" y="352639"/>
                </a:cubicBezTo>
                <a:cubicBezTo>
                  <a:pt x="1180810" y="351199"/>
                  <a:pt x="1177279" y="349690"/>
                  <a:pt x="1173781" y="348147"/>
                </a:cubicBezTo>
                <a:cubicBezTo>
                  <a:pt x="1154133" y="339437"/>
                  <a:pt x="1134691" y="328773"/>
                  <a:pt x="1116002" y="317800"/>
                </a:cubicBezTo>
                <a:cubicBezTo>
                  <a:pt x="1094914" y="305422"/>
                  <a:pt x="1082090" y="292940"/>
                  <a:pt x="1056887" y="291671"/>
                </a:cubicBezTo>
                <a:cubicBezTo>
                  <a:pt x="1025854" y="290094"/>
                  <a:pt x="999519" y="295135"/>
                  <a:pt x="971024" y="312382"/>
                </a:cubicBezTo>
                <a:cubicBezTo>
                  <a:pt x="924630" y="340432"/>
                  <a:pt x="892466" y="384769"/>
                  <a:pt x="838631" y="385523"/>
                </a:cubicBezTo>
                <a:cubicBezTo>
                  <a:pt x="826560" y="379831"/>
                  <a:pt x="815245" y="374310"/>
                  <a:pt x="806364" y="369578"/>
                </a:cubicBezTo>
                <a:cubicBezTo>
                  <a:pt x="768302" y="349313"/>
                  <a:pt x="598841" y="297055"/>
                  <a:pt x="598841" y="297055"/>
                </a:cubicBezTo>
                <a:lnTo>
                  <a:pt x="589239" y="293900"/>
                </a:lnTo>
                <a:cubicBezTo>
                  <a:pt x="592325" y="294518"/>
                  <a:pt x="595412" y="295169"/>
                  <a:pt x="598464" y="295992"/>
                </a:cubicBezTo>
                <a:cubicBezTo>
                  <a:pt x="657922" y="311731"/>
                  <a:pt x="729966" y="325584"/>
                  <a:pt x="773720" y="262079"/>
                </a:cubicBezTo>
                <a:cubicBezTo>
                  <a:pt x="793814" y="232933"/>
                  <a:pt x="819942" y="209273"/>
                  <a:pt x="851009" y="197923"/>
                </a:cubicBezTo>
                <a:cubicBezTo>
                  <a:pt x="876418" y="188630"/>
                  <a:pt x="916332" y="198471"/>
                  <a:pt x="935877" y="175223"/>
                </a:cubicBezTo>
                <a:cubicBezTo>
                  <a:pt x="935363" y="174880"/>
                  <a:pt x="934814" y="174537"/>
                  <a:pt x="934300" y="174194"/>
                </a:cubicBezTo>
                <a:cubicBezTo>
                  <a:pt x="911325" y="158798"/>
                  <a:pt x="883071" y="150157"/>
                  <a:pt x="856496" y="147345"/>
                </a:cubicBezTo>
                <a:cubicBezTo>
                  <a:pt x="830092" y="144567"/>
                  <a:pt x="793231" y="143436"/>
                  <a:pt x="768645" y="153723"/>
                </a:cubicBezTo>
                <a:cubicBezTo>
                  <a:pt x="739258" y="166033"/>
                  <a:pt x="714912" y="187361"/>
                  <a:pt x="689435" y="208107"/>
                </a:cubicBezTo>
                <a:cubicBezTo>
                  <a:pt x="663649" y="229092"/>
                  <a:pt x="633645" y="254672"/>
                  <a:pt x="603950" y="265920"/>
                </a:cubicBezTo>
                <a:cubicBezTo>
                  <a:pt x="592668" y="270206"/>
                  <a:pt x="579810" y="271612"/>
                  <a:pt x="568425" y="273909"/>
                </a:cubicBezTo>
                <a:cubicBezTo>
                  <a:pt x="559682" y="275692"/>
                  <a:pt x="544971" y="273703"/>
                  <a:pt x="534101" y="275795"/>
                </a:cubicBezTo>
                <a:cubicBezTo>
                  <a:pt x="520659" y="272126"/>
                  <a:pt x="414223" y="243185"/>
                  <a:pt x="411994" y="242054"/>
                </a:cubicBezTo>
                <a:cubicBezTo>
                  <a:pt x="410657" y="241368"/>
                  <a:pt x="390392" y="231630"/>
                  <a:pt x="372629" y="223297"/>
                </a:cubicBezTo>
                <a:cubicBezTo>
                  <a:pt x="402462" y="220280"/>
                  <a:pt x="434866" y="215548"/>
                  <a:pt x="463155" y="204438"/>
                </a:cubicBezTo>
                <a:cubicBezTo>
                  <a:pt x="493159" y="192608"/>
                  <a:pt x="513596" y="170216"/>
                  <a:pt x="535541" y="144087"/>
                </a:cubicBezTo>
                <a:cubicBezTo>
                  <a:pt x="560299" y="114666"/>
                  <a:pt x="575352" y="73656"/>
                  <a:pt x="606110" y="50956"/>
                </a:cubicBezTo>
                <a:cubicBezTo>
                  <a:pt x="631588" y="32130"/>
                  <a:pt x="670473" y="24895"/>
                  <a:pt x="700339" y="20918"/>
                </a:cubicBezTo>
                <a:cubicBezTo>
                  <a:pt x="698453" y="20026"/>
                  <a:pt x="696533" y="19169"/>
                  <a:pt x="694613" y="18311"/>
                </a:cubicBezTo>
                <a:cubicBezTo>
                  <a:pt x="664712" y="5316"/>
                  <a:pt x="633371" y="-68"/>
                  <a:pt x="600144" y="1"/>
                </a:cubicBezTo>
                <a:cubicBezTo>
                  <a:pt x="531289" y="138"/>
                  <a:pt x="474779" y="33708"/>
                  <a:pt x="429071" y="92241"/>
                </a:cubicBezTo>
                <a:cubicBezTo>
                  <a:pt x="409628" y="117170"/>
                  <a:pt x="392209" y="141515"/>
                  <a:pt x="368858" y="162570"/>
                </a:cubicBezTo>
                <a:cubicBezTo>
                  <a:pt x="355142" y="174948"/>
                  <a:pt x="338819" y="183658"/>
                  <a:pt x="324658" y="194562"/>
                </a:cubicBezTo>
                <a:cubicBezTo>
                  <a:pt x="321297" y="197134"/>
                  <a:pt x="316120" y="201111"/>
                  <a:pt x="310633" y="204609"/>
                </a:cubicBezTo>
                <a:cubicBezTo>
                  <a:pt x="279258" y="198643"/>
                  <a:pt x="238213" y="190790"/>
                  <a:pt x="238213" y="190790"/>
                </a:cubicBezTo>
                <a:lnTo>
                  <a:pt x="6481" y="133423"/>
                </a:lnTo>
                <a:lnTo>
                  <a:pt x="0" y="147105"/>
                </a:lnTo>
                <a:lnTo>
                  <a:pt x="93200" y="168365"/>
                </a:lnTo>
                <a:lnTo>
                  <a:pt x="147893" y="183349"/>
                </a:lnTo>
                <a:cubicBezTo>
                  <a:pt x="165106" y="194631"/>
                  <a:pt x="182526" y="208141"/>
                  <a:pt x="192744" y="225320"/>
                </a:cubicBezTo>
                <a:cubicBezTo>
                  <a:pt x="201111" y="239448"/>
                  <a:pt x="205980" y="254021"/>
                  <a:pt x="208895" y="270960"/>
                </a:cubicBezTo>
                <a:cubicBezTo>
                  <a:pt x="212632" y="292871"/>
                  <a:pt x="218667" y="314234"/>
                  <a:pt x="221994" y="336283"/>
                </a:cubicBezTo>
                <a:cubicBezTo>
                  <a:pt x="228920" y="382334"/>
                  <a:pt x="231972" y="427871"/>
                  <a:pt x="256661" y="466070"/>
                </a:cubicBezTo>
                <a:cubicBezTo>
                  <a:pt x="274423" y="493571"/>
                  <a:pt x="299078" y="515585"/>
                  <a:pt x="318897" y="541200"/>
                </a:cubicBezTo>
                <a:cubicBezTo>
                  <a:pt x="338751" y="566883"/>
                  <a:pt x="367314" y="603093"/>
                  <a:pt x="401022" y="603368"/>
                </a:cubicBezTo>
                <a:cubicBezTo>
                  <a:pt x="402702" y="603368"/>
                  <a:pt x="404382" y="603299"/>
                  <a:pt x="406096" y="603128"/>
                </a:cubicBezTo>
                <a:cubicBezTo>
                  <a:pt x="402633" y="583273"/>
                  <a:pt x="392449" y="564928"/>
                  <a:pt x="387923" y="545040"/>
                </a:cubicBezTo>
                <a:cubicBezTo>
                  <a:pt x="383225" y="524363"/>
                  <a:pt x="381202" y="503275"/>
                  <a:pt x="379419" y="481775"/>
                </a:cubicBezTo>
                <a:cubicBezTo>
                  <a:pt x="373418" y="409183"/>
                  <a:pt x="360251" y="338683"/>
                  <a:pt x="308164" y="293695"/>
                </a:cubicBezTo>
                <a:cubicBezTo>
                  <a:pt x="273360" y="263622"/>
                  <a:pt x="243219" y="222508"/>
                  <a:pt x="205020" y="198986"/>
                </a:cubicBezTo>
                <a:lnTo>
                  <a:pt x="246168" y="210267"/>
                </a:lnTo>
                <a:cubicBezTo>
                  <a:pt x="246168" y="210267"/>
                  <a:pt x="313376" y="231732"/>
                  <a:pt x="355553" y="244934"/>
                </a:cubicBezTo>
                <a:cubicBezTo>
                  <a:pt x="360114" y="256490"/>
                  <a:pt x="362651" y="267360"/>
                  <a:pt x="372047" y="275658"/>
                </a:cubicBezTo>
                <a:cubicBezTo>
                  <a:pt x="383568" y="285842"/>
                  <a:pt x="399719" y="290437"/>
                  <a:pt x="410143" y="302198"/>
                </a:cubicBezTo>
                <a:cubicBezTo>
                  <a:pt x="421630" y="315160"/>
                  <a:pt x="426739" y="340706"/>
                  <a:pt x="432225" y="357954"/>
                </a:cubicBezTo>
                <a:cubicBezTo>
                  <a:pt x="438809" y="378699"/>
                  <a:pt x="444364" y="403765"/>
                  <a:pt x="447107" y="425368"/>
                </a:cubicBezTo>
                <a:cubicBezTo>
                  <a:pt x="454000" y="479752"/>
                  <a:pt x="467407" y="551521"/>
                  <a:pt x="512636" y="580530"/>
                </a:cubicBezTo>
                <a:cubicBezTo>
                  <a:pt x="532147" y="593046"/>
                  <a:pt x="554264" y="599561"/>
                  <a:pt x="575866" y="606488"/>
                </a:cubicBezTo>
                <a:cubicBezTo>
                  <a:pt x="593251" y="612077"/>
                  <a:pt x="612385" y="614340"/>
                  <a:pt x="627953" y="624181"/>
                </a:cubicBezTo>
                <a:cubicBezTo>
                  <a:pt x="663100" y="646402"/>
                  <a:pt x="689435" y="697665"/>
                  <a:pt x="731611" y="704695"/>
                </a:cubicBezTo>
                <a:cubicBezTo>
                  <a:pt x="733052" y="704935"/>
                  <a:pt x="734526" y="705140"/>
                  <a:pt x="736035" y="705277"/>
                </a:cubicBezTo>
                <a:cubicBezTo>
                  <a:pt x="732263" y="683298"/>
                  <a:pt x="719747" y="659672"/>
                  <a:pt x="712443" y="639166"/>
                </a:cubicBezTo>
                <a:cubicBezTo>
                  <a:pt x="705105" y="618455"/>
                  <a:pt x="698796" y="597641"/>
                  <a:pt x="690703" y="577204"/>
                </a:cubicBezTo>
                <a:cubicBezTo>
                  <a:pt x="674313" y="535919"/>
                  <a:pt x="655831" y="495594"/>
                  <a:pt x="629633" y="461647"/>
                </a:cubicBezTo>
                <a:cubicBezTo>
                  <a:pt x="607928" y="433563"/>
                  <a:pt x="583650" y="405823"/>
                  <a:pt x="559716" y="380140"/>
                </a:cubicBezTo>
                <a:cubicBezTo>
                  <a:pt x="535884" y="354525"/>
                  <a:pt x="511607" y="330179"/>
                  <a:pt x="488530" y="304016"/>
                </a:cubicBezTo>
                <a:cubicBezTo>
                  <a:pt x="478346" y="292460"/>
                  <a:pt x="466858" y="283133"/>
                  <a:pt x="455200" y="274115"/>
                </a:cubicBezTo>
                <a:cubicBezTo>
                  <a:pt x="507115" y="289134"/>
                  <a:pt x="569797" y="307342"/>
                  <a:pt x="569797" y="307342"/>
                </a:cubicBezTo>
                <a:lnTo>
                  <a:pt x="640469" y="327161"/>
                </a:lnTo>
                <a:close/>
              </a:path>
            </a:pathLst>
          </a:custGeom>
          <a:noFill/>
          <a:ln w="19050" cap="flat">
            <a:solidFill>
              <a:schemeClr val="tx2">
                <a:lumMod val="20000"/>
                <a:lumOff val="80000"/>
                <a:alpha val="24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44436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49FAB0-0343-9EE2-2948-87E7F2C71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12F031-4156-B381-6CC5-8D3FBE90C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BF75AA-6221-A04A-D818-010724836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7973F8-79CB-45DE-E9FB-900314F52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34477D-4A97-EAC1-7610-5F1D149D9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96604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330228-D1A9-8889-AC54-2E11D3363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293E23-AA7A-3939-45F2-5DBCDE98EE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F3F55D-3802-6B9E-F590-4B441072E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875E40-BD83-E07C-F6C3-BB29B491D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23AECD-F3AE-751F-2E9A-1530F4DED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7951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8A3AAA-E5EE-3610-6558-664EB3360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B39110-A318-CB6E-C952-2C7AE531C6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732D42-3625-0320-34A4-5F578A734A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884503-2704-9D51-80FB-F4E39B9B6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CCECA53-4C94-6997-6C9D-AA2B291B5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2EEECC-F3B3-1CDE-383F-F369BD360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1677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8FAAB5-564A-8168-F944-70B7D6A21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7913441-DAC3-0E7F-62AB-85AD66A56D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144D487-10C4-976A-0049-36DB33FF9F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D893DAB-E108-4D56-3302-46EE570925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A629CD2-8473-CF5B-A512-19701C742D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52B609A-F454-6092-AAAF-9EA40371C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2571341-1226-BE61-6FF2-A1F2F0E33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AC893ED-7179-3E5F-33CA-1C6D0F7A6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4377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FB6F9F-3B03-B301-9394-FCAFEFDA2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CBD9F4-38F8-4AED-4F30-31AE59ED0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5FF33BB-4FD9-CDD3-DDD4-517B1A96A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8E9A3-B67D-7BEF-0973-AE0A27A84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57223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306084-C717-EFD6-9C5B-6833F5E70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DE31CD2-DC87-2E17-D668-6881F34D2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990E67-C4F5-741A-754A-ECEFA64B0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EF6F2-FDC2-4A3C-2339-8626F7518DE9}"/>
              </a:ext>
            </a:extLst>
          </p:cNvPr>
          <p:cNvSpPr txBox="1"/>
          <p:nvPr userDrawn="1"/>
        </p:nvSpPr>
        <p:spPr>
          <a:xfrm>
            <a:off x="800100" y="533468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51PPT模板网，幻灯片演示模板及素材免费下载！</a:t>
            </a:r>
          </a:p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51PPT模板网 唯一访问网址：www.51pptmoban.com</a:t>
            </a:r>
          </a:p>
        </p:txBody>
      </p:sp>
    </p:spTree>
    <p:extLst>
      <p:ext uri="{BB962C8B-B14F-4D97-AF65-F5344CB8AC3E}">
        <p14:creationId xmlns:p14="http://schemas.microsoft.com/office/powerpoint/2010/main" val="2142970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A5F7AE-F0E3-5E0C-5034-322E0FBDB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42F748-84D8-9D80-D7EF-674D80EED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F24BFCA-0390-EEA0-5141-74D21EE6EE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E6F2DE5-B9A7-5600-46C7-99A813C4C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715CA7D-1740-85B8-5272-9D555F3CC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A8AD0F1-0A41-8612-0311-A5E9E7C37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6621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CC9345-F877-2886-0BC7-3DC64E88B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D0D40C2-7D02-EEBF-909F-6A379CA5D0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4136636-93A4-EFB7-EAC9-33F44D3ABF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53FF327-9656-AA47-04EB-75D4C9755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DE04630-B2D3-B655-96AD-42D8D40B2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4A97D69-5866-771E-E533-FDE6B0A60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037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35D39D-0F6E-32E6-B9EF-44EAB30CB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91CEFED-114B-DD27-A2B1-A333328E5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9345A2-F5F4-D151-6732-C5CE6BEDC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0B2E2E-1754-CC7F-CD4E-7BD222BA1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6FFB77-A389-F779-44A3-D7B4DE5BC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3824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A575C41-A5B3-7542-4C43-0E1657C0F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C8F62F4-FD8F-496C-3EFD-AB70EF5EE7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6704369-9C84-4374-0A9B-DD378EB44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D11ABC-AA0C-4B5F-88D9-EB7351694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EC01AD-1E01-602E-1741-128397F6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1933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F9BB9EF-8C5A-7A5E-50BF-F66386FF3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88C611-07E4-69AF-B0BE-E4FE9E16D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5E6446-1BC5-36B7-EFDA-297C44819C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706EAB-7E38-413E-9191-7263DA2E0A5F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6EF63C-0358-5C03-CEF1-0F0573187B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28D179-B351-14A0-054B-095A7930D6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2C617-C80D-42FC-B6D2-FCEB6F89382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256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085F06-6D95-4625-8181-DE02B26AF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椭圆 11">
            <a:extLst>
              <a:ext uri="{FF2B5EF4-FFF2-40B4-BE49-F238E27FC236}">
                <a16:creationId xmlns:a16="http://schemas.microsoft.com/office/drawing/2014/main" id="{42693D55-DBED-072A-295A-9F21792EDF58}"/>
              </a:ext>
            </a:extLst>
          </p:cNvPr>
          <p:cNvSpPr/>
          <p:nvPr/>
        </p:nvSpPr>
        <p:spPr>
          <a:xfrm>
            <a:off x="0" y="-804685"/>
            <a:ext cx="417032" cy="417032"/>
          </a:xfrm>
          <a:prstGeom prst="ellipse">
            <a:avLst/>
          </a:pr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D44042A-9997-527C-8A31-3469E46EC99C}"/>
              </a:ext>
            </a:extLst>
          </p:cNvPr>
          <p:cNvSpPr/>
          <p:nvPr/>
        </p:nvSpPr>
        <p:spPr>
          <a:xfrm>
            <a:off x="530013" y="-804685"/>
            <a:ext cx="417032" cy="417032"/>
          </a:xfrm>
          <a:prstGeom prst="ellipse">
            <a:avLst/>
          </a:prstGeom>
          <a:solidFill>
            <a:srgbClr val="535B6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A5767F2F-2EC9-3B6F-C73C-D540A506B492}"/>
              </a:ext>
            </a:extLst>
          </p:cNvPr>
          <p:cNvSpPr/>
          <p:nvPr/>
        </p:nvSpPr>
        <p:spPr>
          <a:xfrm>
            <a:off x="1060026" y="-804685"/>
            <a:ext cx="417032" cy="41703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6137053C-6AEE-4677-4064-7093D5894C5C}"/>
              </a:ext>
            </a:extLst>
          </p:cNvPr>
          <p:cNvSpPr/>
          <p:nvPr/>
        </p:nvSpPr>
        <p:spPr>
          <a:xfrm>
            <a:off x="1590039" y="-804685"/>
            <a:ext cx="417032" cy="41703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E793068C-648C-D81A-C3BF-90019BEDBD29}"/>
              </a:ext>
            </a:extLst>
          </p:cNvPr>
          <p:cNvSpPr/>
          <p:nvPr/>
        </p:nvSpPr>
        <p:spPr>
          <a:xfrm>
            <a:off x="2120052" y="-804685"/>
            <a:ext cx="417032" cy="41703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  <a:sym typeface="+mn-lt"/>
            </a:endParaRPr>
          </a:p>
        </p:txBody>
      </p:sp>
      <p:sp>
        <p:nvSpPr>
          <p:cNvPr id="458" name="文本框 457">
            <a:extLst>
              <a:ext uri="{FF2B5EF4-FFF2-40B4-BE49-F238E27FC236}">
                <a16:creationId xmlns:a16="http://schemas.microsoft.com/office/drawing/2014/main" id="{434108EC-4777-57DC-74E9-E8632DD77EC7}"/>
              </a:ext>
            </a:extLst>
          </p:cNvPr>
          <p:cNvSpPr txBox="1"/>
          <p:nvPr/>
        </p:nvSpPr>
        <p:spPr>
          <a:xfrm>
            <a:off x="1268542" y="1893448"/>
            <a:ext cx="1036379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8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Our Product Name</a:t>
            </a:r>
            <a:endParaRPr lang="zh-CN" altLang="en-US" sz="8800" dirty="0">
              <a:latin typeface="Aa厚底黑" panose="00020600040101010101" pitchFamily="18" charset="-122"/>
              <a:ea typeface="Aa厚底黑" panose="00020600040101010101" pitchFamily="18" charset="-122"/>
              <a:cs typeface="+mn-ea"/>
              <a:sym typeface="+mn-lt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12E509E8-5B13-05BA-4C66-9D72C2F0EDDC}"/>
              </a:ext>
            </a:extLst>
          </p:cNvPr>
          <p:cNvSpPr txBox="1"/>
          <p:nvPr/>
        </p:nvSpPr>
        <p:spPr>
          <a:xfrm>
            <a:off x="4129273" y="4859440"/>
            <a:ext cx="3971546" cy="458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sv-SE" altLang="zh-CN" dirty="0" err="1">
                <a:solidFill>
                  <a:srgbClr val="263238"/>
                </a:solidFill>
                <a:cs typeface="+mn-ea"/>
                <a:sym typeface="+mn-lt"/>
              </a:rPr>
              <a:t>People</a:t>
            </a:r>
            <a:r>
              <a:rPr lang="sv-SE" altLang="zh-CN" dirty="0">
                <a:solidFill>
                  <a:srgbClr val="263238"/>
                </a:solidFill>
                <a:cs typeface="+mn-ea"/>
                <a:sym typeface="+mn-lt"/>
              </a:rPr>
              <a:t> </a:t>
            </a:r>
            <a:r>
              <a:rPr lang="sv-SE" altLang="zh-CN" dirty="0" err="1">
                <a:solidFill>
                  <a:srgbClr val="263238"/>
                </a:solidFill>
                <a:cs typeface="+mn-ea"/>
                <a:sym typeface="+mn-lt"/>
              </a:rPr>
              <a:t>here</a:t>
            </a:r>
            <a:endParaRPr lang="sv-SE" altLang="zh-CN" dirty="0">
              <a:solidFill>
                <a:srgbClr val="263238"/>
              </a:solidFill>
              <a:cs typeface="+mn-ea"/>
              <a:sym typeface="+mn-lt"/>
            </a:endParaRPr>
          </a:p>
        </p:txBody>
      </p:sp>
      <p:grpSp>
        <p:nvGrpSpPr>
          <p:cNvPr id="477" name="组合 476">
            <a:extLst>
              <a:ext uri="{FF2B5EF4-FFF2-40B4-BE49-F238E27FC236}">
                <a16:creationId xmlns:a16="http://schemas.microsoft.com/office/drawing/2014/main" id="{CA6C0479-5E89-6186-0D01-10DCC1C6FE44}"/>
              </a:ext>
            </a:extLst>
          </p:cNvPr>
          <p:cNvGrpSpPr/>
          <p:nvPr/>
        </p:nvGrpSpPr>
        <p:grpSpPr>
          <a:xfrm>
            <a:off x="2167878" y="3429000"/>
            <a:ext cx="7894336" cy="1253290"/>
            <a:chOff x="2949510" y="3329680"/>
            <a:chExt cx="6331072" cy="733657"/>
          </a:xfrm>
        </p:grpSpPr>
        <p:sp>
          <p:nvSpPr>
            <p:cNvPr id="472" name="任意多边形: 形状 471" descr="D:\51PPT模板网\51pptmoban.com\图片.jpg">
              <a:extLst>
                <a:ext uri="{FF2B5EF4-FFF2-40B4-BE49-F238E27FC236}">
                  <a16:creationId xmlns:a16="http://schemas.microsoft.com/office/drawing/2014/main" id="{99D105A9-3032-9EEA-4B04-649B4CEF10DC}"/>
                </a:ext>
              </a:extLst>
            </p:cNvPr>
            <p:cNvSpPr/>
            <p:nvPr/>
          </p:nvSpPr>
          <p:spPr>
            <a:xfrm flipH="1">
              <a:off x="2949510" y="3329680"/>
              <a:ext cx="6331072" cy="733657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31072" h="877598">
                  <a:moveTo>
                    <a:pt x="380534" y="814941"/>
                  </a:moveTo>
                  <a:cubicBezTo>
                    <a:pt x="-214674" y="696285"/>
                    <a:pt x="-90701" y="168634"/>
                    <a:pt x="606193" y="48495"/>
                  </a:cubicBezTo>
                  <a:cubicBezTo>
                    <a:pt x="1303087" y="-71644"/>
                    <a:pt x="3630690" y="65764"/>
                    <a:pt x="4561896" y="94109"/>
                  </a:cubicBezTo>
                  <a:cubicBezTo>
                    <a:pt x="5493102" y="122454"/>
                    <a:pt x="5951685" y="93036"/>
                    <a:pt x="6193429" y="218566"/>
                  </a:cubicBezTo>
                  <a:cubicBezTo>
                    <a:pt x="6435173" y="344096"/>
                    <a:pt x="6348359" y="756977"/>
                    <a:pt x="6012361" y="847287"/>
                  </a:cubicBezTo>
                  <a:cubicBezTo>
                    <a:pt x="5676363" y="937597"/>
                    <a:pt x="5115209" y="801245"/>
                    <a:pt x="4177443" y="760428"/>
                  </a:cubicBezTo>
                  <a:cubicBezTo>
                    <a:pt x="2133905" y="671482"/>
                    <a:pt x="975742" y="933597"/>
                    <a:pt x="380534" y="814941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Closing the diagnosis gap for women with autoimmune health.</a:t>
              </a:r>
              <a:endParaRPr lang="en-CN" dirty="0"/>
            </a:p>
          </p:txBody>
        </p:sp>
        <p:sp>
          <p:nvSpPr>
            <p:cNvPr id="476" name="文本框 475">
              <a:extLst>
                <a:ext uri="{FF2B5EF4-FFF2-40B4-BE49-F238E27FC236}">
                  <a16:creationId xmlns:a16="http://schemas.microsoft.com/office/drawing/2014/main" id="{7D8C802B-2696-300B-01DB-C3CA2E461B52}"/>
                </a:ext>
              </a:extLst>
            </p:cNvPr>
            <p:cNvSpPr txBox="1"/>
            <p:nvPr/>
          </p:nvSpPr>
          <p:spPr>
            <a:xfrm>
              <a:off x="3914742" y="3491563"/>
              <a:ext cx="1847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37041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16EE13-5E39-4753-EBC0-DA5E6CE9E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文本框 457">
            <a:extLst>
              <a:ext uri="{FF2B5EF4-FFF2-40B4-BE49-F238E27FC236}">
                <a16:creationId xmlns:a16="http://schemas.microsoft.com/office/drawing/2014/main" id="{71E8CA3C-417D-EA12-3F69-6C4A7B8EBF33}"/>
              </a:ext>
            </a:extLst>
          </p:cNvPr>
          <p:cNvSpPr txBox="1"/>
          <p:nvPr/>
        </p:nvSpPr>
        <p:spPr>
          <a:xfrm>
            <a:off x="4513357" y="668119"/>
            <a:ext cx="31652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54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Contents</a:t>
            </a:r>
            <a:endParaRPr lang="zh-CN" altLang="en-US" sz="5400" dirty="0">
              <a:latin typeface="Aa厚底黑" panose="00020600040101010101" pitchFamily="18" charset="-122"/>
              <a:ea typeface="Aa厚底黑" panose="00020600040101010101" pitchFamily="18" charset="-122"/>
              <a:cs typeface="+mn-ea"/>
              <a:sym typeface="+mn-lt"/>
            </a:endParaRPr>
          </a:p>
        </p:txBody>
      </p:sp>
      <p:sp>
        <p:nvSpPr>
          <p:cNvPr id="472" name="任意多边形: 形状 471">
            <a:extLst>
              <a:ext uri="{FF2B5EF4-FFF2-40B4-BE49-F238E27FC236}">
                <a16:creationId xmlns:a16="http://schemas.microsoft.com/office/drawing/2014/main" id="{B624D8B0-E789-43B1-8B77-AD1F735D32CF}"/>
              </a:ext>
            </a:extLst>
          </p:cNvPr>
          <p:cNvSpPr/>
          <p:nvPr/>
        </p:nvSpPr>
        <p:spPr>
          <a:xfrm flipH="1">
            <a:off x="6719114" y="2198748"/>
            <a:ext cx="2889120" cy="647406"/>
          </a:xfrm>
          <a:custGeom>
            <a:avLst/>
            <a:gdLst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29907 w 6127268"/>
              <a:gd name="connsiteY32" fmla="*/ 243727 h 917430"/>
              <a:gd name="connsiteX33" fmla="*/ 681 w 6127268"/>
              <a:gd name="connsiteY33" fmla="*/ 170402 h 917430"/>
              <a:gd name="connsiteX34" fmla="*/ 18735 w 6127268"/>
              <a:gd name="connsiteY34" fmla="*/ 92764 h 917430"/>
              <a:gd name="connsiteX35" fmla="*/ 185861 w 6127268"/>
              <a:gd name="connsiteY35" fmla="*/ 3843 h 917430"/>
              <a:gd name="connsiteX36" fmla="*/ 245451 w 6127268"/>
              <a:gd name="connsiteY36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681 w 6127268"/>
              <a:gd name="connsiteY32" fmla="*/ 170402 h 917430"/>
              <a:gd name="connsiteX33" fmla="*/ 18735 w 6127268"/>
              <a:gd name="connsiteY33" fmla="*/ 92764 h 917430"/>
              <a:gd name="connsiteX34" fmla="*/ 185861 w 6127268"/>
              <a:gd name="connsiteY34" fmla="*/ 3843 h 917430"/>
              <a:gd name="connsiteX35" fmla="*/ 245451 w 6127268"/>
              <a:gd name="connsiteY35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735 w 6127268"/>
              <a:gd name="connsiteY32" fmla="*/ 92764 h 917430"/>
              <a:gd name="connsiteX33" fmla="*/ 185861 w 6127268"/>
              <a:gd name="connsiteY33" fmla="*/ 3843 h 917430"/>
              <a:gd name="connsiteX34" fmla="*/ 245451 w 6127268"/>
              <a:gd name="connsiteY34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5861 w 6127268"/>
              <a:gd name="connsiteY32" fmla="*/ 3843 h 917430"/>
              <a:gd name="connsiteX33" fmla="*/ 245451 w 6127268"/>
              <a:gd name="connsiteY33" fmla="*/ 48 h 917430"/>
              <a:gd name="connsiteX0" fmla="*/ 245451 w 6127268"/>
              <a:gd name="connsiteY0" fmla="*/ 0 h 917382"/>
              <a:gd name="connsiteX1" fmla="*/ 408809 w 6127268"/>
              <a:gd name="connsiteY1" fmla="*/ 37691 h 917382"/>
              <a:gd name="connsiteX2" fmla="*/ 629531 w 6127268"/>
              <a:gd name="connsiteY2" fmla="*/ 130239 h 917382"/>
              <a:gd name="connsiteX3" fmla="*/ 974312 w 6127268"/>
              <a:gd name="connsiteY3" fmla="*/ 171339 h 917382"/>
              <a:gd name="connsiteX4" fmla="*/ 2055319 w 6127268"/>
              <a:gd name="connsiteY4" fmla="*/ 176465 h 917382"/>
              <a:gd name="connsiteX5" fmla="*/ 3186669 w 6127268"/>
              <a:gd name="connsiteY5" fmla="*/ 105337 h 917382"/>
              <a:gd name="connsiteX6" fmla="*/ 3887620 w 6127268"/>
              <a:gd name="connsiteY6" fmla="*/ 46056 h 917382"/>
              <a:gd name="connsiteX7" fmla="*/ 4556635 w 6127268"/>
              <a:gd name="connsiteY7" fmla="*/ 18833 h 917382"/>
              <a:gd name="connsiteX8" fmla="*/ 5167088 w 6127268"/>
              <a:gd name="connsiteY8" fmla="*/ 67090 h 917382"/>
              <a:gd name="connsiteX9" fmla="*/ 5906224 w 6127268"/>
              <a:gd name="connsiteY9" fmla="*/ 263791 h 917382"/>
              <a:gd name="connsiteX10" fmla="*/ 6059223 w 6127268"/>
              <a:gd name="connsiteY10" fmla="*/ 342026 h 917382"/>
              <a:gd name="connsiteX11" fmla="*/ 6113589 w 6127268"/>
              <a:gd name="connsiteY11" fmla="*/ 513728 h 917382"/>
              <a:gd name="connsiteX12" fmla="*/ 6090612 w 6127268"/>
              <a:gd name="connsiteY12" fmla="*/ 544154 h 917382"/>
              <a:gd name="connsiteX13" fmla="*/ 6121691 w 6127268"/>
              <a:gd name="connsiteY13" fmla="*/ 585099 h 917382"/>
              <a:gd name="connsiteX14" fmla="*/ 6113633 w 6127268"/>
              <a:gd name="connsiteY14" fmla="*/ 674024 h 917382"/>
              <a:gd name="connsiteX15" fmla="*/ 6121691 w 6127268"/>
              <a:gd name="connsiteY15" fmla="*/ 684640 h 917382"/>
              <a:gd name="connsiteX16" fmla="*/ 6113589 w 6127268"/>
              <a:gd name="connsiteY16" fmla="*/ 774045 h 917382"/>
              <a:gd name="connsiteX17" fmla="*/ 5874802 w 6127268"/>
              <a:gd name="connsiteY17" fmla="*/ 909483 h 917382"/>
              <a:gd name="connsiteX18" fmla="*/ 5545260 w 6127268"/>
              <a:gd name="connsiteY18" fmla="*/ 868914 h 917382"/>
              <a:gd name="connsiteX19" fmla="*/ 5124450 w 6127268"/>
              <a:gd name="connsiteY19" fmla="*/ 734299 h 917382"/>
              <a:gd name="connsiteX20" fmla="*/ 4649702 w 6127268"/>
              <a:gd name="connsiteY20" fmla="*/ 677677 h 917382"/>
              <a:gd name="connsiteX21" fmla="*/ 4025807 w 6127268"/>
              <a:gd name="connsiteY21" fmla="*/ 678306 h 917382"/>
              <a:gd name="connsiteX22" fmla="*/ 3229906 w 6127268"/>
              <a:gd name="connsiteY22" fmla="*/ 740923 h 917382"/>
              <a:gd name="connsiteX23" fmla="*/ 2356693 w 6127268"/>
              <a:gd name="connsiteY23" fmla="*/ 798174 h 917382"/>
              <a:gd name="connsiteX24" fmla="*/ 1620040 w 6127268"/>
              <a:gd name="connsiteY24" fmla="*/ 819836 h 917382"/>
              <a:gd name="connsiteX25" fmla="*/ 774053 w 6127268"/>
              <a:gd name="connsiteY25" fmla="*/ 785844 h 917382"/>
              <a:gd name="connsiteX26" fmla="*/ 301958 w 6127268"/>
              <a:gd name="connsiteY26" fmla="*/ 687493 h 917382"/>
              <a:gd name="connsiteX27" fmla="*/ 31235 w 6127268"/>
              <a:gd name="connsiteY27" fmla="*/ 507329 h 917382"/>
              <a:gd name="connsiteX28" fmla="*/ 681 w 6127268"/>
              <a:gd name="connsiteY28" fmla="*/ 430671 h 917382"/>
              <a:gd name="connsiteX29" fmla="*/ 15300 w 6127268"/>
              <a:gd name="connsiteY29" fmla="*/ 367807 h 917382"/>
              <a:gd name="connsiteX30" fmla="*/ 681 w 6127268"/>
              <a:gd name="connsiteY30" fmla="*/ 331130 h 917382"/>
              <a:gd name="connsiteX31" fmla="*/ 18735 w 6127268"/>
              <a:gd name="connsiteY31" fmla="*/ 253492 h 917382"/>
              <a:gd name="connsiteX32" fmla="*/ 245451 w 6127268"/>
              <a:gd name="connsiteY32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4619 w 6126587"/>
              <a:gd name="connsiteY29" fmla="*/ 367807 h 917382"/>
              <a:gd name="connsiteX30" fmla="*/ 18054 w 6126587"/>
              <a:gd name="connsiteY30" fmla="*/ 253492 h 917382"/>
              <a:gd name="connsiteX31" fmla="*/ 244770 w 6126587"/>
              <a:gd name="connsiteY31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8054 w 6126587"/>
              <a:gd name="connsiteY29" fmla="*/ 253492 h 917382"/>
              <a:gd name="connsiteX30" fmla="*/ 244770 w 6126587"/>
              <a:gd name="connsiteY30" fmla="*/ 0 h 917382"/>
              <a:gd name="connsiteX0" fmla="*/ 251762 w 6133579"/>
              <a:gd name="connsiteY0" fmla="*/ 0 h 917382"/>
              <a:gd name="connsiteX1" fmla="*/ 415120 w 6133579"/>
              <a:gd name="connsiteY1" fmla="*/ 37691 h 917382"/>
              <a:gd name="connsiteX2" fmla="*/ 635842 w 6133579"/>
              <a:gd name="connsiteY2" fmla="*/ 130239 h 917382"/>
              <a:gd name="connsiteX3" fmla="*/ 980623 w 6133579"/>
              <a:gd name="connsiteY3" fmla="*/ 171339 h 917382"/>
              <a:gd name="connsiteX4" fmla="*/ 2061630 w 6133579"/>
              <a:gd name="connsiteY4" fmla="*/ 176465 h 917382"/>
              <a:gd name="connsiteX5" fmla="*/ 3192980 w 6133579"/>
              <a:gd name="connsiteY5" fmla="*/ 105337 h 917382"/>
              <a:gd name="connsiteX6" fmla="*/ 3893931 w 6133579"/>
              <a:gd name="connsiteY6" fmla="*/ 46056 h 917382"/>
              <a:gd name="connsiteX7" fmla="*/ 4562946 w 6133579"/>
              <a:gd name="connsiteY7" fmla="*/ 18833 h 917382"/>
              <a:gd name="connsiteX8" fmla="*/ 5173399 w 6133579"/>
              <a:gd name="connsiteY8" fmla="*/ 67090 h 917382"/>
              <a:gd name="connsiteX9" fmla="*/ 5912535 w 6133579"/>
              <a:gd name="connsiteY9" fmla="*/ 263791 h 917382"/>
              <a:gd name="connsiteX10" fmla="*/ 6065534 w 6133579"/>
              <a:gd name="connsiteY10" fmla="*/ 342026 h 917382"/>
              <a:gd name="connsiteX11" fmla="*/ 6119900 w 6133579"/>
              <a:gd name="connsiteY11" fmla="*/ 513728 h 917382"/>
              <a:gd name="connsiteX12" fmla="*/ 6096923 w 6133579"/>
              <a:gd name="connsiteY12" fmla="*/ 544154 h 917382"/>
              <a:gd name="connsiteX13" fmla="*/ 6128002 w 6133579"/>
              <a:gd name="connsiteY13" fmla="*/ 585099 h 917382"/>
              <a:gd name="connsiteX14" fmla="*/ 6119944 w 6133579"/>
              <a:gd name="connsiteY14" fmla="*/ 674024 h 917382"/>
              <a:gd name="connsiteX15" fmla="*/ 6128002 w 6133579"/>
              <a:gd name="connsiteY15" fmla="*/ 684640 h 917382"/>
              <a:gd name="connsiteX16" fmla="*/ 6119900 w 6133579"/>
              <a:gd name="connsiteY16" fmla="*/ 774045 h 917382"/>
              <a:gd name="connsiteX17" fmla="*/ 5881113 w 6133579"/>
              <a:gd name="connsiteY17" fmla="*/ 909483 h 917382"/>
              <a:gd name="connsiteX18" fmla="*/ 5551571 w 6133579"/>
              <a:gd name="connsiteY18" fmla="*/ 868914 h 917382"/>
              <a:gd name="connsiteX19" fmla="*/ 5130761 w 6133579"/>
              <a:gd name="connsiteY19" fmla="*/ 734299 h 917382"/>
              <a:gd name="connsiteX20" fmla="*/ 4656013 w 6133579"/>
              <a:gd name="connsiteY20" fmla="*/ 677677 h 917382"/>
              <a:gd name="connsiteX21" fmla="*/ 4032118 w 6133579"/>
              <a:gd name="connsiteY21" fmla="*/ 678306 h 917382"/>
              <a:gd name="connsiteX22" fmla="*/ 3236217 w 6133579"/>
              <a:gd name="connsiteY22" fmla="*/ 740923 h 917382"/>
              <a:gd name="connsiteX23" fmla="*/ 2363004 w 6133579"/>
              <a:gd name="connsiteY23" fmla="*/ 798174 h 917382"/>
              <a:gd name="connsiteX24" fmla="*/ 1626351 w 6133579"/>
              <a:gd name="connsiteY24" fmla="*/ 819836 h 917382"/>
              <a:gd name="connsiteX25" fmla="*/ 780364 w 6133579"/>
              <a:gd name="connsiteY25" fmla="*/ 785844 h 917382"/>
              <a:gd name="connsiteX26" fmla="*/ 308269 w 6133579"/>
              <a:gd name="connsiteY26" fmla="*/ 687493 h 917382"/>
              <a:gd name="connsiteX27" fmla="*/ 37546 w 6133579"/>
              <a:gd name="connsiteY27" fmla="*/ 507329 h 917382"/>
              <a:gd name="connsiteX28" fmla="*/ 25046 w 6133579"/>
              <a:gd name="connsiteY28" fmla="*/ 253492 h 917382"/>
              <a:gd name="connsiteX29" fmla="*/ 251762 w 6133579"/>
              <a:gd name="connsiteY29" fmla="*/ 0 h 917382"/>
              <a:gd name="connsiteX0" fmla="*/ 226716 w 6108533"/>
              <a:gd name="connsiteY0" fmla="*/ 0 h 917382"/>
              <a:gd name="connsiteX1" fmla="*/ 390074 w 6108533"/>
              <a:gd name="connsiteY1" fmla="*/ 37691 h 917382"/>
              <a:gd name="connsiteX2" fmla="*/ 610796 w 6108533"/>
              <a:gd name="connsiteY2" fmla="*/ 130239 h 917382"/>
              <a:gd name="connsiteX3" fmla="*/ 955577 w 6108533"/>
              <a:gd name="connsiteY3" fmla="*/ 171339 h 917382"/>
              <a:gd name="connsiteX4" fmla="*/ 2036584 w 6108533"/>
              <a:gd name="connsiteY4" fmla="*/ 176465 h 917382"/>
              <a:gd name="connsiteX5" fmla="*/ 3167934 w 6108533"/>
              <a:gd name="connsiteY5" fmla="*/ 105337 h 917382"/>
              <a:gd name="connsiteX6" fmla="*/ 3868885 w 6108533"/>
              <a:gd name="connsiteY6" fmla="*/ 46056 h 917382"/>
              <a:gd name="connsiteX7" fmla="*/ 4537900 w 6108533"/>
              <a:gd name="connsiteY7" fmla="*/ 18833 h 917382"/>
              <a:gd name="connsiteX8" fmla="*/ 5148353 w 6108533"/>
              <a:gd name="connsiteY8" fmla="*/ 67090 h 917382"/>
              <a:gd name="connsiteX9" fmla="*/ 5887489 w 6108533"/>
              <a:gd name="connsiteY9" fmla="*/ 263791 h 917382"/>
              <a:gd name="connsiteX10" fmla="*/ 6040488 w 6108533"/>
              <a:gd name="connsiteY10" fmla="*/ 342026 h 917382"/>
              <a:gd name="connsiteX11" fmla="*/ 6094854 w 6108533"/>
              <a:gd name="connsiteY11" fmla="*/ 513728 h 917382"/>
              <a:gd name="connsiteX12" fmla="*/ 6071877 w 6108533"/>
              <a:gd name="connsiteY12" fmla="*/ 544154 h 917382"/>
              <a:gd name="connsiteX13" fmla="*/ 6102956 w 6108533"/>
              <a:gd name="connsiteY13" fmla="*/ 585099 h 917382"/>
              <a:gd name="connsiteX14" fmla="*/ 6094898 w 6108533"/>
              <a:gd name="connsiteY14" fmla="*/ 674024 h 917382"/>
              <a:gd name="connsiteX15" fmla="*/ 6102956 w 6108533"/>
              <a:gd name="connsiteY15" fmla="*/ 684640 h 917382"/>
              <a:gd name="connsiteX16" fmla="*/ 6094854 w 6108533"/>
              <a:gd name="connsiteY16" fmla="*/ 774045 h 917382"/>
              <a:gd name="connsiteX17" fmla="*/ 5856067 w 6108533"/>
              <a:gd name="connsiteY17" fmla="*/ 909483 h 917382"/>
              <a:gd name="connsiteX18" fmla="*/ 5526525 w 6108533"/>
              <a:gd name="connsiteY18" fmla="*/ 868914 h 917382"/>
              <a:gd name="connsiteX19" fmla="*/ 5105715 w 6108533"/>
              <a:gd name="connsiteY19" fmla="*/ 734299 h 917382"/>
              <a:gd name="connsiteX20" fmla="*/ 4630967 w 6108533"/>
              <a:gd name="connsiteY20" fmla="*/ 677677 h 917382"/>
              <a:gd name="connsiteX21" fmla="*/ 4007072 w 6108533"/>
              <a:gd name="connsiteY21" fmla="*/ 678306 h 917382"/>
              <a:gd name="connsiteX22" fmla="*/ 3211171 w 6108533"/>
              <a:gd name="connsiteY22" fmla="*/ 740923 h 917382"/>
              <a:gd name="connsiteX23" fmla="*/ 2337958 w 6108533"/>
              <a:gd name="connsiteY23" fmla="*/ 798174 h 917382"/>
              <a:gd name="connsiteX24" fmla="*/ 1601305 w 6108533"/>
              <a:gd name="connsiteY24" fmla="*/ 819836 h 917382"/>
              <a:gd name="connsiteX25" fmla="*/ 755318 w 6108533"/>
              <a:gd name="connsiteY25" fmla="*/ 785844 h 917382"/>
              <a:gd name="connsiteX26" fmla="*/ 283223 w 6108533"/>
              <a:gd name="connsiteY26" fmla="*/ 687493 h 917382"/>
              <a:gd name="connsiteX27" fmla="*/ 0 w 6108533"/>
              <a:gd name="connsiteY27" fmla="*/ 253492 h 917382"/>
              <a:gd name="connsiteX28" fmla="*/ 226716 w 6108533"/>
              <a:gd name="connsiteY28" fmla="*/ 0 h 917382"/>
              <a:gd name="connsiteX0" fmla="*/ 13196 w 5895013"/>
              <a:gd name="connsiteY0" fmla="*/ 0 h 917382"/>
              <a:gd name="connsiteX1" fmla="*/ 176554 w 5895013"/>
              <a:gd name="connsiteY1" fmla="*/ 37691 h 917382"/>
              <a:gd name="connsiteX2" fmla="*/ 397276 w 5895013"/>
              <a:gd name="connsiteY2" fmla="*/ 130239 h 917382"/>
              <a:gd name="connsiteX3" fmla="*/ 742057 w 5895013"/>
              <a:gd name="connsiteY3" fmla="*/ 171339 h 917382"/>
              <a:gd name="connsiteX4" fmla="*/ 1823064 w 5895013"/>
              <a:gd name="connsiteY4" fmla="*/ 176465 h 917382"/>
              <a:gd name="connsiteX5" fmla="*/ 2954414 w 5895013"/>
              <a:gd name="connsiteY5" fmla="*/ 105337 h 917382"/>
              <a:gd name="connsiteX6" fmla="*/ 3655365 w 5895013"/>
              <a:gd name="connsiteY6" fmla="*/ 46056 h 917382"/>
              <a:gd name="connsiteX7" fmla="*/ 4324380 w 5895013"/>
              <a:gd name="connsiteY7" fmla="*/ 18833 h 917382"/>
              <a:gd name="connsiteX8" fmla="*/ 4934833 w 5895013"/>
              <a:gd name="connsiteY8" fmla="*/ 67090 h 917382"/>
              <a:gd name="connsiteX9" fmla="*/ 5673969 w 5895013"/>
              <a:gd name="connsiteY9" fmla="*/ 263791 h 917382"/>
              <a:gd name="connsiteX10" fmla="*/ 5826968 w 5895013"/>
              <a:gd name="connsiteY10" fmla="*/ 342026 h 917382"/>
              <a:gd name="connsiteX11" fmla="*/ 5881334 w 5895013"/>
              <a:gd name="connsiteY11" fmla="*/ 513728 h 917382"/>
              <a:gd name="connsiteX12" fmla="*/ 5858357 w 5895013"/>
              <a:gd name="connsiteY12" fmla="*/ 544154 h 917382"/>
              <a:gd name="connsiteX13" fmla="*/ 5889436 w 5895013"/>
              <a:gd name="connsiteY13" fmla="*/ 585099 h 917382"/>
              <a:gd name="connsiteX14" fmla="*/ 5881378 w 5895013"/>
              <a:gd name="connsiteY14" fmla="*/ 674024 h 917382"/>
              <a:gd name="connsiteX15" fmla="*/ 5889436 w 5895013"/>
              <a:gd name="connsiteY15" fmla="*/ 684640 h 917382"/>
              <a:gd name="connsiteX16" fmla="*/ 5881334 w 5895013"/>
              <a:gd name="connsiteY16" fmla="*/ 774045 h 917382"/>
              <a:gd name="connsiteX17" fmla="*/ 5642547 w 5895013"/>
              <a:gd name="connsiteY17" fmla="*/ 909483 h 917382"/>
              <a:gd name="connsiteX18" fmla="*/ 5313005 w 5895013"/>
              <a:gd name="connsiteY18" fmla="*/ 868914 h 917382"/>
              <a:gd name="connsiteX19" fmla="*/ 4892195 w 5895013"/>
              <a:gd name="connsiteY19" fmla="*/ 734299 h 917382"/>
              <a:gd name="connsiteX20" fmla="*/ 4417447 w 5895013"/>
              <a:gd name="connsiteY20" fmla="*/ 677677 h 917382"/>
              <a:gd name="connsiteX21" fmla="*/ 3793552 w 5895013"/>
              <a:gd name="connsiteY21" fmla="*/ 678306 h 917382"/>
              <a:gd name="connsiteX22" fmla="*/ 2997651 w 5895013"/>
              <a:gd name="connsiteY22" fmla="*/ 740923 h 917382"/>
              <a:gd name="connsiteX23" fmla="*/ 2124438 w 5895013"/>
              <a:gd name="connsiteY23" fmla="*/ 798174 h 917382"/>
              <a:gd name="connsiteX24" fmla="*/ 1387785 w 5895013"/>
              <a:gd name="connsiteY24" fmla="*/ 819836 h 917382"/>
              <a:gd name="connsiteX25" fmla="*/ 541798 w 5895013"/>
              <a:gd name="connsiteY25" fmla="*/ 785844 h 917382"/>
              <a:gd name="connsiteX26" fmla="*/ 69703 w 5895013"/>
              <a:gd name="connsiteY26" fmla="*/ 687493 h 917382"/>
              <a:gd name="connsiteX27" fmla="*/ 13196 w 5895013"/>
              <a:gd name="connsiteY27" fmla="*/ 0 h 917382"/>
              <a:gd name="connsiteX0" fmla="*/ 17507 w 5842817"/>
              <a:gd name="connsiteY0" fmla="*/ 678091 h 907980"/>
              <a:gd name="connsiteX1" fmla="*/ 124358 w 5842817"/>
              <a:gd name="connsiteY1" fmla="*/ 28289 h 907980"/>
              <a:gd name="connsiteX2" fmla="*/ 345080 w 5842817"/>
              <a:gd name="connsiteY2" fmla="*/ 120837 h 907980"/>
              <a:gd name="connsiteX3" fmla="*/ 689861 w 5842817"/>
              <a:gd name="connsiteY3" fmla="*/ 161937 h 907980"/>
              <a:gd name="connsiteX4" fmla="*/ 1770868 w 5842817"/>
              <a:gd name="connsiteY4" fmla="*/ 167063 h 907980"/>
              <a:gd name="connsiteX5" fmla="*/ 2902218 w 5842817"/>
              <a:gd name="connsiteY5" fmla="*/ 95935 h 907980"/>
              <a:gd name="connsiteX6" fmla="*/ 3603169 w 5842817"/>
              <a:gd name="connsiteY6" fmla="*/ 36654 h 907980"/>
              <a:gd name="connsiteX7" fmla="*/ 4272184 w 5842817"/>
              <a:gd name="connsiteY7" fmla="*/ 9431 h 907980"/>
              <a:gd name="connsiteX8" fmla="*/ 4882637 w 5842817"/>
              <a:gd name="connsiteY8" fmla="*/ 57688 h 907980"/>
              <a:gd name="connsiteX9" fmla="*/ 5621773 w 5842817"/>
              <a:gd name="connsiteY9" fmla="*/ 254389 h 907980"/>
              <a:gd name="connsiteX10" fmla="*/ 5774772 w 5842817"/>
              <a:gd name="connsiteY10" fmla="*/ 332624 h 907980"/>
              <a:gd name="connsiteX11" fmla="*/ 5829138 w 5842817"/>
              <a:gd name="connsiteY11" fmla="*/ 504326 h 907980"/>
              <a:gd name="connsiteX12" fmla="*/ 5806161 w 5842817"/>
              <a:gd name="connsiteY12" fmla="*/ 534752 h 907980"/>
              <a:gd name="connsiteX13" fmla="*/ 5837240 w 5842817"/>
              <a:gd name="connsiteY13" fmla="*/ 575697 h 907980"/>
              <a:gd name="connsiteX14" fmla="*/ 5829182 w 5842817"/>
              <a:gd name="connsiteY14" fmla="*/ 664622 h 907980"/>
              <a:gd name="connsiteX15" fmla="*/ 5837240 w 5842817"/>
              <a:gd name="connsiteY15" fmla="*/ 675238 h 907980"/>
              <a:gd name="connsiteX16" fmla="*/ 5829138 w 5842817"/>
              <a:gd name="connsiteY16" fmla="*/ 764643 h 907980"/>
              <a:gd name="connsiteX17" fmla="*/ 5590351 w 5842817"/>
              <a:gd name="connsiteY17" fmla="*/ 900081 h 907980"/>
              <a:gd name="connsiteX18" fmla="*/ 5260809 w 5842817"/>
              <a:gd name="connsiteY18" fmla="*/ 859512 h 907980"/>
              <a:gd name="connsiteX19" fmla="*/ 4839999 w 5842817"/>
              <a:gd name="connsiteY19" fmla="*/ 724897 h 907980"/>
              <a:gd name="connsiteX20" fmla="*/ 4365251 w 5842817"/>
              <a:gd name="connsiteY20" fmla="*/ 668275 h 907980"/>
              <a:gd name="connsiteX21" fmla="*/ 3741356 w 5842817"/>
              <a:gd name="connsiteY21" fmla="*/ 668904 h 907980"/>
              <a:gd name="connsiteX22" fmla="*/ 2945455 w 5842817"/>
              <a:gd name="connsiteY22" fmla="*/ 731521 h 907980"/>
              <a:gd name="connsiteX23" fmla="*/ 2072242 w 5842817"/>
              <a:gd name="connsiteY23" fmla="*/ 788772 h 907980"/>
              <a:gd name="connsiteX24" fmla="*/ 1335589 w 5842817"/>
              <a:gd name="connsiteY24" fmla="*/ 810434 h 907980"/>
              <a:gd name="connsiteX25" fmla="*/ 489602 w 5842817"/>
              <a:gd name="connsiteY25" fmla="*/ 776442 h 907980"/>
              <a:gd name="connsiteX26" fmla="*/ 17507 w 5842817"/>
              <a:gd name="connsiteY26" fmla="*/ 678091 h 907980"/>
              <a:gd name="connsiteX0" fmla="*/ 246440 w 6071750"/>
              <a:gd name="connsiteY0" fmla="*/ 669016 h 898905"/>
              <a:gd name="connsiteX1" fmla="*/ 10391 w 6071750"/>
              <a:gd name="connsiteY1" fmla="*/ 49694 h 898905"/>
              <a:gd name="connsiteX2" fmla="*/ 574013 w 6071750"/>
              <a:gd name="connsiteY2" fmla="*/ 111762 h 898905"/>
              <a:gd name="connsiteX3" fmla="*/ 918794 w 6071750"/>
              <a:gd name="connsiteY3" fmla="*/ 152862 h 898905"/>
              <a:gd name="connsiteX4" fmla="*/ 1999801 w 6071750"/>
              <a:gd name="connsiteY4" fmla="*/ 157988 h 898905"/>
              <a:gd name="connsiteX5" fmla="*/ 3131151 w 6071750"/>
              <a:gd name="connsiteY5" fmla="*/ 86860 h 898905"/>
              <a:gd name="connsiteX6" fmla="*/ 3832102 w 6071750"/>
              <a:gd name="connsiteY6" fmla="*/ 27579 h 898905"/>
              <a:gd name="connsiteX7" fmla="*/ 4501117 w 6071750"/>
              <a:gd name="connsiteY7" fmla="*/ 356 h 898905"/>
              <a:gd name="connsiteX8" fmla="*/ 5111570 w 6071750"/>
              <a:gd name="connsiteY8" fmla="*/ 48613 h 898905"/>
              <a:gd name="connsiteX9" fmla="*/ 5850706 w 6071750"/>
              <a:gd name="connsiteY9" fmla="*/ 245314 h 898905"/>
              <a:gd name="connsiteX10" fmla="*/ 6003705 w 6071750"/>
              <a:gd name="connsiteY10" fmla="*/ 323549 h 898905"/>
              <a:gd name="connsiteX11" fmla="*/ 6058071 w 6071750"/>
              <a:gd name="connsiteY11" fmla="*/ 495251 h 898905"/>
              <a:gd name="connsiteX12" fmla="*/ 6035094 w 6071750"/>
              <a:gd name="connsiteY12" fmla="*/ 525677 h 898905"/>
              <a:gd name="connsiteX13" fmla="*/ 6066173 w 6071750"/>
              <a:gd name="connsiteY13" fmla="*/ 566622 h 898905"/>
              <a:gd name="connsiteX14" fmla="*/ 6058115 w 6071750"/>
              <a:gd name="connsiteY14" fmla="*/ 655547 h 898905"/>
              <a:gd name="connsiteX15" fmla="*/ 6066173 w 6071750"/>
              <a:gd name="connsiteY15" fmla="*/ 666163 h 898905"/>
              <a:gd name="connsiteX16" fmla="*/ 6058071 w 6071750"/>
              <a:gd name="connsiteY16" fmla="*/ 755568 h 898905"/>
              <a:gd name="connsiteX17" fmla="*/ 5819284 w 6071750"/>
              <a:gd name="connsiteY17" fmla="*/ 891006 h 898905"/>
              <a:gd name="connsiteX18" fmla="*/ 5489742 w 6071750"/>
              <a:gd name="connsiteY18" fmla="*/ 850437 h 898905"/>
              <a:gd name="connsiteX19" fmla="*/ 5068932 w 6071750"/>
              <a:gd name="connsiteY19" fmla="*/ 715822 h 898905"/>
              <a:gd name="connsiteX20" fmla="*/ 4594184 w 6071750"/>
              <a:gd name="connsiteY20" fmla="*/ 659200 h 898905"/>
              <a:gd name="connsiteX21" fmla="*/ 3970289 w 6071750"/>
              <a:gd name="connsiteY21" fmla="*/ 659829 h 898905"/>
              <a:gd name="connsiteX22" fmla="*/ 3174388 w 6071750"/>
              <a:gd name="connsiteY22" fmla="*/ 722446 h 898905"/>
              <a:gd name="connsiteX23" fmla="*/ 2301175 w 6071750"/>
              <a:gd name="connsiteY23" fmla="*/ 779697 h 898905"/>
              <a:gd name="connsiteX24" fmla="*/ 1564522 w 6071750"/>
              <a:gd name="connsiteY24" fmla="*/ 801359 h 898905"/>
              <a:gd name="connsiteX25" fmla="*/ 718535 w 6071750"/>
              <a:gd name="connsiteY25" fmla="*/ 767367 h 898905"/>
              <a:gd name="connsiteX26" fmla="*/ 246440 w 6071750"/>
              <a:gd name="connsiteY26" fmla="*/ 669016 h 898905"/>
              <a:gd name="connsiteX0" fmla="*/ 248034 w 6073344"/>
              <a:gd name="connsiteY0" fmla="*/ 681433 h 911322"/>
              <a:gd name="connsiteX1" fmla="*/ 11985 w 6073344"/>
              <a:gd name="connsiteY1" fmla="*/ 62111 h 911322"/>
              <a:gd name="connsiteX2" fmla="*/ 575607 w 6073344"/>
              <a:gd name="connsiteY2" fmla="*/ 124179 h 911322"/>
              <a:gd name="connsiteX3" fmla="*/ 920388 w 6073344"/>
              <a:gd name="connsiteY3" fmla="*/ 165279 h 911322"/>
              <a:gd name="connsiteX4" fmla="*/ 2001395 w 6073344"/>
              <a:gd name="connsiteY4" fmla="*/ 170405 h 911322"/>
              <a:gd name="connsiteX5" fmla="*/ 3132745 w 6073344"/>
              <a:gd name="connsiteY5" fmla="*/ 99277 h 911322"/>
              <a:gd name="connsiteX6" fmla="*/ 3833696 w 6073344"/>
              <a:gd name="connsiteY6" fmla="*/ 39996 h 911322"/>
              <a:gd name="connsiteX7" fmla="*/ 4502711 w 6073344"/>
              <a:gd name="connsiteY7" fmla="*/ 12773 h 911322"/>
              <a:gd name="connsiteX8" fmla="*/ 5113164 w 6073344"/>
              <a:gd name="connsiteY8" fmla="*/ 61030 h 911322"/>
              <a:gd name="connsiteX9" fmla="*/ 5852300 w 6073344"/>
              <a:gd name="connsiteY9" fmla="*/ 257731 h 911322"/>
              <a:gd name="connsiteX10" fmla="*/ 6005299 w 6073344"/>
              <a:gd name="connsiteY10" fmla="*/ 335966 h 911322"/>
              <a:gd name="connsiteX11" fmla="*/ 6059665 w 6073344"/>
              <a:gd name="connsiteY11" fmla="*/ 507668 h 911322"/>
              <a:gd name="connsiteX12" fmla="*/ 6036688 w 6073344"/>
              <a:gd name="connsiteY12" fmla="*/ 538094 h 911322"/>
              <a:gd name="connsiteX13" fmla="*/ 6067767 w 6073344"/>
              <a:gd name="connsiteY13" fmla="*/ 579039 h 911322"/>
              <a:gd name="connsiteX14" fmla="*/ 6059709 w 6073344"/>
              <a:gd name="connsiteY14" fmla="*/ 667964 h 911322"/>
              <a:gd name="connsiteX15" fmla="*/ 6067767 w 6073344"/>
              <a:gd name="connsiteY15" fmla="*/ 678580 h 911322"/>
              <a:gd name="connsiteX16" fmla="*/ 6059665 w 6073344"/>
              <a:gd name="connsiteY16" fmla="*/ 767985 h 911322"/>
              <a:gd name="connsiteX17" fmla="*/ 5820878 w 6073344"/>
              <a:gd name="connsiteY17" fmla="*/ 903423 h 911322"/>
              <a:gd name="connsiteX18" fmla="*/ 5491336 w 6073344"/>
              <a:gd name="connsiteY18" fmla="*/ 862854 h 911322"/>
              <a:gd name="connsiteX19" fmla="*/ 5070526 w 6073344"/>
              <a:gd name="connsiteY19" fmla="*/ 728239 h 911322"/>
              <a:gd name="connsiteX20" fmla="*/ 4595778 w 6073344"/>
              <a:gd name="connsiteY20" fmla="*/ 671617 h 911322"/>
              <a:gd name="connsiteX21" fmla="*/ 3971883 w 6073344"/>
              <a:gd name="connsiteY21" fmla="*/ 672246 h 911322"/>
              <a:gd name="connsiteX22" fmla="*/ 3175982 w 6073344"/>
              <a:gd name="connsiteY22" fmla="*/ 734863 h 911322"/>
              <a:gd name="connsiteX23" fmla="*/ 2302769 w 6073344"/>
              <a:gd name="connsiteY23" fmla="*/ 792114 h 911322"/>
              <a:gd name="connsiteX24" fmla="*/ 1566116 w 6073344"/>
              <a:gd name="connsiteY24" fmla="*/ 813776 h 911322"/>
              <a:gd name="connsiteX25" fmla="*/ 720129 w 6073344"/>
              <a:gd name="connsiteY25" fmla="*/ 779784 h 911322"/>
              <a:gd name="connsiteX26" fmla="*/ 248034 w 6073344"/>
              <a:gd name="connsiteY26" fmla="*/ 681433 h 911322"/>
              <a:gd name="connsiteX0" fmla="*/ 275085 w 6100395"/>
              <a:gd name="connsiteY0" fmla="*/ 677655 h 907544"/>
              <a:gd name="connsiteX1" fmla="*/ 39036 w 6100395"/>
              <a:gd name="connsiteY1" fmla="*/ 58333 h 907544"/>
              <a:gd name="connsiteX2" fmla="*/ 602658 w 6100395"/>
              <a:gd name="connsiteY2" fmla="*/ 120401 h 907544"/>
              <a:gd name="connsiteX3" fmla="*/ 947439 w 6100395"/>
              <a:gd name="connsiteY3" fmla="*/ 161501 h 907544"/>
              <a:gd name="connsiteX4" fmla="*/ 2028446 w 6100395"/>
              <a:gd name="connsiteY4" fmla="*/ 166627 h 907544"/>
              <a:gd name="connsiteX5" fmla="*/ 3159796 w 6100395"/>
              <a:gd name="connsiteY5" fmla="*/ 95499 h 907544"/>
              <a:gd name="connsiteX6" fmla="*/ 3860747 w 6100395"/>
              <a:gd name="connsiteY6" fmla="*/ 36218 h 907544"/>
              <a:gd name="connsiteX7" fmla="*/ 4529762 w 6100395"/>
              <a:gd name="connsiteY7" fmla="*/ 8995 h 907544"/>
              <a:gd name="connsiteX8" fmla="*/ 5140215 w 6100395"/>
              <a:gd name="connsiteY8" fmla="*/ 57252 h 907544"/>
              <a:gd name="connsiteX9" fmla="*/ 5879351 w 6100395"/>
              <a:gd name="connsiteY9" fmla="*/ 253953 h 907544"/>
              <a:gd name="connsiteX10" fmla="*/ 6032350 w 6100395"/>
              <a:gd name="connsiteY10" fmla="*/ 332188 h 907544"/>
              <a:gd name="connsiteX11" fmla="*/ 6086716 w 6100395"/>
              <a:gd name="connsiteY11" fmla="*/ 503890 h 907544"/>
              <a:gd name="connsiteX12" fmla="*/ 6063739 w 6100395"/>
              <a:gd name="connsiteY12" fmla="*/ 534316 h 907544"/>
              <a:gd name="connsiteX13" fmla="*/ 6094818 w 6100395"/>
              <a:gd name="connsiteY13" fmla="*/ 575261 h 907544"/>
              <a:gd name="connsiteX14" fmla="*/ 6086760 w 6100395"/>
              <a:gd name="connsiteY14" fmla="*/ 664186 h 907544"/>
              <a:gd name="connsiteX15" fmla="*/ 6094818 w 6100395"/>
              <a:gd name="connsiteY15" fmla="*/ 674802 h 907544"/>
              <a:gd name="connsiteX16" fmla="*/ 6086716 w 6100395"/>
              <a:gd name="connsiteY16" fmla="*/ 764207 h 907544"/>
              <a:gd name="connsiteX17" fmla="*/ 5847929 w 6100395"/>
              <a:gd name="connsiteY17" fmla="*/ 899645 h 907544"/>
              <a:gd name="connsiteX18" fmla="*/ 5518387 w 6100395"/>
              <a:gd name="connsiteY18" fmla="*/ 859076 h 907544"/>
              <a:gd name="connsiteX19" fmla="*/ 5097577 w 6100395"/>
              <a:gd name="connsiteY19" fmla="*/ 724461 h 907544"/>
              <a:gd name="connsiteX20" fmla="*/ 4622829 w 6100395"/>
              <a:gd name="connsiteY20" fmla="*/ 667839 h 907544"/>
              <a:gd name="connsiteX21" fmla="*/ 3998934 w 6100395"/>
              <a:gd name="connsiteY21" fmla="*/ 668468 h 907544"/>
              <a:gd name="connsiteX22" fmla="*/ 3203033 w 6100395"/>
              <a:gd name="connsiteY22" fmla="*/ 731085 h 907544"/>
              <a:gd name="connsiteX23" fmla="*/ 2329820 w 6100395"/>
              <a:gd name="connsiteY23" fmla="*/ 788336 h 907544"/>
              <a:gd name="connsiteX24" fmla="*/ 1593167 w 6100395"/>
              <a:gd name="connsiteY24" fmla="*/ 809998 h 907544"/>
              <a:gd name="connsiteX25" fmla="*/ 747180 w 6100395"/>
              <a:gd name="connsiteY25" fmla="*/ 776006 h 907544"/>
              <a:gd name="connsiteX26" fmla="*/ 275085 w 6100395"/>
              <a:gd name="connsiteY26" fmla="*/ 677655 h 907544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5994151 w 6062196"/>
              <a:gd name="connsiteY10" fmla="*/ 323549 h 898905"/>
              <a:gd name="connsiteX11" fmla="*/ 6048517 w 6062196"/>
              <a:gd name="connsiteY11" fmla="*/ 495251 h 898905"/>
              <a:gd name="connsiteX12" fmla="*/ 6025540 w 6062196"/>
              <a:gd name="connsiteY12" fmla="*/ 525677 h 898905"/>
              <a:gd name="connsiteX13" fmla="*/ 6056619 w 6062196"/>
              <a:gd name="connsiteY13" fmla="*/ 566622 h 898905"/>
              <a:gd name="connsiteX14" fmla="*/ 6048561 w 6062196"/>
              <a:gd name="connsiteY14" fmla="*/ 655547 h 898905"/>
              <a:gd name="connsiteX15" fmla="*/ 6056619 w 6062196"/>
              <a:gd name="connsiteY15" fmla="*/ 666163 h 898905"/>
              <a:gd name="connsiteX16" fmla="*/ 6048517 w 6062196"/>
              <a:gd name="connsiteY16" fmla="*/ 755568 h 898905"/>
              <a:gd name="connsiteX17" fmla="*/ 5809730 w 6062196"/>
              <a:gd name="connsiteY17" fmla="*/ 891006 h 898905"/>
              <a:gd name="connsiteX18" fmla="*/ 5480188 w 6062196"/>
              <a:gd name="connsiteY18" fmla="*/ 850437 h 898905"/>
              <a:gd name="connsiteX19" fmla="*/ 5059378 w 6062196"/>
              <a:gd name="connsiteY19" fmla="*/ 715822 h 898905"/>
              <a:gd name="connsiteX20" fmla="*/ 4584630 w 6062196"/>
              <a:gd name="connsiteY20" fmla="*/ 659200 h 898905"/>
              <a:gd name="connsiteX21" fmla="*/ 3960735 w 6062196"/>
              <a:gd name="connsiteY21" fmla="*/ 659829 h 898905"/>
              <a:gd name="connsiteX22" fmla="*/ 3164834 w 6062196"/>
              <a:gd name="connsiteY22" fmla="*/ 722446 h 898905"/>
              <a:gd name="connsiteX23" fmla="*/ 2291621 w 6062196"/>
              <a:gd name="connsiteY23" fmla="*/ 779697 h 898905"/>
              <a:gd name="connsiteX24" fmla="*/ 1554968 w 6062196"/>
              <a:gd name="connsiteY24" fmla="*/ 801359 h 898905"/>
              <a:gd name="connsiteX25" fmla="*/ 708981 w 6062196"/>
              <a:gd name="connsiteY25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25540 w 6062196"/>
              <a:gd name="connsiteY11" fmla="*/ 525677 h 898905"/>
              <a:gd name="connsiteX12" fmla="*/ 6056619 w 6062196"/>
              <a:gd name="connsiteY12" fmla="*/ 566622 h 898905"/>
              <a:gd name="connsiteX13" fmla="*/ 6048561 w 6062196"/>
              <a:gd name="connsiteY13" fmla="*/ 655547 h 898905"/>
              <a:gd name="connsiteX14" fmla="*/ 6056619 w 6062196"/>
              <a:gd name="connsiteY14" fmla="*/ 666163 h 898905"/>
              <a:gd name="connsiteX15" fmla="*/ 6048517 w 6062196"/>
              <a:gd name="connsiteY15" fmla="*/ 755568 h 898905"/>
              <a:gd name="connsiteX16" fmla="*/ 5809730 w 6062196"/>
              <a:gd name="connsiteY16" fmla="*/ 891006 h 898905"/>
              <a:gd name="connsiteX17" fmla="*/ 5480188 w 6062196"/>
              <a:gd name="connsiteY17" fmla="*/ 850437 h 898905"/>
              <a:gd name="connsiteX18" fmla="*/ 5059378 w 6062196"/>
              <a:gd name="connsiteY18" fmla="*/ 715822 h 898905"/>
              <a:gd name="connsiteX19" fmla="*/ 4584630 w 6062196"/>
              <a:gd name="connsiteY19" fmla="*/ 659200 h 898905"/>
              <a:gd name="connsiteX20" fmla="*/ 3960735 w 6062196"/>
              <a:gd name="connsiteY20" fmla="*/ 659829 h 898905"/>
              <a:gd name="connsiteX21" fmla="*/ 3164834 w 6062196"/>
              <a:gd name="connsiteY21" fmla="*/ 722446 h 898905"/>
              <a:gd name="connsiteX22" fmla="*/ 2291621 w 6062196"/>
              <a:gd name="connsiteY22" fmla="*/ 779697 h 898905"/>
              <a:gd name="connsiteX23" fmla="*/ 1554968 w 6062196"/>
              <a:gd name="connsiteY23" fmla="*/ 801359 h 898905"/>
              <a:gd name="connsiteX24" fmla="*/ 708981 w 6062196"/>
              <a:gd name="connsiteY24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56619 w 6062196"/>
              <a:gd name="connsiteY11" fmla="*/ 566622 h 898905"/>
              <a:gd name="connsiteX12" fmla="*/ 6048561 w 6062196"/>
              <a:gd name="connsiteY12" fmla="*/ 655547 h 898905"/>
              <a:gd name="connsiteX13" fmla="*/ 6056619 w 6062196"/>
              <a:gd name="connsiteY13" fmla="*/ 666163 h 898905"/>
              <a:gd name="connsiteX14" fmla="*/ 6048517 w 6062196"/>
              <a:gd name="connsiteY14" fmla="*/ 755568 h 898905"/>
              <a:gd name="connsiteX15" fmla="*/ 5809730 w 6062196"/>
              <a:gd name="connsiteY15" fmla="*/ 891006 h 898905"/>
              <a:gd name="connsiteX16" fmla="*/ 5480188 w 6062196"/>
              <a:gd name="connsiteY16" fmla="*/ 850437 h 898905"/>
              <a:gd name="connsiteX17" fmla="*/ 5059378 w 6062196"/>
              <a:gd name="connsiteY17" fmla="*/ 715822 h 898905"/>
              <a:gd name="connsiteX18" fmla="*/ 4584630 w 6062196"/>
              <a:gd name="connsiteY18" fmla="*/ 659200 h 898905"/>
              <a:gd name="connsiteX19" fmla="*/ 3960735 w 6062196"/>
              <a:gd name="connsiteY19" fmla="*/ 659829 h 898905"/>
              <a:gd name="connsiteX20" fmla="*/ 3164834 w 6062196"/>
              <a:gd name="connsiteY20" fmla="*/ 722446 h 898905"/>
              <a:gd name="connsiteX21" fmla="*/ 2291621 w 6062196"/>
              <a:gd name="connsiteY21" fmla="*/ 779697 h 898905"/>
              <a:gd name="connsiteX22" fmla="*/ 1554968 w 6062196"/>
              <a:gd name="connsiteY22" fmla="*/ 801359 h 898905"/>
              <a:gd name="connsiteX23" fmla="*/ 708981 w 6062196"/>
              <a:gd name="connsiteY23" fmla="*/ 767367 h 898905"/>
              <a:gd name="connsiteX0" fmla="*/ 708981 w 6056619"/>
              <a:gd name="connsiteY0" fmla="*/ 767367 h 898905"/>
              <a:gd name="connsiteX1" fmla="*/ 837 w 6056619"/>
              <a:gd name="connsiteY1" fmla="*/ 49694 h 898905"/>
              <a:gd name="connsiteX2" fmla="*/ 564459 w 6056619"/>
              <a:gd name="connsiteY2" fmla="*/ 111762 h 898905"/>
              <a:gd name="connsiteX3" fmla="*/ 909240 w 6056619"/>
              <a:gd name="connsiteY3" fmla="*/ 152862 h 898905"/>
              <a:gd name="connsiteX4" fmla="*/ 1990247 w 6056619"/>
              <a:gd name="connsiteY4" fmla="*/ 157988 h 898905"/>
              <a:gd name="connsiteX5" fmla="*/ 3121597 w 6056619"/>
              <a:gd name="connsiteY5" fmla="*/ 86860 h 898905"/>
              <a:gd name="connsiteX6" fmla="*/ 3822548 w 6056619"/>
              <a:gd name="connsiteY6" fmla="*/ 27579 h 898905"/>
              <a:gd name="connsiteX7" fmla="*/ 4491563 w 6056619"/>
              <a:gd name="connsiteY7" fmla="*/ 356 h 898905"/>
              <a:gd name="connsiteX8" fmla="*/ 5102016 w 6056619"/>
              <a:gd name="connsiteY8" fmla="*/ 48613 h 898905"/>
              <a:gd name="connsiteX9" fmla="*/ 5841152 w 6056619"/>
              <a:gd name="connsiteY9" fmla="*/ 245314 h 898905"/>
              <a:gd name="connsiteX10" fmla="*/ 6048517 w 6056619"/>
              <a:gd name="connsiteY10" fmla="*/ 495251 h 898905"/>
              <a:gd name="connsiteX11" fmla="*/ 6056619 w 6056619"/>
              <a:gd name="connsiteY11" fmla="*/ 566622 h 898905"/>
              <a:gd name="connsiteX12" fmla="*/ 6048561 w 6056619"/>
              <a:gd name="connsiteY12" fmla="*/ 655547 h 898905"/>
              <a:gd name="connsiteX13" fmla="*/ 6048517 w 6056619"/>
              <a:gd name="connsiteY13" fmla="*/ 755568 h 898905"/>
              <a:gd name="connsiteX14" fmla="*/ 5809730 w 6056619"/>
              <a:gd name="connsiteY14" fmla="*/ 891006 h 898905"/>
              <a:gd name="connsiteX15" fmla="*/ 5480188 w 6056619"/>
              <a:gd name="connsiteY15" fmla="*/ 850437 h 898905"/>
              <a:gd name="connsiteX16" fmla="*/ 5059378 w 6056619"/>
              <a:gd name="connsiteY16" fmla="*/ 715822 h 898905"/>
              <a:gd name="connsiteX17" fmla="*/ 4584630 w 6056619"/>
              <a:gd name="connsiteY17" fmla="*/ 659200 h 898905"/>
              <a:gd name="connsiteX18" fmla="*/ 3960735 w 6056619"/>
              <a:gd name="connsiteY18" fmla="*/ 659829 h 898905"/>
              <a:gd name="connsiteX19" fmla="*/ 3164834 w 6056619"/>
              <a:gd name="connsiteY19" fmla="*/ 722446 h 898905"/>
              <a:gd name="connsiteX20" fmla="*/ 2291621 w 6056619"/>
              <a:gd name="connsiteY20" fmla="*/ 779697 h 898905"/>
              <a:gd name="connsiteX21" fmla="*/ 1554968 w 6056619"/>
              <a:gd name="connsiteY21" fmla="*/ 801359 h 898905"/>
              <a:gd name="connsiteX22" fmla="*/ 708981 w 6056619"/>
              <a:gd name="connsiteY22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17 w 6048561"/>
              <a:gd name="connsiteY10" fmla="*/ 495251 h 898905"/>
              <a:gd name="connsiteX11" fmla="*/ 6048561 w 6048561"/>
              <a:gd name="connsiteY11" fmla="*/ 655547 h 898905"/>
              <a:gd name="connsiteX12" fmla="*/ 6048517 w 6048561"/>
              <a:gd name="connsiteY12" fmla="*/ 755568 h 898905"/>
              <a:gd name="connsiteX13" fmla="*/ 5809730 w 6048561"/>
              <a:gd name="connsiteY13" fmla="*/ 891006 h 898905"/>
              <a:gd name="connsiteX14" fmla="*/ 5480188 w 6048561"/>
              <a:gd name="connsiteY14" fmla="*/ 850437 h 898905"/>
              <a:gd name="connsiteX15" fmla="*/ 5059378 w 6048561"/>
              <a:gd name="connsiteY15" fmla="*/ 715822 h 898905"/>
              <a:gd name="connsiteX16" fmla="*/ 4584630 w 6048561"/>
              <a:gd name="connsiteY16" fmla="*/ 659200 h 898905"/>
              <a:gd name="connsiteX17" fmla="*/ 3960735 w 6048561"/>
              <a:gd name="connsiteY17" fmla="*/ 659829 h 898905"/>
              <a:gd name="connsiteX18" fmla="*/ 3164834 w 6048561"/>
              <a:gd name="connsiteY18" fmla="*/ 722446 h 898905"/>
              <a:gd name="connsiteX19" fmla="*/ 2291621 w 6048561"/>
              <a:gd name="connsiteY19" fmla="*/ 779697 h 898905"/>
              <a:gd name="connsiteX20" fmla="*/ 1554968 w 6048561"/>
              <a:gd name="connsiteY20" fmla="*/ 801359 h 898905"/>
              <a:gd name="connsiteX21" fmla="*/ 708981 w 6048561"/>
              <a:gd name="connsiteY21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61 w 6048561"/>
              <a:gd name="connsiteY10" fmla="*/ 655547 h 898905"/>
              <a:gd name="connsiteX11" fmla="*/ 6048517 w 6048561"/>
              <a:gd name="connsiteY11" fmla="*/ 755568 h 898905"/>
              <a:gd name="connsiteX12" fmla="*/ 5809730 w 6048561"/>
              <a:gd name="connsiteY12" fmla="*/ 891006 h 898905"/>
              <a:gd name="connsiteX13" fmla="*/ 5480188 w 6048561"/>
              <a:gd name="connsiteY13" fmla="*/ 850437 h 898905"/>
              <a:gd name="connsiteX14" fmla="*/ 5059378 w 6048561"/>
              <a:gd name="connsiteY14" fmla="*/ 715822 h 898905"/>
              <a:gd name="connsiteX15" fmla="*/ 4584630 w 6048561"/>
              <a:gd name="connsiteY15" fmla="*/ 659200 h 898905"/>
              <a:gd name="connsiteX16" fmla="*/ 3960735 w 6048561"/>
              <a:gd name="connsiteY16" fmla="*/ 659829 h 898905"/>
              <a:gd name="connsiteX17" fmla="*/ 3164834 w 6048561"/>
              <a:gd name="connsiteY17" fmla="*/ 722446 h 898905"/>
              <a:gd name="connsiteX18" fmla="*/ 2291621 w 6048561"/>
              <a:gd name="connsiteY18" fmla="*/ 779697 h 898905"/>
              <a:gd name="connsiteX19" fmla="*/ 1554968 w 6048561"/>
              <a:gd name="connsiteY19" fmla="*/ 801359 h 898905"/>
              <a:gd name="connsiteX20" fmla="*/ 708981 w 6048561"/>
              <a:gd name="connsiteY20" fmla="*/ 767367 h 898905"/>
              <a:gd name="connsiteX0" fmla="*/ 708981 w 6048855"/>
              <a:gd name="connsiteY0" fmla="*/ 767367 h 898905"/>
              <a:gd name="connsiteX1" fmla="*/ 837 w 6048855"/>
              <a:gd name="connsiteY1" fmla="*/ 49694 h 898905"/>
              <a:gd name="connsiteX2" fmla="*/ 564459 w 6048855"/>
              <a:gd name="connsiteY2" fmla="*/ 111762 h 898905"/>
              <a:gd name="connsiteX3" fmla="*/ 909240 w 6048855"/>
              <a:gd name="connsiteY3" fmla="*/ 152862 h 898905"/>
              <a:gd name="connsiteX4" fmla="*/ 1990247 w 6048855"/>
              <a:gd name="connsiteY4" fmla="*/ 157988 h 898905"/>
              <a:gd name="connsiteX5" fmla="*/ 3121597 w 6048855"/>
              <a:gd name="connsiteY5" fmla="*/ 86860 h 898905"/>
              <a:gd name="connsiteX6" fmla="*/ 3822548 w 6048855"/>
              <a:gd name="connsiteY6" fmla="*/ 27579 h 898905"/>
              <a:gd name="connsiteX7" fmla="*/ 4491563 w 6048855"/>
              <a:gd name="connsiteY7" fmla="*/ 356 h 898905"/>
              <a:gd name="connsiteX8" fmla="*/ 5102016 w 6048855"/>
              <a:gd name="connsiteY8" fmla="*/ 48613 h 898905"/>
              <a:gd name="connsiteX9" fmla="*/ 5841152 w 6048855"/>
              <a:gd name="connsiteY9" fmla="*/ 245314 h 898905"/>
              <a:gd name="connsiteX10" fmla="*/ 6048517 w 6048855"/>
              <a:gd name="connsiteY10" fmla="*/ 755568 h 898905"/>
              <a:gd name="connsiteX11" fmla="*/ 5809730 w 6048855"/>
              <a:gd name="connsiteY11" fmla="*/ 891006 h 898905"/>
              <a:gd name="connsiteX12" fmla="*/ 5480188 w 6048855"/>
              <a:gd name="connsiteY12" fmla="*/ 850437 h 898905"/>
              <a:gd name="connsiteX13" fmla="*/ 5059378 w 6048855"/>
              <a:gd name="connsiteY13" fmla="*/ 715822 h 898905"/>
              <a:gd name="connsiteX14" fmla="*/ 4584630 w 6048855"/>
              <a:gd name="connsiteY14" fmla="*/ 659200 h 898905"/>
              <a:gd name="connsiteX15" fmla="*/ 3960735 w 6048855"/>
              <a:gd name="connsiteY15" fmla="*/ 659829 h 898905"/>
              <a:gd name="connsiteX16" fmla="*/ 3164834 w 6048855"/>
              <a:gd name="connsiteY16" fmla="*/ 722446 h 898905"/>
              <a:gd name="connsiteX17" fmla="*/ 2291621 w 6048855"/>
              <a:gd name="connsiteY17" fmla="*/ 779697 h 898905"/>
              <a:gd name="connsiteX18" fmla="*/ 1554968 w 6048855"/>
              <a:gd name="connsiteY18" fmla="*/ 801359 h 898905"/>
              <a:gd name="connsiteX19" fmla="*/ 708981 w 6048855"/>
              <a:gd name="connsiteY19" fmla="*/ 767367 h 898905"/>
              <a:gd name="connsiteX0" fmla="*/ 708981 w 5899017"/>
              <a:gd name="connsiteY0" fmla="*/ 767367 h 934953"/>
              <a:gd name="connsiteX1" fmla="*/ 837 w 5899017"/>
              <a:gd name="connsiteY1" fmla="*/ 49694 h 934953"/>
              <a:gd name="connsiteX2" fmla="*/ 564459 w 5899017"/>
              <a:gd name="connsiteY2" fmla="*/ 111762 h 934953"/>
              <a:gd name="connsiteX3" fmla="*/ 909240 w 5899017"/>
              <a:gd name="connsiteY3" fmla="*/ 152862 h 934953"/>
              <a:gd name="connsiteX4" fmla="*/ 1990247 w 5899017"/>
              <a:gd name="connsiteY4" fmla="*/ 157988 h 934953"/>
              <a:gd name="connsiteX5" fmla="*/ 3121597 w 5899017"/>
              <a:gd name="connsiteY5" fmla="*/ 86860 h 934953"/>
              <a:gd name="connsiteX6" fmla="*/ 3822548 w 5899017"/>
              <a:gd name="connsiteY6" fmla="*/ 27579 h 934953"/>
              <a:gd name="connsiteX7" fmla="*/ 4491563 w 5899017"/>
              <a:gd name="connsiteY7" fmla="*/ 356 h 934953"/>
              <a:gd name="connsiteX8" fmla="*/ 5102016 w 5899017"/>
              <a:gd name="connsiteY8" fmla="*/ 48613 h 934953"/>
              <a:gd name="connsiteX9" fmla="*/ 5841152 w 5899017"/>
              <a:gd name="connsiteY9" fmla="*/ 245314 h 934953"/>
              <a:gd name="connsiteX10" fmla="*/ 5809730 w 5899017"/>
              <a:gd name="connsiteY10" fmla="*/ 891006 h 934953"/>
              <a:gd name="connsiteX11" fmla="*/ 5480188 w 5899017"/>
              <a:gd name="connsiteY11" fmla="*/ 850437 h 934953"/>
              <a:gd name="connsiteX12" fmla="*/ 5059378 w 5899017"/>
              <a:gd name="connsiteY12" fmla="*/ 715822 h 934953"/>
              <a:gd name="connsiteX13" fmla="*/ 4584630 w 5899017"/>
              <a:gd name="connsiteY13" fmla="*/ 659200 h 934953"/>
              <a:gd name="connsiteX14" fmla="*/ 3960735 w 5899017"/>
              <a:gd name="connsiteY14" fmla="*/ 659829 h 934953"/>
              <a:gd name="connsiteX15" fmla="*/ 3164834 w 5899017"/>
              <a:gd name="connsiteY15" fmla="*/ 722446 h 934953"/>
              <a:gd name="connsiteX16" fmla="*/ 2291621 w 5899017"/>
              <a:gd name="connsiteY16" fmla="*/ 779697 h 934953"/>
              <a:gd name="connsiteX17" fmla="*/ 1554968 w 5899017"/>
              <a:gd name="connsiteY17" fmla="*/ 801359 h 934953"/>
              <a:gd name="connsiteX18" fmla="*/ 708981 w 5899017"/>
              <a:gd name="connsiteY18" fmla="*/ 767367 h 934953"/>
              <a:gd name="connsiteX0" fmla="*/ 708981 w 5849902"/>
              <a:gd name="connsiteY0" fmla="*/ 767367 h 869780"/>
              <a:gd name="connsiteX1" fmla="*/ 837 w 5849902"/>
              <a:gd name="connsiteY1" fmla="*/ 49694 h 869780"/>
              <a:gd name="connsiteX2" fmla="*/ 564459 w 5849902"/>
              <a:gd name="connsiteY2" fmla="*/ 111762 h 869780"/>
              <a:gd name="connsiteX3" fmla="*/ 909240 w 5849902"/>
              <a:gd name="connsiteY3" fmla="*/ 152862 h 869780"/>
              <a:gd name="connsiteX4" fmla="*/ 1990247 w 5849902"/>
              <a:gd name="connsiteY4" fmla="*/ 157988 h 869780"/>
              <a:gd name="connsiteX5" fmla="*/ 3121597 w 5849902"/>
              <a:gd name="connsiteY5" fmla="*/ 86860 h 869780"/>
              <a:gd name="connsiteX6" fmla="*/ 3822548 w 5849902"/>
              <a:gd name="connsiteY6" fmla="*/ 27579 h 869780"/>
              <a:gd name="connsiteX7" fmla="*/ 4491563 w 5849902"/>
              <a:gd name="connsiteY7" fmla="*/ 356 h 869780"/>
              <a:gd name="connsiteX8" fmla="*/ 5102016 w 5849902"/>
              <a:gd name="connsiteY8" fmla="*/ 48613 h 869780"/>
              <a:gd name="connsiteX9" fmla="*/ 5841152 w 5849902"/>
              <a:gd name="connsiteY9" fmla="*/ 245314 h 869780"/>
              <a:gd name="connsiteX10" fmla="*/ 5480188 w 5849902"/>
              <a:gd name="connsiteY10" fmla="*/ 850437 h 869780"/>
              <a:gd name="connsiteX11" fmla="*/ 5059378 w 5849902"/>
              <a:gd name="connsiteY11" fmla="*/ 715822 h 869780"/>
              <a:gd name="connsiteX12" fmla="*/ 4584630 w 5849902"/>
              <a:gd name="connsiteY12" fmla="*/ 659200 h 869780"/>
              <a:gd name="connsiteX13" fmla="*/ 3960735 w 5849902"/>
              <a:gd name="connsiteY13" fmla="*/ 659829 h 869780"/>
              <a:gd name="connsiteX14" fmla="*/ 3164834 w 5849902"/>
              <a:gd name="connsiteY14" fmla="*/ 722446 h 869780"/>
              <a:gd name="connsiteX15" fmla="*/ 2291621 w 5849902"/>
              <a:gd name="connsiteY15" fmla="*/ 779697 h 869780"/>
              <a:gd name="connsiteX16" fmla="*/ 1554968 w 5849902"/>
              <a:gd name="connsiteY16" fmla="*/ 801359 h 869780"/>
              <a:gd name="connsiteX17" fmla="*/ 708981 w 5849902"/>
              <a:gd name="connsiteY17" fmla="*/ 767367 h 869780"/>
              <a:gd name="connsiteX0" fmla="*/ 708981 w 6203964"/>
              <a:gd name="connsiteY0" fmla="*/ 767367 h 875806"/>
              <a:gd name="connsiteX1" fmla="*/ 837 w 6203964"/>
              <a:gd name="connsiteY1" fmla="*/ 49694 h 875806"/>
              <a:gd name="connsiteX2" fmla="*/ 564459 w 6203964"/>
              <a:gd name="connsiteY2" fmla="*/ 111762 h 875806"/>
              <a:gd name="connsiteX3" fmla="*/ 909240 w 6203964"/>
              <a:gd name="connsiteY3" fmla="*/ 152862 h 875806"/>
              <a:gd name="connsiteX4" fmla="*/ 1990247 w 6203964"/>
              <a:gd name="connsiteY4" fmla="*/ 157988 h 875806"/>
              <a:gd name="connsiteX5" fmla="*/ 3121597 w 6203964"/>
              <a:gd name="connsiteY5" fmla="*/ 86860 h 875806"/>
              <a:gd name="connsiteX6" fmla="*/ 3822548 w 6203964"/>
              <a:gd name="connsiteY6" fmla="*/ 27579 h 875806"/>
              <a:gd name="connsiteX7" fmla="*/ 4491563 w 6203964"/>
              <a:gd name="connsiteY7" fmla="*/ 356 h 875806"/>
              <a:gd name="connsiteX8" fmla="*/ 5102016 w 6203964"/>
              <a:gd name="connsiteY8" fmla="*/ 48613 h 875806"/>
              <a:gd name="connsiteX9" fmla="*/ 6199292 w 6203964"/>
              <a:gd name="connsiteY9" fmla="*/ 146254 h 875806"/>
              <a:gd name="connsiteX10" fmla="*/ 5480188 w 6203964"/>
              <a:gd name="connsiteY10" fmla="*/ 850437 h 875806"/>
              <a:gd name="connsiteX11" fmla="*/ 5059378 w 6203964"/>
              <a:gd name="connsiteY11" fmla="*/ 715822 h 875806"/>
              <a:gd name="connsiteX12" fmla="*/ 4584630 w 6203964"/>
              <a:gd name="connsiteY12" fmla="*/ 659200 h 875806"/>
              <a:gd name="connsiteX13" fmla="*/ 3960735 w 6203964"/>
              <a:gd name="connsiteY13" fmla="*/ 659829 h 875806"/>
              <a:gd name="connsiteX14" fmla="*/ 3164834 w 6203964"/>
              <a:gd name="connsiteY14" fmla="*/ 722446 h 875806"/>
              <a:gd name="connsiteX15" fmla="*/ 2291621 w 6203964"/>
              <a:gd name="connsiteY15" fmla="*/ 779697 h 875806"/>
              <a:gd name="connsiteX16" fmla="*/ 1554968 w 6203964"/>
              <a:gd name="connsiteY16" fmla="*/ 801359 h 875806"/>
              <a:gd name="connsiteX17" fmla="*/ 708981 w 6203964"/>
              <a:gd name="connsiteY17" fmla="*/ 767367 h 875806"/>
              <a:gd name="connsiteX0" fmla="*/ 708981 w 6199337"/>
              <a:gd name="connsiteY0" fmla="*/ 767367 h 833393"/>
              <a:gd name="connsiteX1" fmla="*/ 837 w 6199337"/>
              <a:gd name="connsiteY1" fmla="*/ 49694 h 833393"/>
              <a:gd name="connsiteX2" fmla="*/ 564459 w 6199337"/>
              <a:gd name="connsiteY2" fmla="*/ 111762 h 833393"/>
              <a:gd name="connsiteX3" fmla="*/ 909240 w 6199337"/>
              <a:gd name="connsiteY3" fmla="*/ 152862 h 833393"/>
              <a:gd name="connsiteX4" fmla="*/ 1990247 w 6199337"/>
              <a:gd name="connsiteY4" fmla="*/ 157988 h 833393"/>
              <a:gd name="connsiteX5" fmla="*/ 3121597 w 6199337"/>
              <a:gd name="connsiteY5" fmla="*/ 86860 h 833393"/>
              <a:gd name="connsiteX6" fmla="*/ 3822548 w 6199337"/>
              <a:gd name="connsiteY6" fmla="*/ 27579 h 833393"/>
              <a:gd name="connsiteX7" fmla="*/ 4491563 w 6199337"/>
              <a:gd name="connsiteY7" fmla="*/ 356 h 833393"/>
              <a:gd name="connsiteX8" fmla="*/ 5102016 w 6199337"/>
              <a:gd name="connsiteY8" fmla="*/ 48613 h 833393"/>
              <a:gd name="connsiteX9" fmla="*/ 6199292 w 6199337"/>
              <a:gd name="connsiteY9" fmla="*/ 146254 h 833393"/>
              <a:gd name="connsiteX10" fmla="*/ 5059378 w 6199337"/>
              <a:gd name="connsiteY10" fmla="*/ 715822 h 833393"/>
              <a:gd name="connsiteX11" fmla="*/ 4584630 w 6199337"/>
              <a:gd name="connsiteY11" fmla="*/ 659200 h 833393"/>
              <a:gd name="connsiteX12" fmla="*/ 3960735 w 6199337"/>
              <a:gd name="connsiteY12" fmla="*/ 659829 h 833393"/>
              <a:gd name="connsiteX13" fmla="*/ 3164834 w 6199337"/>
              <a:gd name="connsiteY13" fmla="*/ 722446 h 833393"/>
              <a:gd name="connsiteX14" fmla="*/ 2291621 w 6199337"/>
              <a:gd name="connsiteY14" fmla="*/ 779697 h 833393"/>
              <a:gd name="connsiteX15" fmla="*/ 1554968 w 6199337"/>
              <a:gd name="connsiteY15" fmla="*/ 801359 h 833393"/>
              <a:gd name="connsiteX16" fmla="*/ 708981 w 6199337"/>
              <a:gd name="connsiteY16" fmla="*/ 767367 h 833393"/>
              <a:gd name="connsiteX0" fmla="*/ 708981 w 5152855"/>
              <a:gd name="connsiteY0" fmla="*/ 787980 h 854006"/>
              <a:gd name="connsiteX1" fmla="*/ 837 w 5152855"/>
              <a:gd name="connsiteY1" fmla="*/ 70307 h 854006"/>
              <a:gd name="connsiteX2" fmla="*/ 564459 w 5152855"/>
              <a:gd name="connsiteY2" fmla="*/ 132375 h 854006"/>
              <a:gd name="connsiteX3" fmla="*/ 909240 w 5152855"/>
              <a:gd name="connsiteY3" fmla="*/ 173475 h 854006"/>
              <a:gd name="connsiteX4" fmla="*/ 1990247 w 5152855"/>
              <a:gd name="connsiteY4" fmla="*/ 178601 h 854006"/>
              <a:gd name="connsiteX5" fmla="*/ 3121597 w 5152855"/>
              <a:gd name="connsiteY5" fmla="*/ 107473 h 854006"/>
              <a:gd name="connsiteX6" fmla="*/ 3822548 w 5152855"/>
              <a:gd name="connsiteY6" fmla="*/ 48192 h 854006"/>
              <a:gd name="connsiteX7" fmla="*/ 4491563 w 5152855"/>
              <a:gd name="connsiteY7" fmla="*/ 20969 h 854006"/>
              <a:gd name="connsiteX8" fmla="*/ 5102016 w 5152855"/>
              <a:gd name="connsiteY8" fmla="*/ 69226 h 854006"/>
              <a:gd name="connsiteX9" fmla="*/ 5059378 w 5152855"/>
              <a:gd name="connsiteY9" fmla="*/ 736435 h 854006"/>
              <a:gd name="connsiteX10" fmla="*/ 4584630 w 5152855"/>
              <a:gd name="connsiteY10" fmla="*/ 679813 h 854006"/>
              <a:gd name="connsiteX11" fmla="*/ 3960735 w 5152855"/>
              <a:gd name="connsiteY11" fmla="*/ 680442 h 854006"/>
              <a:gd name="connsiteX12" fmla="*/ 3164834 w 5152855"/>
              <a:gd name="connsiteY12" fmla="*/ 743059 h 854006"/>
              <a:gd name="connsiteX13" fmla="*/ 2291621 w 5152855"/>
              <a:gd name="connsiteY13" fmla="*/ 800310 h 854006"/>
              <a:gd name="connsiteX14" fmla="*/ 1554968 w 5152855"/>
              <a:gd name="connsiteY14" fmla="*/ 821972 h 854006"/>
              <a:gd name="connsiteX15" fmla="*/ 708981 w 5152855"/>
              <a:gd name="connsiteY15" fmla="*/ 787980 h 854006"/>
              <a:gd name="connsiteX0" fmla="*/ 708981 w 6099729"/>
              <a:gd name="connsiteY0" fmla="*/ 773643 h 839669"/>
              <a:gd name="connsiteX1" fmla="*/ 837 w 6099729"/>
              <a:gd name="connsiteY1" fmla="*/ 55970 h 839669"/>
              <a:gd name="connsiteX2" fmla="*/ 564459 w 6099729"/>
              <a:gd name="connsiteY2" fmla="*/ 118038 h 839669"/>
              <a:gd name="connsiteX3" fmla="*/ 909240 w 6099729"/>
              <a:gd name="connsiteY3" fmla="*/ 159138 h 839669"/>
              <a:gd name="connsiteX4" fmla="*/ 1990247 w 6099729"/>
              <a:gd name="connsiteY4" fmla="*/ 164264 h 839669"/>
              <a:gd name="connsiteX5" fmla="*/ 3121597 w 6099729"/>
              <a:gd name="connsiteY5" fmla="*/ 93136 h 839669"/>
              <a:gd name="connsiteX6" fmla="*/ 3822548 w 6099729"/>
              <a:gd name="connsiteY6" fmla="*/ 33855 h 839669"/>
              <a:gd name="connsiteX7" fmla="*/ 4491563 w 6099729"/>
              <a:gd name="connsiteY7" fmla="*/ 6632 h 839669"/>
              <a:gd name="connsiteX8" fmla="*/ 6092616 w 6099729"/>
              <a:gd name="connsiteY8" fmla="*/ 77749 h 839669"/>
              <a:gd name="connsiteX9" fmla="*/ 5059378 w 6099729"/>
              <a:gd name="connsiteY9" fmla="*/ 722098 h 839669"/>
              <a:gd name="connsiteX10" fmla="*/ 4584630 w 6099729"/>
              <a:gd name="connsiteY10" fmla="*/ 665476 h 839669"/>
              <a:gd name="connsiteX11" fmla="*/ 3960735 w 6099729"/>
              <a:gd name="connsiteY11" fmla="*/ 666105 h 839669"/>
              <a:gd name="connsiteX12" fmla="*/ 3164834 w 6099729"/>
              <a:gd name="connsiteY12" fmla="*/ 728722 h 839669"/>
              <a:gd name="connsiteX13" fmla="*/ 2291621 w 6099729"/>
              <a:gd name="connsiteY13" fmla="*/ 785973 h 839669"/>
              <a:gd name="connsiteX14" fmla="*/ 1554968 w 6099729"/>
              <a:gd name="connsiteY14" fmla="*/ 807635 h 839669"/>
              <a:gd name="connsiteX15" fmla="*/ 708981 w 6099729"/>
              <a:gd name="connsiteY15" fmla="*/ 773643 h 839669"/>
              <a:gd name="connsiteX0" fmla="*/ 708981 w 6167018"/>
              <a:gd name="connsiteY0" fmla="*/ 768771 h 834797"/>
              <a:gd name="connsiteX1" fmla="*/ 837 w 6167018"/>
              <a:gd name="connsiteY1" fmla="*/ 51098 h 834797"/>
              <a:gd name="connsiteX2" fmla="*/ 564459 w 6167018"/>
              <a:gd name="connsiteY2" fmla="*/ 113166 h 834797"/>
              <a:gd name="connsiteX3" fmla="*/ 909240 w 6167018"/>
              <a:gd name="connsiteY3" fmla="*/ 154266 h 834797"/>
              <a:gd name="connsiteX4" fmla="*/ 1990247 w 6167018"/>
              <a:gd name="connsiteY4" fmla="*/ 159392 h 834797"/>
              <a:gd name="connsiteX5" fmla="*/ 3121597 w 6167018"/>
              <a:gd name="connsiteY5" fmla="*/ 88264 h 834797"/>
              <a:gd name="connsiteX6" fmla="*/ 3822548 w 6167018"/>
              <a:gd name="connsiteY6" fmla="*/ 28983 h 834797"/>
              <a:gd name="connsiteX7" fmla="*/ 4491563 w 6167018"/>
              <a:gd name="connsiteY7" fmla="*/ 1760 h 834797"/>
              <a:gd name="connsiteX8" fmla="*/ 6092616 w 6167018"/>
              <a:gd name="connsiteY8" fmla="*/ 72877 h 834797"/>
              <a:gd name="connsiteX9" fmla="*/ 5768038 w 6167018"/>
              <a:gd name="connsiteY9" fmla="*/ 625786 h 834797"/>
              <a:gd name="connsiteX10" fmla="*/ 4584630 w 6167018"/>
              <a:gd name="connsiteY10" fmla="*/ 660604 h 834797"/>
              <a:gd name="connsiteX11" fmla="*/ 3960735 w 6167018"/>
              <a:gd name="connsiteY11" fmla="*/ 661233 h 834797"/>
              <a:gd name="connsiteX12" fmla="*/ 3164834 w 6167018"/>
              <a:gd name="connsiteY12" fmla="*/ 723850 h 834797"/>
              <a:gd name="connsiteX13" fmla="*/ 2291621 w 6167018"/>
              <a:gd name="connsiteY13" fmla="*/ 781101 h 834797"/>
              <a:gd name="connsiteX14" fmla="*/ 1554968 w 6167018"/>
              <a:gd name="connsiteY14" fmla="*/ 802763 h 834797"/>
              <a:gd name="connsiteX15" fmla="*/ 708981 w 6167018"/>
              <a:gd name="connsiteY15" fmla="*/ 768771 h 834797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960735 w 6239630"/>
              <a:gd name="connsiteY11" fmla="*/ 661136 h 834700"/>
              <a:gd name="connsiteX12" fmla="*/ 3164834 w 6239630"/>
              <a:gd name="connsiteY12" fmla="*/ 723753 h 834700"/>
              <a:gd name="connsiteX13" fmla="*/ 2291621 w 6239630"/>
              <a:gd name="connsiteY13" fmla="*/ 781004 h 834700"/>
              <a:gd name="connsiteX14" fmla="*/ 1554968 w 6239630"/>
              <a:gd name="connsiteY14" fmla="*/ 802666 h 834700"/>
              <a:gd name="connsiteX15" fmla="*/ 708981 w 6239630"/>
              <a:gd name="connsiteY15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164834 w 6239630"/>
              <a:gd name="connsiteY11" fmla="*/ 723753 h 834700"/>
              <a:gd name="connsiteX12" fmla="*/ 2291621 w 6239630"/>
              <a:gd name="connsiteY12" fmla="*/ 781004 h 834700"/>
              <a:gd name="connsiteX13" fmla="*/ 1554968 w 6239630"/>
              <a:gd name="connsiteY13" fmla="*/ 802666 h 834700"/>
              <a:gd name="connsiteX14" fmla="*/ 708981 w 6239630"/>
              <a:gd name="connsiteY14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2291621 w 6239630"/>
              <a:gd name="connsiteY11" fmla="*/ 781004 h 834700"/>
              <a:gd name="connsiteX12" fmla="*/ 1554968 w 6239630"/>
              <a:gd name="connsiteY12" fmla="*/ 802666 h 834700"/>
              <a:gd name="connsiteX13" fmla="*/ 708981 w 6239630"/>
              <a:gd name="connsiteY13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1554968 w 6239630"/>
              <a:gd name="connsiteY11" fmla="*/ 802666 h 834700"/>
              <a:gd name="connsiteX12" fmla="*/ 708981 w 6239630"/>
              <a:gd name="connsiteY12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3121597 w 6239630"/>
              <a:gd name="connsiteY4" fmla="*/ 88167 h 834700"/>
              <a:gd name="connsiteX5" fmla="*/ 3822548 w 6239630"/>
              <a:gd name="connsiteY5" fmla="*/ 28886 h 834700"/>
              <a:gd name="connsiteX6" fmla="*/ 4491563 w 6239630"/>
              <a:gd name="connsiteY6" fmla="*/ 1663 h 834700"/>
              <a:gd name="connsiteX7" fmla="*/ 6092616 w 6239630"/>
              <a:gd name="connsiteY7" fmla="*/ 72780 h 834700"/>
              <a:gd name="connsiteX8" fmla="*/ 5996638 w 6239630"/>
              <a:gd name="connsiteY8" fmla="*/ 610449 h 834700"/>
              <a:gd name="connsiteX9" fmla="*/ 4584630 w 6239630"/>
              <a:gd name="connsiteY9" fmla="*/ 660507 h 834700"/>
              <a:gd name="connsiteX10" fmla="*/ 1554968 w 6239630"/>
              <a:gd name="connsiteY10" fmla="*/ 802666 h 834700"/>
              <a:gd name="connsiteX11" fmla="*/ 708981 w 6239630"/>
              <a:gd name="connsiteY11" fmla="*/ 768674 h 834700"/>
              <a:gd name="connsiteX0" fmla="*/ 708981 w 6239630"/>
              <a:gd name="connsiteY0" fmla="*/ 769454 h 835480"/>
              <a:gd name="connsiteX1" fmla="*/ 837 w 6239630"/>
              <a:gd name="connsiteY1" fmla="*/ 51781 h 835480"/>
              <a:gd name="connsiteX2" fmla="*/ 564459 w 6239630"/>
              <a:gd name="connsiteY2" fmla="*/ 113849 h 835480"/>
              <a:gd name="connsiteX3" fmla="*/ 909240 w 6239630"/>
              <a:gd name="connsiteY3" fmla="*/ 154949 h 835480"/>
              <a:gd name="connsiteX4" fmla="*/ 3822548 w 6239630"/>
              <a:gd name="connsiteY4" fmla="*/ 29666 h 835480"/>
              <a:gd name="connsiteX5" fmla="*/ 4491563 w 6239630"/>
              <a:gd name="connsiteY5" fmla="*/ 2443 h 835480"/>
              <a:gd name="connsiteX6" fmla="*/ 6092616 w 6239630"/>
              <a:gd name="connsiteY6" fmla="*/ 73560 h 835480"/>
              <a:gd name="connsiteX7" fmla="*/ 5996638 w 6239630"/>
              <a:gd name="connsiteY7" fmla="*/ 611229 h 835480"/>
              <a:gd name="connsiteX8" fmla="*/ 4584630 w 6239630"/>
              <a:gd name="connsiteY8" fmla="*/ 661287 h 835480"/>
              <a:gd name="connsiteX9" fmla="*/ 1554968 w 6239630"/>
              <a:gd name="connsiteY9" fmla="*/ 803446 h 835480"/>
              <a:gd name="connsiteX10" fmla="*/ 708981 w 6239630"/>
              <a:gd name="connsiteY10" fmla="*/ 769454 h 835480"/>
              <a:gd name="connsiteX0" fmla="*/ 708981 w 6239630"/>
              <a:gd name="connsiteY0" fmla="*/ 777245 h 843271"/>
              <a:gd name="connsiteX1" fmla="*/ 837 w 6239630"/>
              <a:gd name="connsiteY1" fmla="*/ 59572 h 843271"/>
              <a:gd name="connsiteX2" fmla="*/ 564459 w 6239630"/>
              <a:gd name="connsiteY2" fmla="*/ 121640 h 843271"/>
              <a:gd name="connsiteX3" fmla="*/ 909240 w 6239630"/>
              <a:gd name="connsiteY3" fmla="*/ 162740 h 843271"/>
              <a:gd name="connsiteX4" fmla="*/ 4491563 w 6239630"/>
              <a:gd name="connsiteY4" fmla="*/ 10234 h 843271"/>
              <a:gd name="connsiteX5" fmla="*/ 6092616 w 6239630"/>
              <a:gd name="connsiteY5" fmla="*/ 81351 h 843271"/>
              <a:gd name="connsiteX6" fmla="*/ 5996638 w 6239630"/>
              <a:gd name="connsiteY6" fmla="*/ 619020 h 843271"/>
              <a:gd name="connsiteX7" fmla="*/ 4584630 w 6239630"/>
              <a:gd name="connsiteY7" fmla="*/ 669078 h 843271"/>
              <a:gd name="connsiteX8" fmla="*/ 1554968 w 6239630"/>
              <a:gd name="connsiteY8" fmla="*/ 811237 h 843271"/>
              <a:gd name="connsiteX9" fmla="*/ 708981 w 6239630"/>
              <a:gd name="connsiteY9" fmla="*/ 777245 h 843271"/>
              <a:gd name="connsiteX0" fmla="*/ 205060 w 5735709"/>
              <a:gd name="connsiteY0" fmla="*/ 777245 h 843271"/>
              <a:gd name="connsiteX1" fmla="*/ 60538 w 5735709"/>
              <a:gd name="connsiteY1" fmla="*/ 121640 h 843271"/>
              <a:gd name="connsiteX2" fmla="*/ 405319 w 5735709"/>
              <a:gd name="connsiteY2" fmla="*/ 162740 h 843271"/>
              <a:gd name="connsiteX3" fmla="*/ 3987642 w 5735709"/>
              <a:gd name="connsiteY3" fmla="*/ 10234 h 843271"/>
              <a:gd name="connsiteX4" fmla="*/ 5588695 w 5735709"/>
              <a:gd name="connsiteY4" fmla="*/ 81351 h 843271"/>
              <a:gd name="connsiteX5" fmla="*/ 5492717 w 5735709"/>
              <a:gd name="connsiteY5" fmla="*/ 619020 h 843271"/>
              <a:gd name="connsiteX6" fmla="*/ 4080709 w 5735709"/>
              <a:gd name="connsiteY6" fmla="*/ 669078 h 843271"/>
              <a:gd name="connsiteX7" fmla="*/ 1051047 w 5735709"/>
              <a:gd name="connsiteY7" fmla="*/ 811237 h 843271"/>
              <a:gd name="connsiteX8" fmla="*/ 205060 w 5735709"/>
              <a:gd name="connsiteY8" fmla="*/ 777245 h 843271"/>
              <a:gd name="connsiteX0" fmla="*/ 178464 w 5709113"/>
              <a:gd name="connsiteY0" fmla="*/ 777245 h 843271"/>
              <a:gd name="connsiteX1" fmla="*/ 378723 w 5709113"/>
              <a:gd name="connsiteY1" fmla="*/ 162740 h 843271"/>
              <a:gd name="connsiteX2" fmla="*/ 3961046 w 5709113"/>
              <a:gd name="connsiteY2" fmla="*/ 10234 h 843271"/>
              <a:gd name="connsiteX3" fmla="*/ 5562099 w 5709113"/>
              <a:gd name="connsiteY3" fmla="*/ 81351 h 843271"/>
              <a:gd name="connsiteX4" fmla="*/ 5466121 w 5709113"/>
              <a:gd name="connsiteY4" fmla="*/ 619020 h 843271"/>
              <a:gd name="connsiteX5" fmla="*/ 4054113 w 5709113"/>
              <a:gd name="connsiteY5" fmla="*/ 669078 h 843271"/>
              <a:gd name="connsiteX6" fmla="*/ 1024451 w 5709113"/>
              <a:gd name="connsiteY6" fmla="*/ 811237 h 843271"/>
              <a:gd name="connsiteX7" fmla="*/ 178464 w 5709113"/>
              <a:gd name="connsiteY7" fmla="*/ 777245 h 843271"/>
              <a:gd name="connsiteX0" fmla="*/ 615645 w 6146294"/>
              <a:gd name="connsiteY0" fmla="*/ 773321 h 835791"/>
              <a:gd name="connsiteX1" fmla="*/ 236784 w 6146294"/>
              <a:gd name="connsiteY1" fmla="*/ 105476 h 835791"/>
              <a:gd name="connsiteX2" fmla="*/ 4398227 w 6146294"/>
              <a:gd name="connsiteY2" fmla="*/ 6310 h 835791"/>
              <a:gd name="connsiteX3" fmla="*/ 5999280 w 6146294"/>
              <a:gd name="connsiteY3" fmla="*/ 77427 h 835791"/>
              <a:gd name="connsiteX4" fmla="*/ 5903302 w 6146294"/>
              <a:gd name="connsiteY4" fmla="*/ 615096 h 835791"/>
              <a:gd name="connsiteX5" fmla="*/ 4491294 w 6146294"/>
              <a:gd name="connsiteY5" fmla="*/ 665154 h 835791"/>
              <a:gd name="connsiteX6" fmla="*/ 1461632 w 6146294"/>
              <a:gd name="connsiteY6" fmla="*/ 807313 h 835791"/>
              <a:gd name="connsiteX7" fmla="*/ 615645 w 6146294"/>
              <a:gd name="connsiteY7" fmla="*/ 773321 h 835791"/>
              <a:gd name="connsiteX0" fmla="*/ 317956 w 6298185"/>
              <a:gd name="connsiteY0" fmla="*/ 697121 h 809146"/>
              <a:gd name="connsiteX1" fmla="*/ 388675 w 6298185"/>
              <a:gd name="connsiteY1" fmla="*/ 105476 h 809146"/>
              <a:gd name="connsiteX2" fmla="*/ 4550118 w 6298185"/>
              <a:gd name="connsiteY2" fmla="*/ 6310 h 809146"/>
              <a:gd name="connsiteX3" fmla="*/ 6151171 w 6298185"/>
              <a:gd name="connsiteY3" fmla="*/ 77427 h 809146"/>
              <a:gd name="connsiteX4" fmla="*/ 6055193 w 6298185"/>
              <a:gd name="connsiteY4" fmla="*/ 615096 h 809146"/>
              <a:gd name="connsiteX5" fmla="*/ 4643185 w 6298185"/>
              <a:gd name="connsiteY5" fmla="*/ 665154 h 809146"/>
              <a:gd name="connsiteX6" fmla="*/ 1613523 w 6298185"/>
              <a:gd name="connsiteY6" fmla="*/ 807313 h 809146"/>
              <a:gd name="connsiteX7" fmla="*/ 317956 w 6298185"/>
              <a:gd name="connsiteY7" fmla="*/ 697121 h 809146"/>
              <a:gd name="connsiteX0" fmla="*/ 346441 w 6326670"/>
              <a:gd name="connsiteY0" fmla="*/ 697121 h 749226"/>
              <a:gd name="connsiteX1" fmla="*/ 417160 w 6326670"/>
              <a:gd name="connsiteY1" fmla="*/ 105476 h 749226"/>
              <a:gd name="connsiteX2" fmla="*/ 4578603 w 6326670"/>
              <a:gd name="connsiteY2" fmla="*/ 6310 h 749226"/>
              <a:gd name="connsiteX3" fmla="*/ 6179656 w 6326670"/>
              <a:gd name="connsiteY3" fmla="*/ 77427 h 749226"/>
              <a:gd name="connsiteX4" fmla="*/ 6083678 w 6326670"/>
              <a:gd name="connsiteY4" fmla="*/ 615096 h 749226"/>
              <a:gd name="connsiteX5" fmla="*/ 4671670 w 6326670"/>
              <a:gd name="connsiteY5" fmla="*/ 665154 h 749226"/>
              <a:gd name="connsiteX6" fmla="*/ 2190648 w 6326670"/>
              <a:gd name="connsiteY6" fmla="*/ 715873 h 749226"/>
              <a:gd name="connsiteX7" fmla="*/ 346441 w 6326670"/>
              <a:gd name="connsiteY7" fmla="*/ 697121 h 749226"/>
              <a:gd name="connsiteX0" fmla="*/ 349609 w 6326572"/>
              <a:gd name="connsiteY0" fmla="*/ 658870 h 710975"/>
              <a:gd name="connsiteX1" fmla="*/ 420328 w 6326572"/>
              <a:gd name="connsiteY1" fmla="*/ 67225 h 710975"/>
              <a:gd name="connsiteX2" fmla="*/ 4627491 w 6326572"/>
              <a:gd name="connsiteY2" fmla="*/ 44259 h 710975"/>
              <a:gd name="connsiteX3" fmla="*/ 6182824 w 6326572"/>
              <a:gd name="connsiteY3" fmla="*/ 39176 h 710975"/>
              <a:gd name="connsiteX4" fmla="*/ 6086846 w 6326572"/>
              <a:gd name="connsiteY4" fmla="*/ 576845 h 710975"/>
              <a:gd name="connsiteX5" fmla="*/ 4674838 w 6326572"/>
              <a:gd name="connsiteY5" fmla="*/ 626903 h 710975"/>
              <a:gd name="connsiteX6" fmla="*/ 2193816 w 6326572"/>
              <a:gd name="connsiteY6" fmla="*/ 677622 h 710975"/>
              <a:gd name="connsiteX7" fmla="*/ 349609 w 6326572"/>
              <a:gd name="connsiteY7" fmla="*/ 658870 h 710975"/>
              <a:gd name="connsiteX0" fmla="*/ 349609 w 6302093"/>
              <a:gd name="connsiteY0" fmla="*/ 669028 h 753409"/>
              <a:gd name="connsiteX1" fmla="*/ 420328 w 6302093"/>
              <a:gd name="connsiteY1" fmla="*/ 77383 h 753409"/>
              <a:gd name="connsiteX2" fmla="*/ 4627491 w 6302093"/>
              <a:gd name="connsiteY2" fmla="*/ 54417 h 753409"/>
              <a:gd name="connsiteX3" fmla="*/ 6182824 w 6302093"/>
              <a:gd name="connsiteY3" fmla="*/ 49334 h 753409"/>
              <a:gd name="connsiteX4" fmla="*/ 6025886 w 6302093"/>
              <a:gd name="connsiteY4" fmla="*/ 724163 h 753409"/>
              <a:gd name="connsiteX5" fmla="*/ 4674838 w 6302093"/>
              <a:gd name="connsiteY5" fmla="*/ 637061 h 753409"/>
              <a:gd name="connsiteX6" fmla="*/ 2193816 w 6302093"/>
              <a:gd name="connsiteY6" fmla="*/ 687780 h 753409"/>
              <a:gd name="connsiteX7" fmla="*/ 349609 w 6302093"/>
              <a:gd name="connsiteY7" fmla="*/ 669028 h 753409"/>
              <a:gd name="connsiteX0" fmla="*/ 349609 w 6361421"/>
              <a:gd name="connsiteY0" fmla="*/ 649016 h 725012"/>
              <a:gd name="connsiteX1" fmla="*/ 420328 w 6361421"/>
              <a:gd name="connsiteY1" fmla="*/ 57371 h 725012"/>
              <a:gd name="connsiteX2" fmla="*/ 4627491 w 6361421"/>
              <a:gd name="connsiteY2" fmla="*/ 34405 h 725012"/>
              <a:gd name="connsiteX3" fmla="*/ 6259024 w 6361421"/>
              <a:gd name="connsiteY3" fmla="*/ 158862 h 725012"/>
              <a:gd name="connsiteX4" fmla="*/ 6025886 w 6361421"/>
              <a:gd name="connsiteY4" fmla="*/ 704151 h 725012"/>
              <a:gd name="connsiteX5" fmla="*/ 4674838 w 6361421"/>
              <a:gd name="connsiteY5" fmla="*/ 617049 h 725012"/>
              <a:gd name="connsiteX6" fmla="*/ 2193816 w 6361421"/>
              <a:gd name="connsiteY6" fmla="*/ 667768 h 725012"/>
              <a:gd name="connsiteX7" fmla="*/ 349609 w 6361421"/>
              <a:gd name="connsiteY7" fmla="*/ 649016 h 725012"/>
              <a:gd name="connsiteX0" fmla="*/ 349609 w 6363738"/>
              <a:gd name="connsiteY0" fmla="*/ 649016 h 701121"/>
              <a:gd name="connsiteX1" fmla="*/ 420328 w 6363738"/>
              <a:gd name="connsiteY1" fmla="*/ 57371 h 701121"/>
              <a:gd name="connsiteX2" fmla="*/ 4627491 w 6363738"/>
              <a:gd name="connsiteY2" fmla="*/ 34405 h 701121"/>
              <a:gd name="connsiteX3" fmla="*/ 6259024 w 6363738"/>
              <a:gd name="connsiteY3" fmla="*/ 158862 h 701121"/>
              <a:gd name="connsiteX4" fmla="*/ 6033506 w 6363738"/>
              <a:gd name="connsiteY4" fmla="*/ 666051 h 701121"/>
              <a:gd name="connsiteX5" fmla="*/ 4674838 w 6363738"/>
              <a:gd name="connsiteY5" fmla="*/ 617049 h 701121"/>
              <a:gd name="connsiteX6" fmla="*/ 2193816 w 6363738"/>
              <a:gd name="connsiteY6" fmla="*/ 667768 h 701121"/>
              <a:gd name="connsiteX7" fmla="*/ 349609 w 6363738"/>
              <a:gd name="connsiteY7" fmla="*/ 649016 h 701121"/>
              <a:gd name="connsiteX0" fmla="*/ 349609 w 6365036"/>
              <a:gd name="connsiteY0" fmla="*/ 649016 h 700128"/>
              <a:gd name="connsiteX1" fmla="*/ 420328 w 6365036"/>
              <a:gd name="connsiteY1" fmla="*/ 57371 h 700128"/>
              <a:gd name="connsiteX2" fmla="*/ 4627491 w 6365036"/>
              <a:gd name="connsiteY2" fmla="*/ 34405 h 700128"/>
              <a:gd name="connsiteX3" fmla="*/ 6259024 w 6365036"/>
              <a:gd name="connsiteY3" fmla="*/ 158862 h 700128"/>
              <a:gd name="connsiteX4" fmla="*/ 6033506 w 6365036"/>
              <a:gd name="connsiteY4" fmla="*/ 666051 h 700128"/>
              <a:gd name="connsiteX5" fmla="*/ 4636738 w 6365036"/>
              <a:gd name="connsiteY5" fmla="*/ 655149 h 700128"/>
              <a:gd name="connsiteX6" fmla="*/ 2193816 w 6365036"/>
              <a:gd name="connsiteY6" fmla="*/ 667768 h 700128"/>
              <a:gd name="connsiteX7" fmla="*/ 349609 w 6365036"/>
              <a:gd name="connsiteY7" fmla="*/ 649016 h 700128"/>
              <a:gd name="connsiteX0" fmla="*/ 150130 w 6165557"/>
              <a:gd name="connsiteY0" fmla="*/ 682470 h 736189"/>
              <a:gd name="connsiteX1" fmla="*/ 594229 w 6165557"/>
              <a:gd name="connsiteY1" fmla="*/ 45105 h 736189"/>
              <a:gd name="connsiteX2" fmla="*/ 4428012 w 6165557"/>
              <a:gd name="connsiteY2" fmla="*/ 67859 h 736189"/>
              <a:gd name="connsiteX3" fmla="*/ 6059545 w 6165557"/>
              <a:gd name="connsiteY3" fmla="*/ 192316 h 736189"/>
              <a:gd name="connsiteX4" fmla="*/ 5834027 w 6165557"/>
              <a:gd name="connsiteY4" fmla="*/ 699505 h 736189"/>
              <a:gd name="connsiteX5" fmla="*/ 4437259 w 6165557"/>
              <a:gd name="connsiteY5" fmla="*/ 688603 h 736189"/>
              <a:gd name="connsiteX6" fmla="*/ 1994337 w 6165557"/>
              <a:gd name="connsiteY6" fmla="*/ 701222 h 736189"/>
              <a:gd name="connsiteX7" fmla="*/ 150130 w 6165557"/>
              <a:gd name="connsiteY7" fmla="*/ 682470 h 736189"/>
              <a:gd name="connsiteX0" fmla="*/ 115291 w 6275498"/>
              <a:gd name="connsiteY0" fmla="*/ 641550 h 730762"/>
              <a:gd name="connsiteX1" fmla="*/ 704170 w 6275498"/>
              <a:gd name="connsiteY1" fmla="*/ 42285 h 730762"/>
              <a:gd name="connsiteX2" fmla="*/ 4537953 w 6275498"/>
              <a:gd name="connsiteY2" fmla="*/ 65039 h 730762"/>
              <a:gd name="connsiteX3" fmla="*/ 6169486 w 6275498"/>
              <a:gd name="connsiteY3" fmla="*/ 189496 h 730762"/>
              <a:gd name="connsiteX4" fmla="*/ 5943968 w 6275498"/>
              <a:gd name="connsiteY4" fmla="*/ 696685 h 730762"/>
              <a:gd name="connsiteX5" fmla="*/ 4547200 w 6275498"/>
              <a:gd name="connsiteY5" fmla="*/ 685783 h 730762"/>
              <a:gd name="connsiteX6" fmla="*/ 2104278 w 6275498"/>
              <a:gd name="connsiteY6" fmla="*/ 698402 h 730762"/>
              <a:gd name="connsiteX7" fmla="*/ 115291 w 6275498"/>
              <a:gd name="connsiteY7" fmla="*/ 641550 h 730762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2147087 w 6318307"/>
              <a:gd name="connsiteY6" fmla="*/ 716913 h 749273"/>
              <a:gd name="connsiteX7" fmla="*/ 158100 w 6318307"/>
              <a:gd name="connsiteY7" fmla="*/ 660061 h 749273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158100 w 6318307"/>
              <a:gd name="connsiteY6" fmla="*/ 660061 h 749273"/>
              <a:gd name="connsiteX0" fmla="*/ 145695 w 6305902"/>
              <a:gd name="connsiteY0" fmla="*/ 660061 h 790600"/>
              <a:gd name="connsiteX1" fmla="*/ 612654 w 6305902"/>
              <a:gd name="connsiteY1" fmla="*/ 37936 h 790600"/>
              <a:gd name="connsiteX2" fmla="*/ 4568357 w 6305902"/>
              <a:gd name="connsiteY2" fmla="*/ 83550 h 790600"/>
              <a:gd name="connsiteX3" fmla="*/ 6199890 w 6305902"/>
              <a:gd name="connsiteY3" fmla="*/ 208007 h 790600"/>
              <a:gd name="connsiteX4" fmla="*/ 5974372 w 6305902"/>
              <a:gd name="connsiteY4" fmla="*/ 715196 h 790600"/>
              <a:gd name="connsiteX5" fmla="*/ 4577604 w 6305902"/>
              <a:gd name="connsiteY5" fmla="*/ 704294 h 790600"/>
              <a:gd name="connsiteX6" fmla="*/ 145695 w 6305902"/>
              <a:gd name="connsiteY6" fmla="*/ 660061 h 790600"/>
              <a:gd name="connsiteX0" fmla="*/ 145695 w 6305902"/>
              <a:gd name="connsiteY0" fmla="*/ 660061 h 761778"/>
              <a:gd name="connsiteX1" fmla="*/ 612654 w 6305902"/>
              <a:gd name="connsiteY1" fmla="*/ 37936 h 761778"/>
              <a:gd name="connsiteX2" fmla="*/ 4568357 w 6305902"/>
              <a:gd name="connsiteY2" fmla="*/ 83550 h 761778"/>
              <a:gd name="connsiteX3" fmla="*/ 6199890 w 6305902"/>
              <a:gd name="connsiteY3" fmla="*/ 208007 h 761778"/>
              <a:gd name="connsiteX4" fmla="*/ 5974372 w 6305902"/>
              <a:gd name="connsiteY4" fmla="*/ 715196 h 761778"/>
              <a:gd name="connsiteX5" fmla="*/ 4577604 w 6305902"/>
              <a:gd name="connsiteY5" fmla="*/ 704294 h 761778"/>
              <a:gd name="connsiteX6" fmla="*/ 145695 w 6305902"/>
              <a:gd name="connsiteY6" fmla="*/ 660061 h 761778"/>
              <a:gd name="connsiteX0" fmla="*/ 145695 w 6305902"/>
              <a:gd name="connsiteY0" fmla="*/ 660061 h 759511"/>
              <a:gd name="connsiteX1" fmla="*/ 612654 w 6305902"/>
              <a:gd name="connsiteY1" fmla="*/ 37936 h 759511"/>
              <a:gd name="connsiteX2" fmla="*/ 4568357 w 6305902"/>
              <a:gd name="connsiteY2" fmla="*/ 83550 h 759511"/>
              <a:gd name="connsiteX3" fmla="*/ 6199890 w 6305902"/>
              <a:gd name="connsiteY3" fmla="*/ 208007 h 759511"/>
              <a:gd name="connsiteX4" fmla="*/ 5974372 w 6305902"/>
              <a:gd name="connsiteY4" fmla="*/ 715196 h 759511"/>
              <a:gd name="connsiteX5" fmla="*/ 4577604 w 6305902"/>
              <a:gd name="connsiteY5" fmla="*/ 704294 h 759511"/>
              <a:gd name="connsiteX6" fmla="*/ 145695 w 6305902"/>
              <a:gd name="connsiteY6" fmla="*/ 660061 h 759511"/>
              <a:gd name="connsiteX0" fmla="*/ 145695 w 6353656"/>
              <a:gd name="connsiteY0" fmla="*/ 660061 h 864844"/>
              <a:gd name="connsiteX1" fmla="*/ 612654 w 6353656"/>
              <a:gd name="connsiteY1" fmla="*/ 37936 h 864844"/>
              <a:gd name="connsiteX2" fmla="*/ 4568357 w 6353656"/>
              <a:gd name="connsiteY2" fmla="*/ 83550 h 864844"/>
              <a:gd name="connsiteX3" fmla="*/ 6199890 w 6353656"/>
              <a:gd name="connsiteY3" fmla="*/ 208007 h 864844"/>
              <a:gd name="connsiteX4" fmla="*/ 6101372 w 6353656"/>
              <a:gd name="connsiteY4" fmla="*/ 844325 h 864844"/>
              <a:gd name="connsiteX5" fmla="*/ 4577604 w 6353656"/>
              <a:gd name="connsiteY5" fmla="*/ 704294 h 864844"/>
              <a:gd name="connsiteX6" fmla="*/ 145695 w 6353656"/>
              <a:gd name="connsiteY6" fmla="*/ 660061 h 864844"/>
              <a:gd name="connsiteX0" fmla="*/ 145695 w 6305902"/>
              <a:gd name="connsiteY0" fmla="*/ 660061 h 936658"/>
              <a:gd name="connsiteX1" fmla="*/ 612654 w 6305902"/>
              <a:gd name="connsiteY1" fmla="*/ 37936 h 936658"/>
              <a:gd name="connsiteX2" fmla="*/ 4568357 w 6305902"/>
              <a:gd name="connsiteY2" fmla="*/ 83550 h 936658"/>
              <a:gd name="connsiteX3" fmla="*/ 6199890 w 6305902"/>
              <a:gd name="connsiteY3" fmla="*/ 208007 h 936658"/>
              <a:gd name="connsiteX4" fmla="*/ 5974372 w 6305902"/>
              <a:gd name="connsiteY4" fmla="*/ 920283 h 936658"/>
              <a:gd name="connsiteX5" fmla="*/ 4577604 w 6305902"/>
              <a:gd name="connsiteY5" fmla="*/ 704294 h 936658"/>
              <a:gd name="connsiteX6" fmla="*/ 145695 w 6305902"/>
              <a:gd name="connsiteY6" fmla="*/ 660061 h 936658"/>
              <a:gd name="connsiteX0" fmla="*/ 301714 w 6480492"/>
              <a:gd name="connsiteY0" fmla="*/ 660061 h 942033"/>
              <a:gd name="connsiteX1" fmla="*/ 768673 w 6480492"/>
              <a:gd name="connsiteY1" fmla="*/ 37936 h 942033"/>
              <a:gd name="connsiteX2" fmla="*/ 4724376 w 6480492"/>
              <a:gd name="connsiteY2" fmla="*/ 83550 h 942033"/>
              <a:gd name="connsiteX3" fmla="*/ 6355909 w 6480492"/>
              <a:gd name="connsiteY3" fmla="*/ 208007 h 942033"/>
              <a:gd name="connsiteX4" fmla="*/ 6130391 w 6480492"/>
              <a:gd name="connsiteY4" fmla="*/ 920283 h 942033"/>
              <a:gd name="connsiteX5" fmla="*/ 4244673 w 6480492"/>
              <a:gd name="connsiteY5" fmla="*/ 749869 h 942033"/>
              <a:gd name="connsiteX6" fmla="*/ 301714 w 6480492"/>
              <a:gd name="connsiteY6" fmla="*/ 660061 h 942033"/>
              <a:gd name="connsiteX0" fmla="*/ 308739 w 6483618"/>
              <a:gd name="connsiteY0" fmla="*/ 660061 h 942033"/>
              <a:gd name="connsiteX1" fmla="*/ 775698 w 6483618"/>
              <a:gd name="connsiteY1" fmla="*/ 37936 h 942033"/>
              <a:gd name="connsiteX2" fmla="*/ 4731401 w 6483618"/>
              <a:gd name="connsiteY2" fmla="*/ 83550 h 942033"/>
              <a:gd name="connsiteX3" fmla="*/ 6362934 w 6483618"/>
              <a:gd name="connsiteY3" fmla="*/ 208007 h 942033"/>
              <a:gd name="connsiteX4" fmla="*/ 6137416 w 6483618"/>
              <a:gd name="connsiteY4" fmla="*/ 920283 h 942033"/>
              <a:gd name="connsiteX5" fmla="*/ 4346948 w 6483618"/>
              <a:gd name="connsiteY5" fmla="*/ 749869 h 942033"/>
              <a:gd name="connsiteX6" fmla="*/ 308739 w 6483618"/>
              <a:gd name="connsiteY6" fmla="*/ 660061 h 942033"/>
              <a:gd name="connsiteX0" fmla="*/ 308739 w 6500577"/>
              <a:gd name="connsiteY0" fmla="*/ 660061 h 865601"/>
              <a:gd name="connsiteX1" fmla="*/ 775698 w 6500577"/>
              <a:gd name="connsiteY1" fmla="*/ 37936 h 865601"/>
              <a:gd name="connsiteX2" fmla="*/ 4731401 w 6500577"/>
              <a:gd name="connsiteY2" fmla="*/ 83550 h 865601"/>
              <a:gd name="connsiteX3" fmla="*/ 6362934 w 6500577"/>
              <a:gd name="connsiteY3" fmla="*/ 208007 h 865601"/>
              <a:gd name="connsiteX4" fmla="*/ 6181866 w 6500577"/>
              <a:gd name="connsiteY4" fmla="*/ 836728 h 865601"/>
              <a:gd name="connsiteX5" fmla="*/ 4346948 w 6500577"/>
              <a:gd name="connsiteY5" fmla="*/ 749869 h 865601"/>
              <a:gd name="connsiteX6" fmla="*/ 308739 w 6500577"/>
              <a:gd name="connsiteY6" fmla="*/ 660061 h 865601"/>
              <a:gd name="connsiteX0" fmla="*/ 300879 w 6524467"/>
              <a:gd name="connsiteY0" fmla="*/ 814941 h 873479"/>
              <a:gd name="connsiteX1" fmla="*/ 799588 w 6524467"/>
              <a:gd name="connsiteY1" fmla="*/ 48495 h 873479"/>
              <a:gd name="connsiteX2" fmla="*/ 4755291 w 6524467"/>
              <a:gd name="connsiteY2" fmla="*/ 94109 h 873479"/>
              <a:gd name="connsiteX3" fmla="*/ 6386824 w 6524467"/>
              <a:gd name="connsiteY3" fmla="*/ 218566 h 873479"/>
              <a:gd name="connsiteX4" fmla="*/ 6205756 w 6524467"/>
              <a:gd name="connsiteY4" fmla="*/ 847287 h 873479"/>
              <a:gd name="connsiteX5" fmla="*/ 4370838 w 6524467"/>
              <a:gd name="connsiteY5" fmla="*/ 760428 h 873479"/>
              <a:gd name="connsiteX6" fmla="*/ 300879 w 6524467"/>
              <a:gd name="connsiteY6" fmla="*/ 814941 h 873479"/>
              <a:gd name="connsiteX0" fmla="*/ 380534 w 6331072"/>
              <a:gd name="connsiteY0" fmla="*/ 814941 h 873479"/>
              <a:gd name="connsiteX1" fmla="*/ 606193 w 6331072"/>
              <a:gd name="connsiteY1" fmla="*/ 48495 h 873479"/>
              <a:gd name="connsiteX2" fmla="*/ 4561896 w 6331072"/>
              <a:gd name="connsiteY2" fmla="*/ 94109 h 873479"/>
              <a:gd name="connsiteX3" fmla="*/ 6193429 w 6331072"/>
              <a:gd name="connsiteY3" fmla="*/ 218566 h 873479"/>
              <a:gd name="connsiteX4" fmla="*/ 6012361 w 6331072"/>
              <a:gd name="connsiteY4" fmla="*/ 847287 h 873479"/>
              <a:gd name="connsiteX5" fmla="*/ 4177443 w 6331072"/>
              <a:gd name="connsiteY5" fmla="*/ 760428 h 873479"/>
              <a:gd name="connsiteX6" fmla="*/ 380534 w 6331072"/>
              <a:gd name="connsiteY6" fmla="*/ 814941 h 873479"/>
              <a:gd name="connsiteX0" fmla="*/ 380534 w 6331072"/>
              <a:gd name="connsiteY0" fmla="*/ 814941 h 877598"/>
              <a:gd name="connsiteX1" fmla="*/ 606193 w 6331072"/>
              <a:gd name="connsiteY1" fmla="*/ 48495 h 877598"/>
              <a:gd name="connsiteX2" fmla="*/ 4561896 w 6331072"/>
              <a:gd name="connsiteY2" fmla="*/ 94109 h 877598"/>
              <a:gd name="connsiteX3" fmla="*/ 6193429 w 6331072"/>
              <a:gd name="connsiteY3" fmla="*/ 218566 h 877598"/>
              <a:gd name="connsiteX4" fmla="*/ 6012361 w 6331072"/>
              <a:gd name="connsiteY4" fmla="*/ 847287 h 877598"/>
              <a:gd name="connsiteX5" fmla="*/ 4177443 w 6331072"/>
              <a:gd name="connsiteY5" fmla="*/ 760428 h 877598"/>
              <a:gd name="connsiteX6" fmla="*/ 380534 w 6331072"/>
              <a:gd name="connsiteY6" fmla="*/ 814941 h 877598"/>
              <a:gd name="connsiteX0" fmla="*/ 380534 w 6345659"/>
              <a:gd name="connsiteY0" fmla="*/ 814941 h 846357"/>
              <a:gd name="connsiteX1" fmla="*/ 606193 w 6345659"/>
              <a:gd name="connsiteY1" fmla="*/ 48495 h 846357"/>
              <a:gd name="connsiteX2" fmla="*/ 4561896 w 6345659"/>
              <a:gd name="connsiteY2" fmla="*/ 94109 h 846357"/>
              <a:gd name="connsiteX3" fmla="*/ 6193429 w 6345659"/>
              <a:gd name="connsiteY3" fmla="*/ 218566 h 846357"/>
              <a:gd name="connsiteX4" fmla="*/ 6046851 w 6345659"/>
              <a:gd name="connsiteY4" fmla="*/ 744744 h 846357"/>
              <a:gd name="connsiteX5" fmla="*/ 4177443 w 6345659"/>
              <a:gd name="connsiteY5" fmla="*/ 760428 h 846357"/>
              <a:gd name="connsiteX6" fmla="*/ 380534 w 6345659"/>
              <a:gd name="connsiteY6" fmla="*/ 814941 h 846357"/>
              <a:gd name="connsiteX0" fmla="*/ 412125 w 6291026"/>
              <a:gd name="connsiteY0" fmla="*/ 686551 h 793232"/>
              <a:gd name="connsiteX1" fmla="*/ 551560 w 6291026"/>
              <a:gd name="connsiteY1" fmla="*/ 39739 h 793232"/>
              <a:gd name="connsiteX2" fmla="*/ 4507263 w 6291026"/>
              <a:gd name="connsiteY2" fmla="*/ 85353 h 793232"/>
              <a:gd name="connsiteX3" fmla="*/ 6138796 w 6291026"/>
              <a:gd name="connsiteY3" fmla="*/ 209810 h 793232"/>
              <a:gd name="connsiteX4" fmla="*/ 5992218 w 6291026"/>
              <a:gd name="connsiteY4" fmla="*/ 735988 h 793232"/>
              <a:gd name="connsiteX5" fmla="*/ 4122810 w 6291026"/>
              <a:gd name="connsiteY5" fmla="*/ 751672 h 793232"/>
              <a:gd name="connsiteX6" fmla="*/ 412125 w 6291026"/>
              <a:gd name="connsiteY6" fmla="*/ 686551 h 793232"/>
              <a:gd name="connsiteX0" fmla="*/ 412123 w 6291024"/>
              <a:gd name="connsiteY0" fmla="*/ 729344 h 796146"/>
              <a:gd name="connsiteX1" fmla="*/ 551558 w 6291024"/>
              <a:gd name="connsiteY1" fmla="*/ 42653 h 796146"/>
              <a:gd name="connsiteX2" fmla="*/ 4507261 w 6291024"/>
              <a:gd name="connsiteY2" fmla="*/ 88267 h 796146"/>
              <a:gd name="connsiteX3" fmla="*/ 6138794 w 6291024"/>
              <a:gd name="connsiteY3" fmla="*/ 212724 h 796146"/>
              <a:gd name="connsiteX4" fmla="*/ 5992216 w 6291024"/>
              <a:gd name="connsiteY4" fmla="*/ 738902 h 796146"/>
              <a:gd name="connsiteX5" fmla="*/ 4122808 w 6291024"/>
              <a:gd name="connsiteY5" fmla="*/ 754586 h 796146"/>
              <a:gd name="connsiteX6" fmla="*/ 412123 w 6291024"/>
              <a:gd name="connsiteY6" fmla="*/ 729344 h 796146"/>
              <a:gd name="connsiteX0" fmla="*/ 390573 w 6269474"/>
              <a:gd name="connsiteY0" fmla="*/ 702108 h 768910"/>
              <a:gd name="connsiteX1" fmla="*/ 573121 w 6269474"/>
              <a:gd name="connsiteY1" fmla="*/ 49598 h 768910"/>
              <a:gd name="connsiteX2" fmla="*/ 4485711 w 6269474"/>
              <a:gd name="connsiteY2" fmla="*/ 61031 h 768910"/>
              <a:gd name="connsiteX3" fmla="*/ 6117244 w 6269474"/>
              <a:gd name="connsiteY3" fmla="*/ 185488 h 768910"/>
              <a:gd name="connsiteX4" fmla="*/ 5970666 w 6269474"/>
              <a:gd name="connsiteY4" fmla="*/ 711666 h 768910"/>
              <a:gd name="connsiteX5" fmla="*/ 4101258 w 6269474"/>
              <a:gd name="connsiteY5" fmla="*/ 727350 h 768910"/>
              <a:gd name="connsiteX6" fmla="*/ 390573 w 6269474"/>
              <a:gd name="connsiteY6" fmla="*/ 702108 h 76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69474" h="768910">
                <a:moveTo>
                  <a:pt x="390573" y="702108"/>
                </a:moveTo>
                <a:cubicBezTo>
                  <a:pt x="-197450" y="589149"/>
                  <a:pt x="-109402" y="156444"/>
                  <a:pt x="573121" y="49598"/>
                </a:cubicBezTo>
                <a:cubicBezTo>
                  <a:pt x="1255644" y="-57248"/>
                  <a:pt x="3561691" y="38383"/>
                  <a:pt x="4485711" y="61031"/>
                </a:cubicBezTo>
                <a:cubicBezTo>
                  <a:pt x="5409731" y="83679"/>
                  <a:pt x="5869752" y="77049"/>
                  <a:pt x="6117244" y="185488"/>
                </a:cubicBezTo>
                <a:cubicBezTo>
                  <a:pt x="6364736" y="293927"/>
                  <a:pt x="6306664" y="621356"/>
                  <a:pt x="5970666" y="711666"/>
                </a:cubicBezTo>
                <a:cubicBezTo>
                  <a:pt x="5634668" y="801976"/>
                  <a:pt x="5039024" y="768167"/>
                  <a:pt x="4101258" y="727350"/>
                </a:cubicBezTo>
                <a:cubicBezTo>
                  <a:pt x="2057720" y="638404"/>
                  <a:pt x="978596" y="815067"/>
                  <a:pt x="390573" y="702108"/>
                </a:cubicBezTo>
                <a:close/>
              </a:path>
            </a:pathLst>
          </a:cu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C4756D5-5D65-A398-86F1-9DB142A7EB89}"/>
              </a:ext>
            </a:extLst>
          </p:cNvPr>
          <p:cNvSpPr txBox="1"/>
          <p:nvPr/>
        </p:nvSpPr>
        <p:spPr>
          <a:xfrm>
            <a:off x="7013372" y="2307288"/>
            <a:ext cx="8494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02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945F73-5F23-F688-AE9A-F8447F60E41C}"/>
              </a:ext>
            </a:extLst>
          </p:cNvPr>
          <p:cNvSpPr txBox="1"/>
          <p:nvPr/>
        </p:nvSpPr>
        <p:spPr>
          <a:xfrm>
            <a:off x="7870605" y="2310078"/>
            <a:ext cx="33952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Problems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51F121-5BB9-0BF4-919E-F27CE38DC3CF}"/>
              </a:ext>
            </a:extLst>
          </p:cNvPr>
          <p:cNvSpPr txBox="1"/>
          <p:nvPr/>
        </p:nvSpPr>
        <p:spPr>
          <a:xfrm>
            <a:off x="2569088" y="4481526"/>
            <a:ext cx="56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03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45455747-D7F9-FB0D-0099-25D193572F5F}"/>
              </a:ext>
            </a:extLst>
          </p:cNvPr>
          <p:cNvGrpSpPr/>
          <p:nvPr/>
        </p:nvGrpSpPr>
        <p:grpSpPr>
          <a:xfrm>
            <a:off x="3637034" y="978851"/>
            <a:ext cx="4917932" cy="345858"/>
            <a:chOff x="4745815" y="1182045"/>
            <a:chExt cx="2775185" cy="200025"/>
          </a:xfrm>
          <a:solidFill>
            <a:schemeClr val="bg1"/>
          </a:solidFill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EA221E7E-8AC1-1B3D-CA07-F52FE07B2DF2}"/>
                </a:ext>
              </a:extLst>
            </p:cNvPr>
            <p:cNvSpPr/>
            <p:nvPr/>
          </p:nvSpPr>
          <p:spPr>
            <a:xfrm>
              <a:off x="4745815" y="1182045"/>
              <a:ext cx="504825" cy="20002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8E70C4A8-1F7B-10F8-CB06-FF8384861E3B}"/>
                </a:ext>
              </a:extLst>
            </p:cNvPr>
            <p:cNvSpPr/>
            <p:nvPr/>
          </p:nvSpPr>
          <p:spPr>
            <a:xfrm>
              <a:off x="7016175" y="1182045"/>
              <a:ext cx="504825" cy="200025"/>
            </a:xfrm>
            <a:prstGeom prst="roundRect">
              <a:avLst>
                <a:gd name="adj" fmla="val 50000"/>
              </a:avLst>
            </a:prstGeom>
            <a:grpFill/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</p:grpSp>
      <p:sp>
        <p:nvSpPr>
          <p:cNvPr id="6" name="任意多边形: 形状 471">
            <a:extLst>
              <a:ext uri="{FF2B5EF4-FFF2-40B4-BE49-F238E27FC236}">
                <a16:creationId xmlns:a16="http://schemas.microsoft.com/office/drawing/2014/main" id="{AC0FEAFD-E39A-D18B-AE3A-C8F50FEF5DFC}"/>
              </a:ext>
            </a:extLst>
          </p:cNvPr>
          <p:cNvSpPr/>
          <p:nvPr/>
        </p:nvSpPr>
        <p:spPr>
          <a:xfrm flipH="1">
            <a:off x="2782348" y="4011847"/>
            <a:ext cx="2889121" cy="647406"/>
          </a:xfrm>
          <a:custGeom>
            <a:avLst/>
            <a:gdLst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29907 w 6127268"/>
              <a:gd name="connsiteY32" fmla="*/ 243727 h 917430"/>
              <a:gd name="connsiteX33" fmla="*/ 681 w 6127268"/>
              <a:gd name="connsiteY33" fmla="*/ 170402 h 917430"/>
              <a:gd name="connsiteX34" fmla="*/ 18735 w 6127268"/>
              <a:gd name="connsiteY34" fmla="*/ 92764 h 917430"/>
              <a:gd name="connsiteX35" fmla="*/ 185861 w 6127268"/>
              <a:gd name="connsiteY35" fmla="*/ 3843 h 917430"/>
              <a:gd name="connsiteX36" fmla="*/ 245451 w 6127268"/>
              <a:gd name="connsiteY36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681 w 6127268"/>
              <a:gd name="connsiteY32" fmla="*/ 170402 h 917430"/>
              <a:gd name="connsiteX33" fmla="*/ 18735 w 6127268"/>
              <a:gd name="connsiteY33" fmla="*/ 92764 h 917430"/>
              <a:gd name="connsiteX34" fmla="*/ 185861 w 6127268"/>
              <a:gd name="connsiteY34" fmla="*/ 3843 h 917430"/>
              <a:gd name="connsiteX35" fmla="*/ 245451 w 6127268"/>
              <a:gd name="connsiteY35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735 w 6127268"/>
              <a:gd name="connsiteY32" fmla="*/ 92764 h 917430"/>
              <a:gd name="connsiteX33" fmla="*/ 185861 w 6127268"/>
              <a:gd name="connsiteY33" fmla="*/ 3843 h 917430"/>
              <a:gd name="connsiteX34" fmla="*/ 245451 w 6127268"/>
              <a:gd name="connsiteY34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5861 w 6127268"/>
              <a:gd name="connsiteY32" fmla="*/ 3843 h 917430"/>
              <a:gd name="connsiteX33" fmla="*/ 245451 w 6127268"/>
              <a:gd name="connsiteY33" fmla="*/ 48 h 917430"/>
              <a:gd name="connsiteX0" fmla="*/ 245451 w 6127268"/>
              <a:gd name="connsiteY0" fmla="*/ 0 h 917382"/>
              <a:gd name="connsiteX1" fmla="*/ 408809 w 6127268"/>
              <a:gd name="connsiteY1" fmla="*/ 37691 h 917382"/>
              <a:gd name="connsiteX2" fmla="*/ 629531 w 6127268"/>
              <a:gd name="connsiteY2" fmla="*/ 130239 h 917382"/>
              <a:gd name="connsiteX3" fmla="*/ 974312 w 6127268"/>
              <a:gd name="connsiteY3" fmla="*/ 171339 h 917382"/>
              <a:gd name="connsiteX4" fmla="*/ 2055319 w 6127268"/>
              <a:gd name="connsiteY4" fmla="*/ 176465 h 917382"/>
              <a:gd name="connsiteX5" fmla="*/ 3186669 w 6127268"/>
              <a:gd name="connsiteY5" fmla="*/ 105337 h 917382"/>
              <a:gd name="connsiteX6" fmla="*/ 3887620 w 6127268"/>
              <a:gd name="connsiteY6" fmla="*/ 46056 h 917382"/>
              <a:gd name="connsiteX7" fmla="*/ 4556635 w 6127268"/>
              <a:gd name="connsiteY7" fmla="*/ 18833 h 917382"/>
              <a:gd name="connsiteX8" fmla="*/ 5167088 w 6127268"/>
              <a:gd name="connsiteY8" fmla="*/ 67090 h 917382"/>
              <a:gd name="connsiteX9" fmla="*/ 5906224 w 6127268"/>
              <a:gd name="connsiteY9" fmla="*/ 263791 h 917382"/>
              <a:gd name="connsiteX10" fmla="*/ 6059223 w 6127268"/>
              <a:gd name="connsiteY10" fmla="*/ 342026 h 917382"/>
              <a:gd name="connsiteX11" fmla="*/ 6113589 w 6127268"/>
              <a:gd name="connsiteY11" fmla="*/ 513728 h 917382"/>
              <a:gd name="connsiteX12" fmla="*/ 6090612 w 6127268"/>
              <a:gd name="connsiteY12" fmla="*/ 544154 h 917382"/>
              <a:gd name="connsiteX13" fmla="*/ 6121691 w 6127268"/>
              <a:gd name="connsiteY13" fmla="*/ 585099 h 917382"/>
              <a:gd name="connsiteX14" fmla="*/ 6113633 w 6127268"/>
              <a:gd name="connsiteY14" fmla="*/ 674024 h 917382"/>
              <a:gd name="connsiteX15" fmla="*/ 6121691 w 6127268"/>
              <a:gd name="connsiteY15" fmla="*/ 684640 h 917382"/>
              <a:gd name="connsiteX16" fmla="*/ 6113589 w 6127268"/>
              <a:gd name="connsiteY16" fmla="*/ 774045 h 917382"/>
              <a:gd name="connsiteX17" fmla="*/ 5874802 w 6127268"/>
              <a:gd name="connsiteY17" fmla="*/ 909483 h 917382"/>
              <a:gd name="connsiteX18" fmla="*/ 5545260 w 6127268"/>
              <a:gd name="connsiteY18" fmla="*/ 868914 h 917382"/>
              <a:gd name="connsiteX19" fmla="*/ 5124450 w 6127268"/>
              <a:gd name="connsiteY19" fmla="*/ 734299 h 917382"/>
              <a:gd name="connsiteX20" fmla="*/ 4649702 w 6127268"/>
              <a:gd name="connsiteY20" fmla="*/ 677677 h 917382"/>
              <a:gd name="connsiteX21" fmla="*/ 4025807 w 6127268"/>
              <a:gd name="connsiteY21" fmla="*/ 678306 h 917382"/>
              <a:gd name="connsiteX22" fmla="*/ 3229906 w 6127268"/>
              <a:gd name="connsiteY22" fmla="*/ 740923 h 917382"/>
              <a:gd name="connsiteX23" fmla="*/ 2356693 w 6127268"/>
              <a:gd name="connsiteY23" fmla="*/ 798174 h 917382"/>
              <a:gd name="connsiteX24" fmla="*/ 1620040 w 6127268"/>
              <a:gd name="connsiteY24" fmla="*/ 819836 h 917382"/>
              <a:gd name="connsiteX25" fmla="*/ 774053 w 6127268"/>
              <a:gd name="connsiteY25" fmla="*/ 785844 h 917382"/>
              <a:gd name="connsiteX26" fmla="*/ 301958 w 6127268"/>
              <a:gd name="connsiteY26" fmla="*/ 687493 h 917382"/>
              <a:gd name="connsiteX27" fmla="*/ 31235 w 6127268"/>
              <a:gd name="connsiteY27" fmla="*/ 507329 h 917382"/>
              <a:gd name="connsiteX28" fmla="*/ 681 w 6127268"/>
              <a:gd name="connsiteY28" fmla="*/ 430671 h 917382"/>
              <a:gd name="connsiteX29" fmla="*/ 15300 w 6127268"/>
              <a:gd name="connsiteY29" fmla="*/ 367807 h 917382"/>
              <a:gd name="connsiteX30" fmla="*/ 681 w 6127268"/>
              <a:gd name="connsiteY30" fmla="*/ 331130 h 917382"/>
              <a:gd name="connsiteX31" fmla="*/ 18735 w 6127268"/>
              <a:gd name="connsiteY31" fmla="*/ 253492 h 917382"/>
              <a:gd name="connsiteX32" fmla="*/ 245451 w 6127268"/>
              <a:gd name="connsiteY32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4619 w 6126587"/>
              <a:gd name="connsiteY29" fmla="*/ 367807 h 917382"/>
              <a:gd name="connsiteX30" fmla="*/ 18054 w 6126587"/>
              <a:gd name="connsiteY30" fmla="*/ 253492 h 917382"/>
              <a:gd name="connsiteX31" fmla="*/ 244770 w 6126587"/>
              <a:gd name="connsiteY31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8054 w 6126587"/>
              <a:gd name="connsiteY29" fmla="*/ 253492 h 917382"/>
              <a:gd name="connsiteX30" fmla="*/ 244770 w 6126587"/>
              <a:gd name="connsiteY30" fmla="*/ 0 h 917382"/>
              <a:gd name="connsiteX0" fmla="*/ 251762 w 6133579"/>
              <a:gd name="connsiteY0" fmla="*/ 0 h 917382"/>
              <a:gd name="connsiteX1" fmla="*/ 415120 w 6133579"/>
              <a:gd name="connsiteY1" fmla="*/ 37691 h 917382"/>
              <a:gd name="connsiteX2" fmla="*/ 635842 w 6133579"/>
              <a:gd name="connsiteY2" fmla="*/ 130239 h 917382"/>
              <a:gd name="connsiteX3" fmla="*/ 980623 w 6133579"/>
              <a:gd name="connsiteY3" fmla="*/ 171339 h 917382"/>
              <a:gd name="connsiteX4" fmla="*/ 2061630 w 6133579"/>
              <a:gd name="connsiteY4" fmla="*/ 176465 h 917382"/>
              <a:gd name="connsiteX5" fmla="*/ 3192980 w 6133579"/>
              <a:gd name="connsiteY5" fmla="*/ 105337 h 917382"/>
              <a:gd name="connsiteX6" fmla="*/ 3893931 w 6133579"/>
              <a:gd name="connsiteY6" fmla="*/ 46056 h 917382"/>
              <a:gd name="connsiteX7" fmla="*/ 4562946 w 6133579"/>
              <a:gd name="connsiteY7" fmla="*/ 18833 h 917382"/>
              <a:gd name="connsiteX8" fmla="*/ 5173399 w 6133579"/>
              <a:gd name="connsiteY8" fmla="*/ 67090 h 917382"/>
              <a:gd name="connsiteX9" fmla="*/ 5912535 w 6133579"/>
              <a:gd name="connsiteY9" fmla="*/ 263791 h 917382"/>
              <a:gd name="connsiteX10" fmla="*/ 6065534 w 6133579"/>
              <a:gd name="connsiteY10" fmla="*/ 342026 h 917382"/>
              <a:gd name="connsiteX11" fmla="*/ 6119900 w 6133579"/>
              <a:gd name="connsiteY11" fmla="*/ 513728 h 917382"/>
              <a:gd name="connsiteX12" fmla="*/ 6096923 w 6133579"/>
              <a:gd name="connsiteY12" fmla="*/ 544154 h 917382"/>
              <a:gd name="connsiteX13" fmla="*/ 6128002 w 6133579"/>
              <a:gd name="connsiteY13" fmla="*/ 585099 h 917382"/>
              <a:gd name="connsiteX14" fmla="*/ 6119944 w 6133579"/>
              <a:gd name="connsiteY14" fmla="*/ 674024 h 917382"/>
              <a:gd name="connsiteX15" fmla="*/ 6128002 w 6133579"/>
              <a:gd name="connsiteY15" fmla="*/ 684640 h 917382"/>
              <a:gd name="connsiteX16" fmla="*/ 6119900 w 6133579"/>
              <a:gd name="connsiteY16" fmla="*/ 774045 h 917382"/>
              <a:gd name="connsiteX17" fmla="*/ 5881113 w 6133579"/>
              <a:gd name="connsiteY17" fmla="*/ 909483 h 917382"/>
              <a:gd name="connsiteX18" fmla="*/ 5551571 w 6133579"/>
              <a:gd name="connsiteY18" fmla="*/ 868914 h 917382"/>
              <a:gd name="connsiteX19" fmla="*/ 5130761 w 6133579"/>
              <a:gd name="connsiteY19" fmla="*/ 734299 h 917382"/>
              <a:gd name="connsiteX20" fmla="*/ 4656013 w 6133579"/>
              <a:gd name="connsiteY20" fmla="*/ 677677 h 917382"/>
              <a:gd name="connsiteX21" fmla="*/ 4032118 w 6133579"/>
              <a:gd name="connsiteY21" fmla="*/ 678306 h 917382"/>
              <a:gd name="connsiteX22" fmla="*/ 3236217 w 6133579"/>
              <a:gd name="connsiteY22" fmla="*/ 740923 h 917382"/>
              <a:gd name="connsiteX23" fmla="*/ 2363004 w 6133579"/>
              <a:gd name="connsiteY23" fmla="*/ 798174 h 917382"/>
              <a:gd name="connsiteX24" fmla="*/ 1626351 w 6133579"/>
              <a:gd name="connsiteY24" fmla="*/ 819836 h 917382"/>
              <a:gd name="connsiteX25" fmla="*/ 780364 w 6133579"/>
              <a:gd name="connsiteY25" fmla="*/ 785844 h 917382"/>
              <a:gd name="connsiteX26" fmla="*/ 308269 w 6133579"/>
              <a:gd name="connsiteY26" fmla="*/ 687493 h 917382"/>
              <a:gd name="connsiteX27" fmla="*/ 37546 w 6133579"/>
              <a:gd name="connsiteY27" fmla="*/ 507329 h 917382"/>
              <a:gd name="connsiteX28" fmla="*/ 25046 w 6133579"/>
              <a:gd name="connsiteY28" fmla="*/ 253492 h 917382"/>
              <a:gd name="connsiteX29" fmla="*/ 251762 w 6133579"/>
              <a:gd name="connsiteY29" fmla="*/ 0 h 917382"/>
              <a:gd name="connsiteX0" fmla="*/ 226716 w 6108533"/>
              <a:gd name="connsiteY0" fmla="*/ 0 h 917382"/>
              <a:gd name="connsiteX1" fmla="*/ 390074 w 6108533"/>
              <a:gd name="connsiteY1" fmla="*/ 37691 h 917382"/>
              <a:gd name="connsiteX2" fmla="*/ 610796 w 6108533"/>
              <a:gd name="connsiteY2" fmla="*/ 130239 h 917382"/>
              <a:gd name="connsiteX3" fmla="*/ 955577 w 6108533"/>
              <a:gd name="connsiteY3" fmla="*/ 171339 h 917382"/>
              <a:gd name="connsiteX4" fmla="*/ 2036584 w 6108533"/>
              <a:gd name="connsiteY4" fmla="*/ 176465 h 917382"/>
              <a:gd name="connsiteX5" fmla="*/ 3167934 w 6108533"/>
              <a:gd name="connsiteY5" fmla="*/ 105337 h 917382"/>
              <a:gd name="connsiteX6" fmla="*/ 3868885 w 6108533"/>
              <a:gd name="connsiteY6" fmla="*/ 46056 h 917382"/>
              <a:gd name="connsiteX7" fmla="*/ 4537900 w 6108533"/>
              <a:gd name="connsiteY7" fmla="*/ 18833 h 917382"/>
              <a:gd name="connsiteX8" fmla="*/ 5148353 w 6108533"/>
              <a:gd name="connsiteY8" fmla="*/ 67090 h 917382"/>
              <a:gd name="connsiteX9" fmla="*/ 5887489 w 6108533"/>
              <a:gd name="connsiteY9" fmla="*/ 263791 h 917382"/>
              <a:gd name="connsiteX10" fmla="*/ 6040488 w 6108533"/>
              <a:gd name="connsiteY10" fmla="*/ 342026 h 917382"/>
              <a:gd name="connsiteX11" fmla="*/ 6094854 w 6108533"/>
              <a:gd name="connsiteY11" fmla="*/ 513728 h 917382"/>
              <a:gd name="connsiteX12" fmla="*/ 6071877 w 6108533"/>
              <a:gd name="connsiteY12" fmla="*/ 544154 h 917382"/>
              <a:gd name="connsiteX13" fmla="*/ 6102956 w 6108533"/>
              <a:gd name="connsiteY13" fmla="*/ 585099 h 917382"/>
              <a:gd name="connsiteX14" fmla="*/ 6094898 w 6108533"/>
              <a:gd name="connsiteY14" fmla="*/ 674024 h 917382"/>
              <a:gd name="connsiteX15" fmla="*/ 6102956 w 6108533"/>
              <a:gd name="connsiteY15" fmla="*/ 684640 h 917382"/>
              <a:gd name="connsiteX16" fmla="*/ 6094854 w 6108533"/>
              <a:gd name="connsiteY16" fmla="*/ 774045 h 917382"/>
              <a:gd name="connsiteX17" fmla="*/ 5856067 w 6108533"/>
              <a:gd name="connsiteY17" fmla="*/ 909483 h 917382"/>
              <a:gd name="connsiteX18" fmla="*/ 5526525 w 6108533"/>
              <a:gd name="connsiteY18" fmla="*/ 868914 h 917382"/>
              <a:gd name="connsiteX19" fmla="*/ 5105715 w 6108533"/>
              <a:gd name="connsiteY19" fmla="*/ 734299 h 917382"/>
              <a:gd name="connsiteX20" fmla="*/ 4630967 w 6108533"/>
              <a:gd name="connsiteY20" fmla="*/ 677677 h 917382"/>
              <a:gd name="connsiteX21" fmla="*/ 4007072 w 6108533"/>
              <a:gd name="connsiteY21" fmla="*/ 678306 h 917382"/>
              <a:gd name="connsiteX22" fmla="*/ 3211171 w 6108533"/>
              <a:gd name="connsiteY22" fmla="*/ 740923 h 917382"/>
              <a:gd name="connsiteX23" fmla="*/ 2337958 w 6108533"/>
              <a:gd name="connsiteY23" fmla="*/ 798174 h 917382"/>
              <a:gd name="connsiteX24" fmla="*/ 1601305 w 6108533"/>
              <a:gd name="connsiteY24" fmla="*/ 819836 h 917382"/>
              <a:gd name="connsiteX25" fmla="*/ 755318 w 6108533"/>
              <a:gd name="connsiteY25" fmla="*/ 785844 h 917382"/>
              <a:gd name="connsiteX26" fmla="*/ 283223 w 6108533"/>
              <a:gd name="connsiteY26" fmla="*/ 687493 h 917382"/>
              <a:gd name="connsiteX27" fmla="*/ 0 w 6108533"/>
              <a:gd name="connsiteY27" fmla="*/ 253492 h 917382"/>
              <a:gd name="connsiteX28" fmla="*/ 226716 w 6108533"/>
              <a:gd name="connsiteY28" fmla="*/ 0 h 917382"/>
              <a:gd name="connsiteX0" fmla="*/ 13196 w 5895013"/>
              <a:gd name="connsiteY0" fmla="*/ 0 h 917382"/>
              <a:gd name="connsiteX1" fmla="*/ 176554 w 5895013"/>
              <a:gd name="connsiteY1" fmla="*/ 37691 h 917382"/>
              <a:gd name="connsiteX2" fmla="*/ 397276 w 5895013"/>
              <a:gd name="connsiteY2" fmla="*/ 130239 h 917382"/>
              <a:gd name="connsiteX3" fmla="*/ 742057 w 5895013"/>
              <a:gd name="connsiteY3" fmla="*/ 171339 h 917382"/>
              <a:gd name="connsiteX4" fmla="*/ 1823064 w 5895013"/>
              <a:gd name="connsiteY4" fmla="*/ 176465 h 917382"/>
              <a:gd name="connsiteX5" fmla="*/ 2954414 w 5895013"/>
              <a:gd name="connsiteY5" fmla="*/ 105337 h 917382"/>
              <a:gd name="connsiteX6" fmla="*/ 3655365 w 5895013"/>
              <a:gd name="connsiteY6" fmla="*/ 46056 h 917382"/>
              <a:gd name="connsiteX7" fmla="*/ 4324380 w 5895013"/>
              <a:gd name="connsiteY7" fmla="*/ 18833 h 917382"/>
              <a:gd name="connsiteX8" fmla="*/ 4934833 w 5895013"/>
              <a:gd name="connsiteY8" fmla="*/ 67090 h 917382"/>
              <a:gd name="connsiteX9" fmla="*/ 5673969 w 5895013"/>
              <a:gd name="connsiteY9" fmla="*/ 263791 h 917382"/>
              <a:gd name="connsiteX10" fmla="*/ 5826968 w 5895013"/>
              <a:gd name="connsiteY10" fmla="*/ 342026 h 917382"/>
              <a:gd name="connsiteX11" fmla="*/ 5881334 w 5895013"/>
              <a:gd name="connsiteY11" fmla="*/ 513728 h 917382"/>
              <a:gd name="connsiteX12" fmla="*/ 5858357 w 5895013"/>
              <a:gd name="connsiteY12" fmla="*/ 544154 h 917382"/>
              <a:gd name="connsiteX13" fmla="*/ 5889436 w 5895013"/>
              <a:gd name="connsiteY13" fmla="*/ 585099 h 917382"/>
              <a:gd name="connsiteX14" fmla="*/ 5881378 w 5895013"/>
              <a:gd name="connsiteY14" fmla="*/ 674024 h 917382"/>
              <a:gd name="connsiteX15" fmla="*/ 5889436 w 5895013"/>
              <a:gd name="connsiteY15" fmla="*/ 684640 h 917382"/>
              <a:gd name="connsiteX16" fmla="*/ 5881334 w 5895013"/>
              <a:gd name="connsiteY16" fmla="*/ 774045 h 917382"/>
              <a:gd name="connsiteX17" fmla="*/ 5642547 w 5895013"/>
              <a:gd name="connsiteY17" fmla="*/ 909483 h 917382"/>
              <a:gd name="connsiteX18" fmla="*/ 5313005 w 5895013"/>
              <a:gd name="connsiteY18" fmla="*/ 868914 h 917382"/>
              <a:gd name="connsiteX19" fmla="*/ 4892195 w 5895013"/>
              <a:gd name="connsiteY19" fmla="*/ 734299 h 917382"/>
              <a:gd name="connsiteX20" fmla="*/ 4417447 w 5895013"/>
              <a:gd name="connsiteY20" fmla="*/ 677677 h 917382"/>
              <a:gd name="connsiteX21" fmla="*/ 3793552 w 5895013"/>
              <a:gd name="connsiteY21" fmla="*/ 678306 h 917382"/>
              <a:gd name="connsiteX22" fmla="*/ 2997651 w 5895013"/>
              <a:gd name="connsiteY22" fmla="*/ 740923 h 917382"/>
              <a:gd name="connsiteX23" fmla="*/ 2124438 w 5895013"/>
              <a:gd name="connsiteY23" fmla="*/ 798174 h 917382"/>
              <a:gd name="connsiteX24" fmla="*/ 1387785 w 5895013"/>
              <a:gd name="connsiteY24" fmla="*/ 819836 h 917382"/>
              <a:gd name="connsiteX25" fmla="*/ 541798 w 5895013"/>
              <a:gd name="connsiteY25" fmla="*/ 785844 h 917382"/>
              <a:gd name="connsiteX26" fmla="*/ 69703 w 5895013"/>
              <a:gd name="connsiteY26" fmla="*/ 687493 h 917382"/>
              <a:gd name="connsiteX27" fmla="*/ 13196 w 5895013"/>
              <a:gd name="connsiteY27" fmla="*/ 0 h 917382"/>
              <a:gd name="connsiteX0" fmla="*/ 17507 w 5842817"/>
              <a:gd name="connsiteY0" fmla="*/ 678091 h 907980"/>
              <a:gd name="connsiteX1" fmla="*/ 124358 w 5842817"/>
              <a:gd name="connsiteY1" fmla="*/ 28289 h 907980"/>
              <a:gd name="connsiteX2" fmla="*/ 345080 w 5842817"/>
              <a:gd name="connsiteY2" fmla="*/ 120837 h 907980"/>
              <a:gd name="connsiteX3" fmla="*/ 689861 w 5842817"/>
              <a:gd name="connsiteY3" fmla="*/ 161937 h 907980"/>
              <a:gd name="connsiteX4" fmla="*/ 1770868 w 5842817"/>
              <a:gd name="connsiteY4" fmla="*/ 167063 h 907980"/>
              <a:gd name="connsiteX5" fmla="*/ 2902218 w 5842817"/>
              <a:gd name="connsiteY5" fmla="*/ 95935 h 907980"/>
              <a:gd name="connsiteX6" fmla="*/ 3603169 w 5842817"/>
              <a:gd name="connsiteY6" fmla="*/ 36654 h 907980"/>
              <a:gd name="connsiteX7" fmla="*/ 4272184 w 5842817"/>
              <a:gd name="connsiteY7" fmla="*/ 9431 h 907980"/>
              <a:gd name="connsiteX8" fmla="*/ 4882637 w 5842817"/>
              <a:gd name="connsiteY8" fmla="*/ 57688 h 907980"/>
              <a:gd name="connsiteX9" fmla="*/ 5621773 w 5842817"/>
              <a:gd name="connsiteY9" fmla="*/ 254389 h 907980"/>
              <a:gd name="connsiteX10" fmla="*/ 5774772 w 5842817"/>
              <a:gd name="connsiteY10" fmla="*/ 332624 h 907980"/>
              <a:gd name="connsiteX11" fmla="*/ 5829138 w 5842817"/>
              <a:gd name="connsiteY11" fmla="*/ 504326 h 907980"/>
              <a:gd name="connsiteX12" fmla="*/ 5806161 w 5842817"/>
              <a:gd name="connsiteY12" fmla="*/ 534752 h 907980"/>
              <a:gd name="connsiteX13" fmla="*/ 5837240 w 5842817"/>
              <a:gd name="connsiteY13" fmla="*/ 575697 h 907980"/>
              <a:gd name="connsiteX14" fmla="*/ 5829182 w 5842817"/>
              <a:gd name="connsiteY14" fmla="*/ 664622 h 907980"/>
              <a:gd name="connsiteX15" fmla="*/ 5837240 w 5842817"/>
              <a:gd name="connsiteY15" fmla="*/ 675238 h 907980"/>
              <a:gd name="connsiteX16" fmla="*/ 5829138 w 5842817"/>
              <a:gd name="connsiteY16" fmla="*/ 764643 h 907980"/>
              <a:gd name="connsiteX17" fmla="*/ 5590351 w 5842817"/>
              <a:gd name="connsiteY17" fmla="*/ 900081 h 907980"/>
              <a:gd name="connsiteX18" fmla="*/ 5260809 w 5842817"/>
              <a:gd name="connsiteY18" fmla="*/ 859512 h 907980"/>
              <a:gd name="connsiteX19" fmla="*/ 4839999 w 5842817"/>
              <a:gd name="connsiteY19" fmla="*/ 724897 h 907980"/>
              <a:gd name="connsiteX20" fmla="*/ 4365251 w 5842817"/>
              <a:gd name="connsiteY20" fmla="*/ 668275 h 907980"/>
              <a:gd name="connsiteX21" fmla="*/ 3741356 w 5842817"/>
              <a:gd name="connsiteY21" fmla="*/ 668904 h 907980"/>
              <a:gd name="connsiteX22" fmla="*/ 2945455 w 5842817"/>
              <a:gd name="connsiteY22" fmla="*/ 731521 h 907980"/>
              <a:gd name="connsiteX23" fmla="*/ 2072242 w 5842817"/>
              <a:gd name="connsiteY23" fmla="*/ 788772 h 907980"/>
              <a:gd name="connsiteX24" fmla="*/ 1335589 w 5842817"/>
              <a:gd name="connsiteY24" fmla="*/ 810434 h 907980"/>
              <a:gd name="connsiteX25" fmla="*/ 489602 w 5842817"/>
              <a:gd name="connsiteY25" fmla="*/ 776442 h 907980"/>
              <a:gd name="connsiteX26" fmla="*/ 17507 w 5842817"/>
              <a:gd name="connsiteY26" fmla="*/ 678091 h 907980"/>
              <a:gd name="connsiteX0" fmla="*/ 246440 w 6071750"/>
              <a:gd name="connsiteY0" fmla="*/ 669016 h 898905"/>
              <a:gd name="connsiteX1" fmla="*/ 10391 w 6071750"/>
              <a:gd name="connsiteY1" fmla="*/ 49694 h 898905"/>
              <a:gd name="connsiteX2" fmla="*/ 574013 w 6071750"/>
              <a:gd name="connsiteY2" fmla="*/ 111762 h 898905"/>
              <a:gd name="connsiteX3" fmla="*/ 918794 w 6071750"/>
              <a:gd name="connsiteY3" fmla="*/ 152862 h 898905"/>
              <a:gd name="connsiteX4" fmla="*/ 1999801 w 6071750"/>
              <a:gd name="connsiteY4" fmla="*/ 157988 h 898905"/>
              <a:gd name="connsiteX5" fmla="*/ 3131151 w 6071750"/>
              <a:gd name="connsiteY5" fmla="*/ 86860 h 898905"/>
              <a:gd name="connsiteX6" fmla="*/ 3832102 w 6071750"/>
              <a:gd name="connsiteY6" fmla="*/ 27579 h 898905"/>
              <a:gd name="connsiteX7" fmla="*/ 4501117 w 6071750"/>
              <a:gd name="connsiteY7" fmla="*/ 356 h 898905"/>
              <a:gd name="connsiteX8" fmla="*/ 5111570 w 6071750"/>
              <a:gd name="connsiteY8" fmla="*/ 48613 h 898905"/>
              <a:gd name="connsiteX9" fmla="*/ 5850706 w 6071750"/>
              <a:gd name="connsiteY9" fmla="*/ 245314 h 898905"/>
              <a:gd name="connsiteX10" fmla="*/ 6003705 w 6071750"/>
              <a:gd name="connsiteY10" fmla="*/ 323549 h 898905"/>
              <a:gd name="connsiteX11" fmla="*/ 6058071 w 6071750"/>
              <a:gd name="connsiteY11" fmla="*/ 495251 h 898905"/>
              <a:gd name="connsiteX12" fmla="*/ 6035094 w 6071750"/>
              <a:gd name="connsiteY12" fmla="*/ 525677 h 898905"/>
              <a:gd name="connsiteX13" fmla="*/ 6066173 w 6071750"/>
              <a:gd name="connsiteY13" fmla="*/ 566622 h 898905"/>
              <a:gd name="connsiteX14" fmla="*/ 6058115 w 6071750"/>
              <a:gd name="connsiteY14" fmla="*/ 655547 h 898905"/>
              <a:gd name="connsiteX15" fmla="*/ 6066173 w 6071750"/>
              <a:gd name="connsiteY15" fmla="*/ 666163 h 898905"/>
              <a:gd name="connsiteX16" fmla="*/ 6058071 w 6071750"/>
              <a:gd name="connsiteY16" fmla="*/ 755568 h 898905"/>
              <a:gd name="connsiteX17" fmla="*/ 5819284 w 6071750"/>
              <a:gd name="connsiteY17" fmla="*/ 891006 h 898905"/>
              <a:gd name="connsiteX18" fmla="*/ 5489742 w 6071750"/>
              <a:gd name="connsiteY18" fmla="*/ 850437 h 898905"/>
              <a:gd name="connsiteX19" fmla="*/ 5068932 w 6071750"/>
              <a:gd name="connsiteY19" fmla="*/ 715822 h 898905"/>
              <a:gd name="connsiteX20" fmla="*/ 4594184 w 6071750"/>
              <a:gd name="connsiteY20" fmla="*/ 659200 h 898905"/>
              <a:gd name="connsiteX21" fmla="*/ 3970289 w 6071750"/>
              <a:gd name="connsiteY21" fmla="*/ 659829 h 898905"/>
              <a:gd name="connsiteX22" fmla="*/ 3174388 w 6071750"/>
              <a:gd name="connsiteY22" fmla="*/ 722446 h 898905"/>
              <a:gd name="connsiteX23" fmla="*/ 2301175 w 6071750"/>
              <a:gd name="connsiteY23" fmla="*/ 779697 h 898905"/>
              <a:gd name="connsiteX24" fmla="*/ 1564522 w 6071750"/>
              <a:gd name="connsiteY24" fmla="*/ 801359 h 898905"/>
              <a:gd name="connsiteX25" fmla="*/ 718535 w 6071750"/>
              <a:gd name="connsiteY25" fmla="*/ 767367 h 898905"/>
              <a:gd name="connsiteX26" fmla="*/ 246440 w 6071750"/>
              <a:gd name="connsiteY26" fmla="*/ 669016 h 898905"/>
              <a:gd name="connsiteX0" fmla="*/ 248034 w 6073344"/>
              <a:gd name="connsiteY0" fmla="*/ 681433 h 911322"/>
              <a:gd name="connsiteX1" fmla="*/ 11985 w 6073344"/>
              <a:gd name="connsiteY1" fmla="*/ 62111 h 911322"/>
              <a:gd name="connsiteX2" fmla="*/ 575607 w 6073344"/>
              <a:gd name="connsiteY2" fmla="*/ 124179 h 911322"/>
              <a:gd name="connsiteX3" fmla="*/ 920388 w 6073344"/>
              <a:gd name="connsiteY3" fmla="*/ 165279 h 911322"/>
              <a:gd name="connsiteX4" fmla="*/ 2001395 w 6073344"/>
              <a:gd name="connsiteY4" fmla="*/ 170405 h 911322"/>
              <a:gd name="connsiteX5" fmla="*/ 3132745 w 6073344"/>
              <a:gd name="connsiteY5" fmla="*/ 99277 h 911322"/>
              <a:gd name="connsiteX6" fmla="*/ 3833696 w 6073344"/>
              <a:gd name="connsiteY6" fmla="*/ 39996 h 911322"/>
              <a:gd name="connsiteX7" fmla="*/ 4502711 w 6073344"/>
              <a:gd name="connsiteY7" fmla="*/ 12773 h 911322"/>
              <a:gd name="connsiteX8" fmla="*/ 5113164 w 6073344"/>
              <a:gd name="connsiteY8" fmla="*/ 61030 h 911322"/>
              <a:gd name="connsiteX9" fmla="*/ 5852300 w 6073344"/>
              <a:gd name="connsiteY9" fmla="*/ 257731 h 911322"/>
              <a:gd name="connsiteX10" fmla="*/ 6005299 w 6073344"/>
              <a:gd name="connsiteY10" fmla="*/ 335966 h 911322"/>
              <a:gd name="connsiteX11" fmla="*/ 6059665 w 6073344"/>
              <a:gd name="connsiteY11" fmla="*/ 507668 h 911322"/>
              <a:gd name="connsiteX12" fmla="*/ 6036688 w 6073344"/>
              <a:gd name="connsiteY12" fmla="*/ 538094 h 911322"/>
              <a:gd name="connsiteX13" fmla="*/ 6067767 w 6073344"/>
              <a:gd name="connsiteY13" fmla="*/ 579039 h 911322"/>
              <a:gd name="connsiteX14" fmla="*/ 6059709 w 6073344"/>
              <a:gd name="connsiteY14" fmla="*/ 667964 h 911322"/>
              <a:gd name="connsiteX15" fmla="*/ 6067767 w 6073344"/>
              <a:gd name="connsiteY15" fmla="*/ 678580 h 911322"/>
              <a:gd name="connsiteX16" fmla="*/ 6059665 w 6073344"/>
              <a:gd name="connsiteY16" fmla="*/ 767985 h 911322"/>
              <a:gd name="connsiteX17" fmla="*/ 5820878 w 6073344"/>
              <a:gd name="connsiteY17" fmla="*/ 903423 h 911322"/>
              <a:gd name="connsiteX18" fmla="*/ 5491336 w 6073344"/>
              <a:gd name="connsiteY18" fmla="*/ 862854 h 911322"/>
              <a:gd name="connsiteX19" fmla="*/ 5070526 w 6073344"/>
              <a:gd name="connsiteY19" fmla="*/ 728239 h 911322"/>
              <a:gd name="connsiteX20" fmla="*/ 4595778 w 6073344"/>
              <a:gd name="connsiteY20" fmla="*/ 671617 h 911322"/>
              <a:gd name="connsiteX21" fmla="*/ 3971883 w 6073344"/>
              <a:gd name="connsiteY21" fmla="*/ 672246 h 911322"/>
              <a:gd name="connsiteX22" fmla="*/ 3175982 w 6073344"/>
              <a:gd name="connsiteY22" fmla="*/ 734863 h 911322"/>
              <a:gd name="connsiteX23" fmla="*/ 2302769 w 6073344"/>
              <a:gd name="connsiteY23" fmla="*/ 792114 h 911322"/>
              <a:gd name="connsiteX24" fmla="*/ 1566116 w 6073344"/>
              <a:gd name="connsiteY24" fmla="*/ 813776 h 911322"/>
              <a:gd name="connsiteX25" fmla="*/ 720129 w 6073344"/>
              <a:gd name="connsiteY25" fmla="*/ 779784 h 911322"/>
              <a:gd name="connsiteX26" fmla="*/ 248034 w 6073344"/>
              <a:gd name="connsiteY26" fmla="*/ 681433 h 911322"/>
              <a:gd name="connsiteX0" fmla="*/ 275085 w 6100395"/>
              <a:gd name="connsiteY0" fmla="*/ 677655 h 907544"/>
              <a:gd name="connsiteX1" fmla="*/ 39036 w 6100395"/>
              <a:gd name="connsiteY1" fmla="*/ 58333 h 907544"/>
              <a:gd name="connsiteX2" fmla="*/ 602658 w 6100395"/>
              <a:gd name="connsiteY2" fmla="*/ 120401 h 907544"/>
              <a:gd name="connsiteX3" fmla="*/ 947439 w 6100395"/>
              <a:gd name="connsiteY3" fmla="*/ 161501 h 907544"/>
              <a:gd name="connsiteX4" fmla="*/ 2028446 w 6100395"/>
              <a:gd name="connsiteY4" fmla="*/ 166627 h 907544"/>
              <a:gd name="connsiteX5" fmla="*/ 3159796 w 6100395"/>
              <a:gd name="connsiteY5" fmla="*/ 95499 h 907544"/>
              <a:gd name="connsiteX6" fmla="*/ 3860747 w 6100395"/>
              <a:gd name="connsiteY6" fmla="*/ 36218 h 907544"/>
              <a:gd name="connsiteX7" fmla="*/ 4529762 w 6100395"/>
              <a:gd name="connsiteY7" fmla="*/ 8995 h 907544"/>
              <a:gd name="connsiteX8" fmla="*/ 5140215 w 6100395"/>
              <a:gd name="connsiteY8" fmla="*/ 57252 h 907544"/>
              <a:gd name="connsiteX9" fmla="*/ 5879351 w 6100395"/>
              <a:gd name="connsiteY9" fmla="*/ 253953 h 907544"/>
              <a:gd name="connsiteX10" fmla="*/ 6032350 w 6100395"/>
              <a:gd name="connsiteY10" fmla="*/ 332188 h 907544"/>
              <a:gd name="connsiteX11" fmla="*/ 6086716 w 6100395"/>
              <a:gd name="connsiteY11" fmla="*/ 503890 h 907544"/>
              <a:gd name="connsiteX12" fmla="*/ 6063739 w 6100395"/>
              <a:gd name="connsiteY12" fmla="*/ 534316 h 907544"/>
              <a:gd name="connsiteX13" fmla="*/ 6094818 w 6100395"/>
              <a:gd name="connsiteY13" fmla="*/ 575261 h 907544"/>
              <a:gd name="connsiteX14" fmla="*/ 6086760 w 6100395"/>
              <a:gd name="connsiteY14" fmla="*/ 664186 h 907544"/>
              <a:gd name="connsiteX15" fmla="*/ 6094818 w 6100395"/>
              <a:gd name="connsiteY15" fmla="*/ 674802 h 907544"/>
              <a:gd name="connsiteX16" fmla="*/ 6086716 w 6100395"/>
              <a:gd name="connsiteY16" fmla="*/ 764207 h 907544"/>
              <a:gd name="connsiteX17" fmla="*/ 5847929 w 6100395"/>
              <a:gd name="connsiteY17" fmla="*/ 899645 h 907544"/>
              <a:gd name="connsiteX18" fmla="*/ 5518387 w 6100395"/>
              <a:gd name="connsiteY18" fmla="*/ 859076 h 907544"/>
              <a:gd name="connsiteX19" fmla="*/ 5097577 w 6100395"/>
              <a:gd name="connsiteY19" fmla="*/ 724461 h 907544"/>
              <a:gd name="connsiteX20" fmla="*/ 4622829 w 6100395"/>
              <a:gd name="connsiteY20" fmla="*/ 667839 h 907544"/>
              <a:gd name="connsiteX21" fmla="*/ 3998934 w 6100395"/>
              <a:gd name="connsiteY21" fmla="*/ 668468 h 907544"/>
              <a:gd name="connsiteX22" fmla="*/ 3203033 w 6100395"/>
              <a:gd name="connsiteY22" fmla="*/ 731085 h 907544"/>
              <a:gd name="connsiteX23" fmla="*/ 2329820 w 6100395"/>
              <a:gd name="connsiteY23" fmla="*/ 788336 h 907544"/>
              <a:gd name="connsiteX24" fmla="*/ 1593167 w 6100395"/>
              <a:gd name="connsiteY24" fmla="*/ 809998 h 907544"/>
              <a:gd name="connsiteX25" fmla="*/ 747180 w 6100395"/>
              <a:gd name="connsiteY25" fmla="*/ 776006 h 907544"/>
              <a:gd name="connsiteX26" fmla="*/ 275085 w 6100395"/>
              <a:gd name="connsiteY26" fmla="*/ 677655 h 907544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5994151 w 6062196"/>
              <a:gd name="connsiteY10" fmla="*/ 323549 h 898905"/>
              <a:gd name="connsiteX11" fmla="*/ 6048517 w 6062196"/>
              <a:gd name="connsiteY11" fmla="*/ 495251 h 898905"/>
              <a:gd name="connsiteX12" fmla="*/ 6025540 w 6062196"/>
              <a:gd name="connsiteY12" fmla="*/ 525677 h 898905"/>
              <a:gd name="connsiteX13" fmla="*/ 6056619 w 6062196"/>
              <a:gd name="connsiteY13" fmla="*/ 566622 h 898905"/>
              <a:gd name="connsiteX14" fmla="*/ 6048561 w 6062196"/>
              <a:gd name="connsiteY14" fmla="*/ 655547 h 898905"/>
              <a:gd name="connsiteX15" fmla="*/ 6056619 w 6062196"/>
              <a:gd name="connsiteY15" fmla="*/ 666163 h 898905"/>
              <a:gd name="connsiteX16" fmla="*/ 6048517 w 6062196"/>
              <a:gd name="connsiteY16" fmla="*/ 755568 h 898905"/>
              <a:gd name="connsiteX17" fmla="*/ 5809730 w 6062196"/>
              <a:gd name="connsiteY17" fmla="*/ 891006 h 898905"/>
              <a:gd name="connsiteX18" fmla="*/ 5480188 w 6062196"/>
              <a:gd name="connsiteY18" fmla="*/ 850437 h 898905"/>
              <a:gd name="connsiteX19" fmla="*/ 5059378 w 6062196"/>
              <a:gd name="connsiteY19" fmla="*/ 715822 h 898905"/>
              <a:gd name="connsiteX20" fmla="*/ 4584630 w 6062196"/>
              <a:gd name="connsiteY20" fmla="*/ 659200 h 898905"/>
              <a:gd name="connsiteX21" fmla="*/ 3960735 w 6062196"/>
              <a:gd name="connsiteY21" fmla="*/ 659829 h 898905"/>
              <a:gd name="connsiteX22" fmla="*/ 3164834 w 6062196"/>
              <a:gd name="connsiteY22" fmla="*/ 722446 h 898905"/>
              <a:gd name="connsiteX23" fmla="*/ 2291621 w 6062196"/>
              <a:gd name="connsiteY23" fmla="*/ 779697 h 898905"/>
              <a:gd name="connsiteX24" fmla="*/ 1554968 w 6062196"/>
              <a:gd name="connsiteY24" fmla="*/ 801359 h 898905"/>
              <a:gd name="connsiteX25" fmla="*/ 708981 w 6062196"/>
              <a:gd name="connsiteY25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25540 w 6062196"/>
              <a:gd name="connsiteY11" fmla="*/ 525677 h 898905"/>
              <a:gd name="connsiteX12" fmla="*/ 6056619 w 6062196"/>
              <a:gd name="connsiteY12" fmla="*/ 566622 h 898905"/>
              <a:gd name="connsiteX13" fmla="*/ 6048561 w 6062196"/>
              <a:gd name="connsiteY13" fmla="*/ 655547 h 898905"/>
              <a:gd name="connsiteX14" fmla="*/ 6056619 w 6062196"/>
              <a:gd name="connsiteY14" fmla="*/ 666163 h 898905"/>
              <a:gd name="connsiteX15" fmla="*/ 6048517 w 6062196"/>
              <a:gd name="connsiteY15" fmla="*/ 755568 h 898905"/>
              <a:gd name="connsiteX16" fmla="*/ 5809730 w 6062196"/>
              <a:gd name="connsiteY16" fmla="*/ 891006 h 898905"/>
              <a:gd name="connsiteX17" fmla="*/ 5480188 w 6062196"/>
              <a:gd name="connsiteY17" fmla="*/ 850437 h 898905"/>
              <a:gd name="connsiteX18" fmla="*/ 5059378 w 6062196"/>
              <a:gd name="connsiteY18" fmla="*/ 715822 h 898905"/>
              <a:gd name="connsiteX19" fmla="*/ 4584630 w 6062196"/>
              <a:gd name="connsiteY19" fmla="*/ 659200 h 898905"/>
              <a:gd name="connsiteX20" fmla="*/ 3960735 w 6062196"/>
              <a:gd name="connsiteY20" fmla="*/ 659829 h 898905"/>
              <a:gd name="connsiteX21" fmla="*/ 3164834 w 6062196"/>
              <a:gd name="connsiteY21" fmla="*/ 722446 h 898905"/>
              <a:gd name="connsiteX22" fmla="*/ 2291621 w 6062196"/>
              <a:gd name="connsiteY22" fmla="*/ 779697 h 898905"/>
              <a:gd name="connsiteX23" fmla="*/ 1554968 w 6062196"/>
              <a:gd name="connsiteY23" fmla="*/ 801359 h 898905"/>
              <a:gd name="connsiteX24" fmla="*/ 708981 w 6062196"/>
              <a:gd name="connsiteY24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56619 w 6062196"/>
              <a:gd name="connsiteY11" fmla="*/ 566622 h 898905"/>
              <a:gd name="connsiteX12" fmla="*/ 6048561 w 6062196"/>
              <a:gd name="connsiteY12" fmla="*/ 655547 h 898905"/>
              <a:gd name="connsiteX13" fmla="*/ 6056619 w 6062196"/>
              <a:gd name="connsiteY13" fmla="*/ 666163 h 898905"/>
              <a:gd name="connsiteX14" fmla="*/ 6048517 w 6062196"/>
              <a:gd name="connsiteY14" fmla="*/ 755568 h 898905"/>
              <a:gd name="connsiteX15" fmla="*/ 5809730 w 6062196"/>
              <a:gd name="connsiteY15" fmla="*/ 891006 h 898905"/>
              <a:gd name="connsiteX16" fmla="*/ 5480188 w 6062196"/>
              <a:gd name="connsiteY16" fmla="*/ 850437 h 898905"/>
              <a:gd name="connsiteX17" fmla="*/ 5059378 w 6062196"/>
              <a:gd name="connsiteY17" fmla="*/ 715822 h 898905"/>
              <a:gd name="connsiteX18" fmla="*/ 4584630 w 6062196"/>
              <a:gd name="connsiteY18" fmla="*/ 659200 h 898905"/>
              <a:gd name="connsiteX19" fmla="*/ 3960735 w 6062196"/>
              <a:gd name="connsiteY19" fmla="*/ 659829 h 898905"/>
              <a:gd name="connsiteX20" fmla="*/ 3164834 w 6062196"/>
              <a:gd name="connsiteY20" fmla="*/ 722446 h 898905"/>
              <a:gd name="connsiteX21" fmla="*/ 2291621 w 6062196"/>
              <a:gd name="connsiteY21" fmla="*/ 779697 h 898905"/>
              <a:gd name="connsiteX22" fmla="*/ 1554968 w 6062196"/>
              <a:gd name="connsiteY22" fmla="*/ 801359 h 898905"/>
              <a:gd name="connsiteX23" fmla="*/ 708981 w 6062196"/>
              <a:gd name="connsiteY23" fmla="*/ 767367 h 898905"/>
              <a:gd name="connsiteX0" fmla="*/ 708981 w 6056619"/>
              <a:gd name="connsiteY0" fmla="*/ 767367 h 898905"/>
              <a:gd name="connsiteX1" fmla="*/ 837 w 6056619"/>
              <a:gd name="connsiteY1" fmla="*/ 49694 h 898905"/>
              <a:gd name="connsiteX2" fmla="*/ 564459 w 6056619"/>
              <a:gd name="connsiteY2" fmla="*/ 111762 h 898905"/>
              <a:gd name="connsiteX3" fmla="*/ 909240 w 6056619"/>
              <a:gd name="connsiteY3" fmla="*/ 152862 h 898905"/>
              <a:gd name="connsiteX4" fmla="*/ 1990247 w 6056619"/>
              <a:gd name="connsiteY4" fmla="*/ 157988 h 898905"/>
              <a:gd name="connsiteX5" fmla="*/ 3121597 w 6056619"/>
              <a:gd name="connsiteY5" fmla="*/ 86860 h 898905"/>
              <a:gd name="connsiteX6" fmla="*/ 3822548 w 6056619"/>
              <a:gd name="connsiteY6" fmla="*/ 27579 h 898905"/>
              <a:gd name="connsiteX7" fmla="*/ 4491563 w 6056619"/>
              <a:gd name="connsiteY7" fmla="*/ 356 h 898905"/>
              <a:gd name="connsiteX8" fmla="*/ 5102016 w 6056619"/>
              <a:gd name="connsiteY8" fmla="*/ 48613 h 898905"/>
              <a:gd name="connsiteX9" fmla="*/ 5841152 w 6056619"/>
              <a:gd name="connsiteY9" fmla="*/ 245314 h 898905"/>
              <a:gd name="connsiteX10" fmla="*/ 6048517 w 6056619"/>
              <a:gd name="connsiteY10" fmla="*/ 495251 h 898905"/>
              <a:gd name="connsiteX11" fmla="*/ 6056619 w 6056619"/>
              <a:gd name="connsiteY11" fmla="*/ 566622 h 898905"/>
              <a:gd name="connsiteX12" fmla="*/ 6048561 w 6056619"/>
              <a:gd name="connsiteY12" fmla="*/ 655547 h 898905"/>
              <a:gd name="connsiteX13" fmla="*/ 6048517 w 6056619"/>
              <a:gd name="connsiteY13" fmla="*/ 755568 h 898905"/>
              <a:gd name="connsiteX14" fmla="*/ 5809730 w 6056619"/>
              <a:gd name="connsiteY14" fmla="*/ 891006 h 898905"/>
              <a:gd name="connsiteX15" fmla="*/ 5480188 w 6056619"/>
              <a:gd name="connsiteY15" fmla="*/ 850437 h 898905"/>
              <a:gd name="connsiteX16" fmla="*/ 5059378 w 6056619"/>
              <a:gd name="connsiteY16" fmla="*/ 715822 h 898905"/>
              <a:gd name="connsiteX17" fmla="*/ 4584630 w 6056619"/>
              <a:gd name="connsiteY17" fmla="*/ 659200 h 898905"/>
              <a:gd name="connsiteX18" fmla="*/ 3960735 w 6056619"/>
              <a:gd name="connsiteY18" fmla="*/ 659829 h 898905"/>
              <a:gd name="connsiteX19" fmla="*/ 3164834 w 6056619"/>
              <a:gd name="connsiteY19" fmla="*/ 722446 h 898905"/>
              <a:gd name="connsiteX20" fmla="*/ 2291621 w 6056619"/>
              <a:gd name="connsiteY20" fmla="*/ 779697 h 898905"/>
              <a:gd name="connsiteX21" fmla="*/ 1554968 w 6056619"/>
              <a:gd name="connsiteY21" fmla="*/ 801359 h 898905"/>
              <a:gd name="connsiteX22" fmla="*/ 708981 w 6056619"/>
              <a:gd name="connsiteY22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17 w 6048561"/>
              <a:gd name="connsiteY10" fmla="*/ 495251 h 898905"/>
              <a:gd name="connsiteX11" fmla="*/ 6048561 w 6048561"/>
              <a:gd name="connsiteY11" fmla="*/ 655547 h 898905"/>
              <a:gd name="connsiteX12" fmla="*/ 6048517 w 6048561"/>
              <a:gd name="connsiteY12" fmla="*/ 755568 h 898905"/>
              <a:gd name="connsiteX13" fmla="*/ 5809730 w 6048561"/>
              <a:gd name="connsiteY13" fmla="*/ 891006 h 898905"/>
              <a:gd name="connsiteX14" fmla="*/ 5480188 w 6048561"/>
              <a:gd name="connsiteY14" fmla="*/ 850437 h 898905"/>
              <a:gd name="connsiteX15" fmla="*/ 5059378 w 6048561"/>
              <a:gd name="connsiteY15" fmla="*/ 715822 h 898905"/>
              <a:gd name="connsiteX16" fmla="*/ 4584630 w 6048561"/>
              <a:gd name="connsiteY16" fmla="*/ 659200 h 898905"/>
              <a:gd name="connsiteX17" fmla="*/ 3960735 w 6048561"/>
              <a:gd name="connsiteY17" fmla="*/ 659829 h 898905"/>
              <a:gd name="connsiteX18" fmla="*/ 3164834 w 6048561"/>
              <a:gd name="connsiteY18" fmla="*/ 722446 h 898905"/>
              <a:gd name="connsiteX19" fmla="*/ 2291621 w 6048561"/>
              <a:gd name="connsiteY19" fmla="*/ 779697 h 898905"/>
              <a:gd name="connsiteX20" fmla="*/ 1554968 w 6048561"/>
              <a:gd name="connsiteY20" fmla="*/ 801359 h 898905"/>
              <a:gd name="connsiteX21" fmla="*/ 708981 w 6048561"/>
              <a:gd name="connsiteY21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61 w 6048561"/>
              <a:gd name="connsiteY10" fmla="*/ 655547 h 898905"/>
              <a:gd name="connsiteX11" fmla="*/ 6048517 w 6048561"/>
              <a:gd name="connsiteY11" fmla="*/ 755568 h 898905"/>
              <a:gd name="connsiteX12" fmla="*/ 5809730 w 6048561"/>
              <a:gd name="connsiteY12" fmla="*/ 891006 h 898905"/>
              <a:gd name="connsiteX13" fmla="*/ 5480188 w 6048561"/>
              <a:gd name="connsiteY13" fmla="*/ 850437 h 898905"/>
              <a:gd name="connsiteX14" fmla="*/ 5059378 w 6048561"/>
              <a:gd name="connsiteY14" fmla="*/ 715822 h 898905"/>
              <a:gd name="connsiteX15" fmla="*/ 4584630 w 6048561"/>
              <a:gd name="connsiteY15" fmla="*/ 659200 h 898905"/>
              <a:gd name="connsiteX16" fmla="*/ 3960735 w 6048561"/>
              <a:gd name="connsiteY16" fmla="*/ 659829 h 898905"/>
              <a:gd name="connsiteX17" fmla="*/ 3164834 w 6048561"/>
              <a:gd name="connsiteY17" fmla="*/ 722446 h 898905"/>
              <a:gd name="connsiteX18" fmla="*/ 2291621 w 6048561"/>
              <a:gd name="connsiteY18" fmla="*/ 779697 h 898905"/>
              <a:gd name="connsiteX19" fmla="*/ 1554968 w 6048561"/>
              <a:gd name="connsiteY19" fmla="*/ 801359 h 898905"/>
              <a:gd name="connsiteX20" fmla="*/ 708981 w 6048561"/>
              <a:gd name="connsiteY20" fmla="*/ 767367 h 898905"/>
              <a:gd name="connsiteX0" fmla="*/ 708981 w 6048855"/>
              <a:gd name="connsiteY0" fmla="*/ 767367 h 898905"/>
              <a:gd name="connsiteX1" fmla="*/ 837 w 6048855"/>
              <a:gd name="connsiteY1" fmla="*/ 49694 h 898905"/>
              <a:gd name="connsiteX2" fmla="*/ 564459 w 6048855"/>
              <a:gd name="connsiteY2" fmla="*/ 111762 h 898905"/>
              <a:gd name="connsiteX3" fmla="*/ 909240 w 6048855"/>
              <a:gd name="connsiteY3" fmla="*/ 152862 h 898905"/>
              <a:gd name="connsiteX4" fmla="*/ 1990247 w 6048855"/>
              <a:gd name="connsiteY4" fmla="*/ 157988 h 898905"/>
              <a:gd name="connsiteX5" fmla="*/ 3121597 w 6048855"/>
              <a:gd name="connsiteY5" fmla="*/ 86860 h 898905"/>
              <a:gd name="connsiteX6" fmla="*/ 3822548 w 6048855"/>
              <a:gd name="connsiteY6" fmla="*/ 27579 h 898905"/>
              <a:gd name="connsiteX7" fmla="*/ 4491563 w 6048855"/>
              <a:gd name="connsiteY7" fmla="*/ 356 h 898905"/>
              <a:gd name="connsiteX8" fmla="*/ 5102016 w 6048855"/>
              <a:gd name="connsiteY8" fmla="*/ 48613 h 898905"/>
              <a:gd name="connsiteX9" fmla="*/ 5841152 w 6048855"/>
              <a:gd name="connsiteY9" fmla="*/ 245314 h 898905"/>
              <a:gd name="connsiteX10" fmla="*/ 6048517 w 6048855"/>
              <a:gd name="connsiteY10" fmla="*/ 755568 h 898905"/>
              <a:gd name="connsiteX11" fmla="*/ 5809730 w 6048855"/>
              <a:gd name="connsiteY11" fmla="*/ 891006 h 898905"/>
              <a:gd name="connsiteX12" fmla="*/ 5480188 w 6048855"/>
              <a:gd name="connsiteY12" fmla="*/ 850437 h 898905"/>
              <a:gd name="connsiteX13" fmla="*/ 5059378 w 6048855"/>
              <a:gd name="connsiteY13" fmla="*/ 715822 h 898905"/>
              <a:gd name="connsiteX14" fmla="*/ 4584630 w 6048855"/>
              <a:gd name="connsiteY14" fmla="*/ 659200 h 898905"/>
              <a:gd name="connsiteX15" fmla="*/ 3960735 w 6048855"/>
              <a:gd name="connsiteY15" fmla="*/ 659829 h 898905"/>
              <a:gd name="connsiteX16" fmla="*/ 3164834 w 6048855"/>
              <a:gd name="connsiteY16" fmla="*/ 722446 h 898905"/>
              <a:gd name="connsiteX17" fmla="*/ 2291621 w 6048855"/>
              <a:gd name="connsiteY17" fmla="*/ 779697 h 898905"/>
              <a:gd name="connsiteX18" fmla="*/ 1554968 w 6048855"/>
              <a:gd name="connsiteY18" fmla="*/ 801359 h 898905"/>
              <a:gd name="connsiteX19" fmla="*/ 708981 w 6048855"/>
              <a:gd name="connsiteY19" fmla="*/ 767367 h 898905"/>
              <a:gd name="connsiteX0" fmla="*/ 708981 w 5899017"/>
              <a:gd name="connsiteY0" fmla="*/ 767367 h 934953"/>
              <a:gd name="connsiteX1" fmla="*/ 837 w 5899017"/>
              <a:gd name="connsiteY1" fmla="*/ 49694 h 934953"/>
              <a:gd name="connsiteX2" fmla="*/ 564459 w 5899017"/>
              <a:gd name="connsiteY2" fmla="*/ 111762 h 934953"/>
              <a:gd name="connsiteX3" fmla="*/ 909240 w 5899017"/>
              <a:gd name="connsiteY3" fmla="*/ 152862 h 934953"/>
              <a:gd name="connsiteX4" fmla="*/ 1990247 w 5899017"/>
              <a:gd name="connsiteY4" fmla="*/ 157988 h 934953"/>
              <a:gd name="connsiteX5" fmla="*/ 3121597 w 5899017"/>
              <a:gd name="connsiteY5" fmla="*/ 86860 h 934953"/>
              <a:gd name="connsiteX6" fmla="*/ 3822548 w 5899017"/>
              <a:gd name="connsiteY6" fmla="*/ 27579 h 934953"/>
              <a:gd name="connsiteX7" fmla="*/ 4491563 w 5899017"/>
              <a:gd name="connsiteY7" fmla="*/ 356 h 934953"/>
              <a:gd name="connsiteX8" fmla="*/ 5102016 w 5899017"/>
              <a:gd name="connsiteY8" fmla="*/ 48613 h 934953"/>
              <a:gd name="connsiteX9" fmla="*/ 5841152 w 5899017"/>
              <a:gd name="connsiteY9" fmla="*/ 245314 h 934953"/>
              <a:gd name="connsiteX10" fmla="*/ 5809730 w 5899017"/>
              <a:gd name="connsiteY10" fmla="*/ 891006 h 934953"/>
              <a:gd name="connsiteX11" fmla="*/ 5480188 w 5899017"/>
              <a:gd name="connsiteY11" fmla="*/ 850437 h 934953"/>
              <a:gd name="connsiteX12" fmla="*/ 5059378 w 5899017"/>
              <a:gd name="connsiteY12" fmla="*/ 715822 h 934953"/>
              <a:gd name="connsiteX13" fmla="*/ 4584630 w 5899017"/>
              <a:gd name="connsiteY13" fmla="*/ 659200 h 934953"/>
              <a:gd name="connsiteX14" fmla="*/ 3960735 w 5899017"/>
              <a:gd name="connsiteY14" fmla="*/ 659829 h 934953"/>
              <a:gd name="connsiteX15" fmla="*/ 3164834 w 5899017"/>
              <a:gd name="connsiteY15" fmla="*/ 722446 h 934953"/>
              <a:gd name="connsiteX16" fmla="*/ 2291621 w 5899017"/>
              <a:gd name="connsiteY16" fmla="*/ 779697 h 934953"/>
              <a:gd name="connsiteX17" fmla="*/ 1554968 w 5899017"/>
              <a:gd name="connsiteY17" fmla="*/ 801359 h 934953"/>
              <a:gd name="connsiteX18" fmla="*/ 708981 w 5899017"/>
              <a:gd name="connsiteY18" fmla="*/ 767367 h 934953"/>
              <a:gd name="connsiteX0" fmla="*/ 708981 w 5849902"/>
              <a:gd name="connsiteY0" fmla="*/ 767367 h 869780"/>
              <a:gd name="connsiteX1" fmla="*/ 837 w 5849902"/>
              <a:gd name="connsiteY1" fmla="*/ 49694 h 869780"/>
              <a:gd name="connsiteX2" fmla="*/ 564459 w 5849902"/>
              <a:gd name="connsiteY2" fmla="*/ 111762 h 869780"/>
              <a:gd name="connsiteX3" fmla="*/ 909240 w 5849902"/>
              <a:gd name="connsiteY3" fmla="*/ 152862 h 869780"/>
              <a:gd name="connsiteX4" fmla="*/ 1990247 w 5849902"/>
              <a:gd name="connsiteY4" fmla="*/ 157988 h 869780"/>
              <a:gd name="connsiteX5" fmla="*/ 3121597 w 5849902"/>
              <a:gd name="connsiteY5" fmla="*/ 86860 h 869780"/>
              <a:gd name="connsiteX6" fmla="*/ 3822548 w 5849902"/>
              <a:gd name="connsiteY6" fmla="*/ 27579 h 869780"/>
              <a:gd name="connsiteX7" fmla="*/ 4491563 w 5849902"/>
              <a:gd name="connsiteY7" fmla="*/ 356 h 869780"/>
              <a:gd name="connsiteX8" fmla="*/ 5102016 w 5849902"/>
              <a:gd name="connsiteY8" fmla="*/ 48613 h 869780"/>
              <a:gd name="connsiteX9" fmla="*/ 5841152 w 5849902"/>
              <a:gd name="connsiteY9" fmla="*/ 245314 h 869780"/>
              <a:gd name="connsiteX10" fmla="*/ 5480188 w 5849902"/>
              <a:gd name="connsiteY10" fmla="*/ 850437 h 869780"/>
              <a:gd name="connsiteX11" fmla="*/ 5059378 w 5849902"/>
              <a:gd name="connsiteY11" fmla="*/ 715822 h 869780"/>
              <a:gd name="connsiteX12" fmla="*/ 4584630 w 5849902"/>
              <a:gd name="connsiteY12" fmla="*/ 659200 h 869780"/>
              <a:gd name="connsiteX13" fmla="*/ 3960735 w 5849902"/>
              <a:gd name="connsiteY13" fmla="*/ 659829 h 869780"/>
              <a:gd name="connsiteX14" fmla="*/ 3164834 w 5849902"/>
              <a:gd name="connsiteY14" fmla="*/ 722446 h 869780"/>
              <a:gd name="connsiteX15" fmla="*/ 2291621 w 5849902"/>
              <a:gd name="connsiteY15" fmla="*/ 779697 h 869780"/>
              <a:gd name="connsiteX16" fmla="*/ 1554968 w 5849902"/>
              <a:gd name="connsiteY16" fmla="*/ 801359 h 869780"/>
              <a:gd name="connsiteX17" fmla="*/ 708981 w 5849902"/>
              <a:gd name="connsiteY17" fmla="*/ 767367 h 869780"/>
              <a:gd name="connsiteX0" fmla="*/ 708981 w 6203964"/>
              <a:gd name="connsiteY0" fmla="*/ 767367 h 875806"/>
              <a:gd name="connsiteX1" fmla="*/ 837 w 6203964"/>
              <a:gd name="connsiteY1" fmla="*/ 49694 h 875806"/>
              <a:gd name="connsiteX2" fmla="*/ 564459 w 6203964"/>
              <a:gd name="connsiteY2" fmla="*/ 111762 h 875806"/>
              <a:gd name="connsiteX3" fmla="*/ 909240 w 6203964"/>
              <a:gd name="connsiteY3" fmla="*/ 152862 h 875806"/>
              <a:gd name="connsiteX4" fmla="*/ 1990247 w 6203964"/>
              <a:gd name="connsiteY4" fmla="*/ 157988 h 875806"/>
              <a:gd name="connsiteX5" fmla="*/ 3121597 w 6203964"/>
              <a:gd name="connsiteY5" fmla="*/ 86860 h 875806"/>
              <a:gd name="connsiteX6" fmla="*/ 3822548 w 6203964"/>
              <a:gd name="connsiteY6" fmla="*/ 27579 h 875806"/>
              <a:gd name="connsiteX7" fmla="*/ 4491563 w 6203964"/>
              <a:gd name="connsiteY7" fmla="*/ 356 h 875806"/>
              <a:gd name="connsiteX8" fmla="*/ 5102016 w 6203964"/>
              <a:gd name="connsiteY8" fmla="*/ 48613 h 875806"/>
              <a:gd name="connsiteX9" fmla="*/ 6199292 w 6203964"/>
              <a:gd name="connsiteY9" fmla="*/ 146254 h 875806"/>
              <a:gd name="connsiteX10" fmla="*/ 5480188 w 6203964"/>
              <a:gd name="connsiteY10" fmla="*/ 850437 h 875806"/>
              <a:gd name="connsiteX11" fmla="*/ 5059378 w 6203964"/>
              <a:gd name="connsiteY11" fmla="*/ 715822 h 875806"/>
              <a:gd name="connsiteX12" fmla="*/ 4584630 w 6203964"/>
              <a:gd name="connsiteY12" fmla="*/ 659200 h 875806"/>
              <a:gd name="connsiteX13" fmla="*/ 3960735 w 6203964"/>
              <a:gd name="connsiteY13" fmla="*/ 659829 h 875806"/>
              <a:gd name="connsiteX14" fmla="*/ 3164834 w 6203964"/>
              <a:gd name="connsiteY14" fmla="*/ 722446 h 875806"/>
              <a:gd name="connsiteX15" fmla="*/ 2291621 w 6203964"/>
              <a:gd name="connsiteY15" fmla="*/ 779697 h 875806"/>
              <a:gd name="connsiteX16" fmla="*/ 1554968 w 6203964"/>
              <a:gd name="connsiteY16" fmla="*/ 801359 h 875806"/>
              <a:gd name="connsiteX17" fmla="*/ 708981 w 6203964"/>
              <a:gd name="connsiteY17" fmla="*/ 767367 h 875806"/>
              <a:gd name="connsiteX0" fmla="*/ 708981 w 6199337"/>
              <a:gd name="connsiteY0" fmla="*/ 767367 h 833393"/>
              <a:gd name="connsiteX1" fmla="*/ 837 w 6199337"/>
              <a:gd name="connsiteY1" fmla="*/ 49694 h 833393"/>
              <a:gd name="connsiteX2" fmla="*/ 564459 w 6199337"/>
              <a:gd name="connsiteY2" fmla="*/ 111762 h 833393"/>
              <a:gd name="connsiteX3" fmla="*/ 909240 w 6199337"/>
              <a:gd name="connsiteY3" fmla="*/ 152862 h 833393"/>
              <a:gd name="connsiteX4" fmla="*/ 1990247 w 6199337"/>
              <a:gd name="connsiteY4" fmla="*/ 157988 h 833393"/>
              <a:gd name="connsiteX5" fmla="*/ 3121597 w 6199337"/>
              <a:gd name="connsiteY5" fmla="*/ 86860 h 833393"/>
              <a:gd name="connsiteX6" fmla="*/ 3822548 w 6199337"/>
              <a:gd name="connsiteY6" fmla="*/ 27579 h 833393"/>
              <a:gd name="connsiteX7" fmla="*/ 4491563 w 6199337"/>
              <a:gd name="connsiteY7" fmla="*/ 356 h 833393"/>
              <a:gd name="connsiteX8" fmla="*/ 5102016 w 6199337"/>
              <a:gd name="connsiteY8" fmla="*/ 48613 h 833393"/>
              <a:gd name="connsiteX9" fmla="*/ 6199292 w 6199337"/>
              <a:gd name="connsiteY9" fmla="*/ 146254 h 833393"/>
              <a:gd name="connsiteX10" fmla="*/ 5059378 w 6199337"/>
              <a:gd name="connsiteY10" fmla="*/ 715822 h 833393"/>
              <a:gd name="connsiteX11" fmla="*/ 4584630 w 6199337"/>
              <a:gd name="connsiteY11" fmla="*/ 659200 h 833393"/>
              <a:gd name="connsiteX12" fmla="*/ 3960735 w 6199337"/>
              <a:gd name="connsiteY12" fmla="*/ 659829 h 833393"/>
              <a:gd name="connsiteX13" fmla="*/ 3164834 w 6199337"/>
              <a:gd name="connsiteY13" fmla="*/ 722446 h 833393"/>
              <a:gd name="connsiteX14" fmla="*/ 2291621 w 6199337"/>
              <a:gd name="connsiteY14" fmla="*/ 779697 h 833393"/>
              <a:gd name="connsiteX15" fmla="*/ 1554968 w 6199337"/>
              <a:gd name="connsiteY15" fmla="*/ 801359 h 833393"/>
              <a:gd name="connsiteX16" fmla="*/ 708981 w 6199337"/>
              <a:gd name="connsiteY16" fmla="*/ 767367 h 833393"/>
              <a:gd name="connsiteX0" fmla="*/ 708981 w 5152855"/>
              <a:gd name="connsiteY0" fmla="*/ 787980 h 854006"/>
              <a:gd name="connsiteX1" fmla="*/ 837 w 5152855"/>
              <a:gd name="connsiteY1" fmla="*/ 70307 h 854006"/>
              <a:gd name="connsiteX2" fmla="*/ 564459 w 5152855"/>
              <a:gd name="connsiteY2" fmla="*/ 132375 h 854006"/>
              <a:gd name="connsiteX3" fmla="*/ 909240 w 5152855"/>
              <a:gd name="connsiteY3" fmla="*/ 173475 h 854006"/>
              <a:gd name="connsiteX4" fmla="*/ 1990247 w 5152855"/>
              <a:gd name="connsiteY4" fmla="*/ 178601 h 854006"/>
              <a:gd name="connsiteX5" fmla="*/ 3121597 w 5152855"/>
              <a:gd name="connsiteY5" fmla="*/ 107473 h 854006"/>
              <a:gd name="connsiteX6" fmla="*/ 3822548 w 5152855"/>
              <a:gd name="connsiteY6" fmla="*/ 48192 h 854006"/>
              <a:gd name="connsiteX7" fmla="*/ 4491563 w 5152855"/>
              <a:gd name="connsiteY7" fmla="*/ 20969 h 854006"/>
              <a:gd name="connsiteX8" fmla="*/ 5102016 w 5152855"/>
              <a:gd name="connsiteY8" fmla="*/ 69226 h 854006"/>
              <a:gd name="connsiteX9" fmla="*/ 5059378 w 5152855"/>
              <a:gd name="connsiteY9" fmla="*/ 736435 h 854006"/>
              <a:gd name="connsiteX10" fmla="*/ 4584630 w 5152855"/>
              <a:gd name="connsiteY10" fmla="*/ 679813 h 854006"/>
              <a:gd name="connsiteX11" fmla="*/ 3960735 w 5152855"/>
              <a:gd name="connsiteY11" fmla="*/ 680442 h 854006"/>
              <a:gd name="connsiteX12" fmla="*/ 3164834 w 5152855"/>
              <a:gd name="connsiteY12" fmla="*/ 743059 h 854006"/>
              <a:gd name="connsiteX13" fmla="*/ 2291621 w 5152855"/>
              <a:gd name="connsiteY13" fmla="*/ 800310 h 854006"/>
              <a:gd name="connsiteX14" fmla="*/ 1554968 w 5152855"/>
              <a:gd name="connsiteY14" fmla="*/ 821972 h 854006"/>
              <a:gd name="connsiteX15" fmla="*/ 708981 w 5152855"/>
              <a:gd name="connsiteY15" fmla="*/ 787980 h 854006"/>
              <a:gd name="connsiteX0" fmla="*/ 708981 w 6099729"/>
              <a:gd name="connsiteY0" fmla="*/ 773643 h 839669"/>
              <a:gd name="connsiteX1" fmla="*/ 837 w 6099729"/>
              <a:gd name="connsiteY1" fmla="*/ 55970 h 839669"/>
              <a:gd name="connsiteX2" fmla="*/ 564459 w 6099729"/>
              <a:gd name="connsiteY2" fmla="*/ 118038 h 839669"/>
              <a:gd name="connsiteX3" fmla="*/ 909240 w 6099729"/>
              <a:gd name="connsiteY3" fmla="*/ 159138 h 839669"/>
              <a:gd name="connsiteX4" fmla="*/ 1990247 w 6099729"/>
              <a:gd name="connsiteY4" fmla="*/ 164264 h 839669"/>
              <a:gd name="connsiteX5" fmla="*/ 3121597 w 6099729"/>
              <a:gd name="connsiteY5" fmla="*/ 93136 h 839669"/>
              <a:gd name="connsiteX6" fmla="*/ 3822548 w 6099729"/>
              <a:gd name="connsiteY6" fmla="*/ 33855 h 839669"/>
              <a:gd name="connsiteX7" fmla="*/ 4491563 w 6099729"/>
              <a:gd name="connsiteY7" fmla="*/ 6632 h 839669"/>
              <a:gd name="connsiteX8" fmla="*/ 6092616 w 6099729"/>
              <a:gd name="connsiteY8" fmla="*/ 77749 h 839669"/>
              <a:gd name="connsiteX9" fmla="*/ 5059378 w 6099729"/>
              <a:gd name="connsiteY9" fmla="*/ 722098 h 839669"/>
              <a:gd name="connsiteX10" fmla="*/ 4584630 w 6099729"/>
              <a:gd name="connsiteY10" fmla="*/ 665476 h 839669"/>
              <a:gd name="connsiteX11" fmla="*/ 3960735 w 6099729"/>
              <a:gd name="connsiteY11" fmla="*/ 666105 h 839669"/>
              <a:gd name="connsiteX12" fmla="*/ 3164834 w 6099729"/>
              <a:gd name="connsiteY12" fmla="*/ 728722 h 839669"/>
              <a:gd name="connsiteX13" fmla="*/ 2291621 w 6099729"/>
              <a:gd name="connsiteY13" fmla="*/ 785973 h 839669"/>
              <a:gd name="connsiteX14" fmla="*/ 1554968 w 6099729"/>
              <a:gd name="connsiteY14" fmla="*/ 807635 h 839669"/>
              <a:gd name="connsiteX15" fmla="*/ 708981 w 6099729"/>
              <a:gd name="connsiteY15" fmla="*/ 773643 h 839669"/>
              <a:gd name="connsiteX0" fmla="*/ 708981 w 6167018"/>
              <a:gd name="connsiteY0" fmla="*/ 768771 h 834797"/>
              <a:gd name="connsiteX1" fmla="*/ 837 w 6167018"/>
              <a:gd name="connsiteY1" fmla="*/ 51098 h 834797"/>
              <a:gd name="connsiteX2" fmla="*/ 564459 w 6167018"/>
              <a:gd name="connsiteY2" fmla="*/ 113166 h 834797"/>
              <a:gd name="connsiteX3" fmla="*/ 909240 w 6167018"/>
              <a:gd name="connsiteY3" fmla="*/ 154266 h 834797"/>
              <a:gd name="connsiteX4" fmla="*/ 1990247 w 6167018"/>
              <a:gd name="connsiteY4" fmla="*/ 159392 h 834797"/>
              <a:gd name="connsiteX5" fmla="*/ 3121597 w 6167018"/>
              <a:gd name="connsiteY5" fmla="*/ 88264 h 834797"/>
              <a:gd name="connsiteX6" fmla="*/ 3822548 w 6167018"/>
              <a:gd name="connsiteY6" fmla="*/ 28983 h 834797"/>
              <a:gd name="connsiteX7" fmla="*/ 4491563 w 6167018"/>
              <a:gd name="connsiteY7" fmla="*/ 1760 h 834797"/>
              <a:gd name="connsiteX8" fmla="*/ 6092616 w 6167018"/>
              <a:gd name="connsiteY8" fmla="*/ 72877 h 834797"/>
              <a:gd name="connsiteX9" fmla="*/ 5768038 w 6167018"/>
              <a:gd name="connsiteY9" fmla="*/ 625786 h 834797"/>
              <a:gd name="connsiteX10" fmla="*/ 4584630 w 6167018"/>
              <a:gd name="connsiteY10" fmla="*/ 660604 h 834797"/>
              <a:gd name="connsiteX11" fmla="*/ 3960735 w 6167018"/>
              <a:gd name="connsiteY11" fmla="*/ 661233 h 834797"/>
              <a:gd name="connsiteX12" fmla="*/ 3164834 w 6167018"/>
              <a:gd name="connsiteY12" fmla="*/ 723850 h 834797"/>
              <a:gd name="connsiteX13" fmla="*/ 2291621 w 6167018"/>
              <a:gd name="connsiteY13" fmla="*/ 781101 h 834797"/>
              <a:gd name="connsiteX14" fmla="*/ 1554968 w 6167018"/>
              <a:gd name="connsiteY14" fmla="*/ 802763 h 834797"/>
              <a:gd name="connsiteX15" fmla="*/ 708981 w 6167018"/>
              <a:gd name="connsiteY15" fmla="*/ 768771 h 834797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960735 w 6239630"/>
              <a:gd name="connsiteY11" fmla="*/ 661136 h 834700"/>
              <a:gd name="connsiteX12" fmla="*/ 3164834 w 6239630"/>
              <a:gd name="connsiteY12" fmla="*/ 723753 h 834700"/>
              <a:gd name="connsiteX13" fmla="*/ 2291621 w 6239630"/>
              <a:gd name="connsiteY13" fmla="*/ 781004 h 834700"/>
              <a:gd name="connsiteX14" fmla="*/ 1554968 w 6239630"/>
              <a:gd name="connsiteY14" fmla="*/ 802666 h 834700"/>
              <a:gd name="connsiteX15" fmla="*/ 708981 w 6239630"/>
              <a:gd name="connsiteY15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164834 w 6239630"/>
              <a:gd name="connsiteY11" fmla="*/ 723753 h 834700"/>
              <a:gd name="connsiteX12" fmla="*/ 2291621 w 6239630"/>
              <a:gd name="connsiteY12" fmla="*/ 781004 h 834700"/>
              <a:gd name="connsiteX13" fmla="*/ 1554968 w 6239630"/>
              <a:gd name="connsiteY13" fmla="*/ 802666 h 834700"/>
              <a:gd name="connsiteX14" fmla="*/ 708981 w 6239630"/>
              <a:gd name="connsiteY14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2291621 w 6239630"/>
              <a:gd name="connsiteY11" fmla="*/ 781004 h 834700"/>
              <a:gd name="connsiteX12" fmla="*/ 1554968 w 6239630"/>
              <a:gd name="connsiteY12" fmla="*/ 802666 h 834700"/>
              <a:gd name="connsiteX13" fmla="*/ 708981 w 6239630"/>
              <a:gd name="connsiteY13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1554968 w 6239630"/>
              <a:gd name="connsiteY11" fmla="*/ 802666 h 834700"/>
              <a:gd name="connsiteX12" fmla="*/ 708981 w 6239630"/>
              <a:gd name="connsiteY12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3121597 w 6239630"/>
              <a:gd name="connsiteY4" fmla="*/ 88167 h 834700"/>
              <a:gd name="connsiteX5" fmla="*/ 3822548 w 6239630"/>
              <a:gd name="connsiteY5" fmla="*/ 28886 h 834700"/>
              <a:gd name="connsiteX6" fmla="*/ 4491563 w 6239630"/>
              <a:gd name="connsiteY6" fmla="*/ 1663 h 834700"/>
              <a:gd name="connsiteX7" fmla="*/ 6092616 w 6239630"/>
              <a:gd name="connsiteY7" fmla="*/ 72780 h 834700"/>
              <a:gd name="connsiteX8" fmla="*/ 5996638 w 6239630"/>
              <a:gd name="connsiteY8" fmla="*/ 610449 h 834700"/>
              <a:gd name="connsiteX9" fmla="*/ 4584630 w 6239630"/>
              <a:gd name="connsiteY9" fmla="*/ 660507 h 834700"/>
              <a:gd name="connsiteX10" fmla="*/ 1554968 w 6239630"/>
              <a:gd name="connsiteY10" fmla="*/ 802666 h 834700"/>
              <a:gd name="connsiteX11" fmla="*/ 708981 w 6239630"/>
              <a:gd name="connsiteY11" fmla="*/ 768674 h 834700"/>
              <a:gd name="connsiteX0" fmla="*/ 708981 w 6239630"/>
              <a:gd name="connsiteY0" fmla="*/ 769454 h 835480"/>
              <a:gd name="connsiteX1" fmla="*/ 837 w 6239630"/>
              <a:gd name="connsiteY1" fmla="*/ 51781 h 835480"/>
              <a:gd name="connsiteX2" fmla="*/ 564459 w 6239630"/>
              <a:gd name="connsiteY2" fmla="*/ 113849 h 835480"/>
              <a:gd name="connsiteX3" fmla="*/ 909240 w 6239630"/>
              <a:gd name="connsiteY3" fmla="*/ 154949 h 835480"/>
              <a:gd name="connsiteX4" fmla="*/ 3822548 w 6239630"/>
              <a:gd name="connsiteY4" fmla="*/ 29666 h 835480"/>
              <a:gd name="connsiteX5" fmla="*/ 4491563 w 6239630"/>
              <a:gd name="connsiteY5" fmla="*/ 2443 h 835480"/>
              <a:gd name="connsiteX6" fmla="*/ 6092616 w 6239630"/>
              <a:gd name="connsiteY6" fmla="*/ 73560 h 835480"/>
              <a:gd name="connsiteX7" fmla="*/ 5996638 w 6239630"/>
              <a:gd name="connsiteY7" fmla="*/ 611229 h 835480"/>
              <a:gd name="connsiteX8" fmla="*/ 4584630 w 6239630"/>
              <a:gd name="connsiteY8" fmla="*/ 661287 h 835480"/>
              <a:gd name="connsiteX9" fmla="*/ 1554968 w 6239630"/>
              <a:gd name="connsiteY9" fmla="*/ 803446 h 835480"/>
              <a:gd name="connsiteX10" fmla="*/ 708981 w 6239630"/>
              <a:gd name="connsiteY10" fmla="*/ 769454 h 835480"/>
              <a:gd name="connsiteX0" fmla="*/ 708981 w 6239630"/>
              <a:gd name="connsiteY0" fmla="*/ 777245 h 843271"/>
              <a:gd name="connsiteX1" fmla="*/ 837 w 6239630"/>
              <a:gd name="connsiteY1" fmla="*/ 59572 h 843271"/>
              <a:gd name="connsiteX2" fmla="*/ 564459 w 6239630"/>
              <a:gd name="connsiteY2" fmla="*/ 121640 h 843271"/>
              <a:gd name="connsiteX3" fmla="*/ 909240 w 6239630"/>
              <a:gd name="connsiteY3" fmla="*/ 162740 h 843271"/>
              <a:gd name="connsiteX4" fmla="*/ 4491563 w 6239630"/>
              <a:gd name="connsiteY4" fmla="*/ 10234 h 843271"/>
              <a:gd name="connsiteX5" fmla="*/ 6092616 w 6239630"/>
              <a:gd name="connsiteY5" fmla="*/ 81351 h 843271"/>
              <a:gd name="connsiteX6" fmla="*/ 5996638 w 6239630"/>
              <a:gd name="connsiteY6" fmla="*/ 619020 h 843271"/>
              <a:gd name="connsiteX7" fmla="*/ 4584630 w 6239630"/>
              <a:gd name="connsiteY7" fmla="*/ 669078 h 843271"/>
              <a:gd name="connsiteX8" fmla="*/ 1554968 w 6239630"/>
              <a:gd name="connsiteY8" fmla="*/ 811237 h 843271"/>
              <a:gd name="connsiteX9" fmla="*/ 708981 w 6239630"/>
              <a:gd name="connsiteY9" fmla="*/ 777245 h 843271"/>
              <a:gd name="connsiteX0" fmla="*/ 205060 w 5735709"/>
              <a:gd name="connsiteY0" fmla="*/ 777245 h 843271"/>
              <a:gd name="connsiteX1" fmla="*/ 60538 w 5735709"/>
              <a:gd name="connsiteY1" fmla="*/ 121640 h 843271"/>
              <a:gd name="connsiteX2" fmla="*/ 405319 w 5735709"/>
              <a:gd name="connsiteY2" fmla="*/ 162740 h 843271"/>
              <a:gd name="connsiteX3" fmla="*/ 3987642 w 5735709"/>
              <a:gd name="connsiteY3" fmla="*/ 10234 h 843271"/>
              <a:gd name="connsiteX4" fmla="*/ 5588695 w 5735709"/>
              <a:gd name="connsiteY4" fmla="*/ 81351 h 843271"/>
              <a:gd name="connsiteX5" fmla="*/ 5492717 w 5735709"/>
              <a:gd name="connsiteY5" fmla="*/ 619020 h 843271"/>
              <a:gd name="connsiteX6" fmla="*/ 4080709 w 5735709"/>
              <a:gd name="connsiteY6" fmla="*/ 669078 h 843271"/>
              <a:gd name="connsiteX7" fmla="*/ 1051047 w 5735709"/>
              <a:gd name="connsiteY7" fmla="*/ 811237 h 843271"/>
              <a:gd name="connsiteX8" fmla="*/ 205060 w 5735709"/>
              <a:gd name="connsiteY8" fmla="*/ 777245 h 843271"/>
              <a:gd name="connsiteX0" fmla="*/ 178464 w 5709113"/>
              <a:gd name="connsiteY0" fmla="*/ 777245 h 843271"/>
              <a:gd name="connsiteX1" fmla="*/ 378723 w 5709113"/>
              <a:gd name="connsiteY1" fmla="*/ 162740 h 843271"/>
              <a:gd name="connsiteX2" fmla="*/ 3961046 w 5709113"/>
              <a:gd name="connsiteY2" fmla="*/ 10234 h 843271"/>
              <a:gd name="connsiteX3" fmla="*/ 5562099 w 5709113"/>
              <a:gd name="connsiteY3" fmla="*/ 81351 h 843271"/>
              <a:gd name="connsiteX4" fmla="*/ 5466121 w 5709113"/>
              <a:gd name="connsiteY4" fmla="*/ 619020 h 843271"/>
              <a:gd name="connsiteX5" fmla="*/ 4054113 w 5709113"/>
              <a:gd name="connsiteY5" fmla="*/ 669078 h 843271"/>
              <a:gd name="connsiteX6" fmla="*/ 1024451 w 5709113"/>
              <a:gd name="connsiteY6" fmla="*/ 811237 h 843271"/>
              <a:gd name="connsiteX7" fmla="*/ 178464 w 5709113"/>
              <a:gd name="connsiteY7" fmla="*/ 777245 h 843271"/>
              <a:gd name="connsiteX0" fmla="*/ 615645 w 6146294"/>
              <a:gd name="connsiteY0" fmla="*/ 773321 h 835791"/>
              <a:gd name="connsiteX1" fmla="*/ 236784 w 6146294"/>
              <a:gd name="connsiteY1" fmla="*/ 105476 h 835791"/>
              <a:gd name="connsiteX2" fmla="*/ 4398227 w 6146294"/>
              <a:gd name="connsiteY2" fmla="*/ 6310 h 835791"/>
              <a:gd name="connsiteX3" fmla="*/ 5999280 w 6146294"/>
              <a:gd name="connsiteY3" fmla="*/ 77427 h 835791"/>
              <a:gd name="connsiteX4" fmla="*/ 5903302 w 6146294"/>
              <a:gd name="connsiteY4" fmla="*/ 615096 h 835791"/>
              <a:gd name="connsiteX5" fmla="*/ 4491294 w 6146294"/>
              <a:gd name="connsiteY5" fmla="*/ 665154 h 835791"/>
              <a:gd name="connsiteX6" fmla="*/ 1461632 w 6146294"/>
              <a:gd name="connsiteY6" fmla="*/ 807313 h 835791"/>
              <a:gd name="connsiteX7" fmla="*/ 615645 w 6146294"/>
              <a:gd name="connsiteY7" fmla="*/ 773321 h 835791"/>
              <a:gd name="connsiteX0" fmla="*/ 317956 w 6298185"/>
              <a:gd name="connsiteY0" fmla="*/ 697121 h 809146"/>
              <a:gd name="connsiteX1" fmla="*/ 388675 w 6298185"/>
              <a:gd name="connsiteY1" fmla="*/ 105476 h 809146"/>
              <a:gd name="connsiteX2" fmla="*/ 4550118 w 6298185"/>
              <a:gd name="connsiteY2" fmla="*/ 6310 h 809146"/>
              <a:gd name="connsiteX3" fmla="*/ 6151171 w 6298185"/>
              <a:gd name="connsiteY3" fmla="*/ 77427 h 809146"/>
              <a:gd name="connsiteX4" fmla="*/ 6055193 w 6298185"/>
              <a:gd name="connsiteY4" fmla="*/ 615096 h 809146"/>
              <a:gd name="connsiteX5" fmla="*/ 4643185 w 6298185"/>
              <a:gd name="connsiteY5" fmla="*/ 665154 h 809146"/>
              <a:gd name="connsiteX6" fmla="*/ 1613523 w 6298185"/>
              <a:gd name="connsiteY6" fmla="*/ 807313 h 809146"/>
              <a:gd name="connsiteX7" fmla="*/ 317956 w 6298185"/>
              <a:gd name="connsiteY7" fmla="*/ 697121 h 809146"/>
              <a:gd name="connsiteX0" fmla="*/ 346441 w 6326670"/>
              <a:gd name="connsiteY0" fmla="*/ 697121 h 749226"/>
              <a:gd name="connsiteX1" fmla="*/ 417160 w 6326670"/>
              <a:gd name="connsiteY1" fmla="*/ 105476 h 749226"/>
              <a:gd name="connsiteX2" fmla="*/ 4578603 w 6326670"/>
              <a:gd name="connsiteY2" fmla="*/ 6310 h 749226"/>
              <a:gd name="connsiteX3" fmla="*/ 6179656 w 6326670"/>
              <a:gd name="connsiteY3" fmla="*/ 77427 h 749226"/>
              <a:gd name="connsiteX4" fmla="*/ 6083678 w 6326670"/>
              <a:gd name="connsiteY4" fmla="*/ 615096 h 749226"/>
              <a:gd name="connsiteX5" fmla="*/ 4671670 w 6326670"/>
              <a:gd name="connsiteY5" fmla="*/ 665154 h 749226"/>
              <a:gd name="connsiteX6" fmla="*/ 2190648 w 6326670"/>
              <a:gd name="connsiteY6" fmla="*/ 715873 h 749226"/>
              <a:gd name="connsiteX7" fmla="*/ 346441 w 6326670"/>
              <a:gd name="connsiteY7" fmla="*/ 697121 h 749226"/>
              <a:gd name="connsiteX0" fmla="*/ 349609 w 6326572"/>
              <a:gd name="connsiteY0" fmla="*/ 658870 h 710975"/>
              <a:gd name="connsiteX1" fmla="*/ 420328 w 6326572"/>
              <a:gd name="connsiteY1" fmla="*/ 67225 h 710975"/>
              <a:gd name="connsiteX2" fmla="*/ 4627491 w 6326572"/>
              <a:gd name="connsiteY2" fmla="*/ 44259 h 710975"/>
              <a:gd name="connsiteX3" fmla="*/ 6182824 w 6326572"/>
              <a:gd name="connsiteY3" fmla="*/ 39176 h 710975"/>
              <a:gd name="connsiteX4" fmla="*/ 6086846 w 6326572"/>
              <a:gd name="connsiteY4" fmla="*/ 576845 h 710975"/>
              <a:gd name="connsiteX5" fmla="*/ 4674838 w 6326572"/>
              <a:gd name="connsiteY5" fmla="*/ 626903 h 710975"/>
              <a:gd name="connsiteX6" fmla="*/ 2193816 w 6326572"/>
              <a:gd name="connsiteY6" fmla="*/ 677622 h 710975"/>
              <a:gd name="connsiteX7" fmla="*/ 349609 w 6326572"/>
              <a:gd name="connsiteY7" fmla="*/ 658870 h 710975"/>
              <a:gd name="connsiteX0" fmla="*/ 349609 w 6302093"/>
              <a:gd name="connsiteY0" fmla="*/ 669028 h 753409"/>
              <a:gd name="connsiteX1" fmla="*/ 420328 w 6302093"/>
              <a:gd name="connsiteY1" fmla="*/ 77383 h 753409"/>
              <a:gd name="connsiteX2" fmla="*/ 4627491 w 6302093"/>
              <a:gd name="connsiteY2" fmla="*/ 54417 h 753409"/>
              <a:gd name="connsiteX3" fmla="*/ 6182824 w 6302093"/>
              <a:gd name="connsiteY3" fmla="*/ 49334 h 753409"/>
              <a:gd name="connsiteX4" fmla="*/ 6025886 w 6302093"/>
              <a:gd name="connsiteY4" fmla="*/ 724163 h 753409"/>
              <a:gd name="connsiteX5" fmla="*/ 4674838 w 6302093"/>
              <a:gd name="connsiteY5" fmla="*/ 637061 h 753409"/>
              <a:gd name="connsiteX6" fmla="*/ 2193816 w 6302093"/>
              <a:gd name="connsiteY6" fmla="*/ 687780 h 753409"/>
              <a:gd name="connsiteX7" fmla="*/ 349609 w 6302093"/>
              <a:gd name="connsiteY7" fmla="*/ 669028 h 753409"/>
              <a:gd name="connsiteX0" fmla="*/ 349609 w 6361421"/>
              <a:gd name="connsiteY0" fmla="*/ 649016 h 725012"/>
              <a:gd name="connsiteX1" fmla="*/ 420328 w 6361421"/>
              <a:gd name="connsiteY1" fmla="*/ 57371 h 725012"/>
              <a:gd name="connsiteX2" fmla="*/ 4627491 w 6361421"/>
              <a:gd name="connsiteY2" fmla="*/ 34405 h 725012"/>
              <a:gd name="connsiteX3" fmla="*/ 6259024 w 6361421"/>
              <a:gd name="connsiteY3" fmla="*/ 158862 h 725012"/>
              <a:gd name="connsiteX4" fmla="*/ 6025886 w 6361421"/>
              <a:gd name="connsiteY4" fmla="*/ 704151 h 725012"/>
              <a:gd name="connsiteX5" fmla="*/ 4674838 w 6361421"/>
              <a:gd name="connsiteY5" fmla="*/ 617049 h 725012"/>
              <a:gd name="connsiteX6" fmla="*/ 2193816 w 6361421"/>
              <a:gd name="connsiteY6" fmla="*/ 667768 h 725012"/>
              <a:gd name="connsiteX7" fmla="*/ 349609 w 6361421"/>
              <a:gd name="connsiteY7" fmla="*/ 649016 h 725012"/>
              <a:gd name="connsiteX0" fmla="*/ 349609 w 6363738"/>
              <a:gd name="connsiteY0" fmla="*/ 649016 h 701121"/>
              <a:gd name="connsiteX1" fmla="*/ 420328 w 6363738"/>
              <a:gd name="connsiteY1" fmla="*/ 57371 h 701121"/>
              <a:gd name="connsiteX2" fmla="*/ 4627491 w 6363738"/>
              <a:gd name="connsiteY2" fmla="*/ 34405 h 701121"/>
              <a:gd name="connsiteX3" fmla="*/ 6259024 w 6363738"/>
              <a:gd name="connsiteY3" fmla="*/ 158862 h 701121"/>
              <a:gd name="connsiteX4" fmla="*/ 6033506 w 6363738"/>
              <a:gd name="connsiteY4" fmla="*/ 666051 h 701121"/>
              <a:gd name="connsiteX5" fmla="*/ 4674838 w 6363738"/>
              <a:gd name="connsiteY5" fmla="*/ 617049 h 701121"/>
              <a:gd name="connsiteX6" fmla="*/ 2193816 w 6363738"/>
              <a:gd name="connsiteY6" fmla="*/ 667768 h 701121"/>
              <a:gd name="connsiteX7" fmla="*/ 349609 w 6363738"/>
              <a:gd name="connsiteY7" fmla="*/ 649016 h 701121"/>
              <a:gd name="connsiteX0" fmla="*/ 349609 w 6365036"/>
              <a:gd name="connsiteY0" fmla="*/ 649016 h 700128"/>
              <a:gd name="connsiteX1" fmla="*/ 420328 w 6365036"/>
              <a:gd name="connsiteY1" fmla="*/ 57371 h 700128"/>
              <a:gd name="connsiteX2" fmla="*/ 4627491 w 6365036"/>
              <a:gd name="connsiteY2" fmla="*/ 34405 h 700128"/>
              <a:gd name="connsiteX3" fmla="*/ 6259024 w 6365036"/>
              <a:gd name="connsiteY3" fmla="*/ 158862 h 700128"/>
              <a:gd name="connsiteX4" fmla="*/ 6033506 w 6365036"/>
              <a:gd name="connsiteY4" fmla="*/ 666051 h 700128"/>
              <a:gd name="connsiteX5" fmla="*/ 4636738 w 6365036"/>
              <a:gd name="connsiteY5" fmla="*/ 655149 h 700128"/>
              <a:gd name="connsiteX6" fmla="*/ 2193816 w 6365036"/>
              <a:gd name="connsiteY6" fmla="*/ 667768 h 700128"/>
              <a:gd name="connsiteX7" fmla="*/ 349609 w 6365036"/>
              <a:gd name="connsiteY7" fmla="*/ 649016 h 700128"/>
              <a:gd name="connsiteX0" fmla="*/ 150130 w 6165557"/>
              <a:gd name="connsiteY0" fmla="*/ 682470 h 736189"/>
              <a:gd name="connsiteX1" fmla="*/ 594229 w 6165557"/>
              <a:gd name="connsiteY1" fmla="*/ 45105 h 736189"/>
              <a:gd name="connsiteX2" fmla="*/ 4428012 w 6165557"/>
              <a:gd name="connsiteY2" fmla="*/ 67859 h 736189"/>
              <a:gd name="connsiteX3" fmla="*/ 6059545 w 6165557"/>
              <a:gd name="connsiteY3" fmla="*/ 192316 h 736189"/>
              <a:gd name="connsiteX4" fmla="*/ 5834027 w 6165557"/>
              <a:gd name="connsiteY4" fmla="*/ 699505 h 736189"/>
              <a:gd name="connsiteX5" fmla="*/ 4437259 w 6165557"/>
              <a:gd name="connsiteY5" fmla="*/ 688603 h 736189"/>
              <a:gd name="connsiteX6" fmla="*/ 1994337 w 6165557"/>
              <a:gd name="connsiteY6" fmla="*/ 701222 h 736189"/>
              <a:gd name="connsiteX7" fmla="*/ 150130 w 6165557"/>
              <a:gd name="connsiteY7" fmla="*/ 682470 h 736189"/>
              <a:gd name="connsiteX0" fmla="*/ 115291 w 6275498"/>
              <a:gd name="connsiteY0" fmla="*/ 641550 h 730762"/>
              <a:gd name="connsiteX1" fmla="*/ 704170 w 6275498"/>
              <a:gd name="connsiteY1" fmla="*/ 42285 h 730762"/>
              <a:gd name="connsiteX2" fmla="*/ 4537953 w 6275498"/>
              <a:gd name="connsiteY2" fmla="*/ 65039 h 730762"/>
              <a:gd name="connsiteX3" fmla="*/ 6169486 w 6275498"/>
              <a:gd name="connsiteY3" fmla="*/ 189496 h 730762"/>
              <a:gd name="connsiteX4" fmla="*/ 5943968 w 6275498"/>
              <a:gd name="connsiteY4" fmla="*/ 696685 h 730762"/>
              <a:gd name="connsiteX5" fmla="*/ 4547200 w 6275498"/>
              <a:gd name="connsiteY5" fmla="*/ 685783 h 730762"/>
              <a:gd name="connsiteX6" fmla="*/ 2104278 w 6275498"/>
              <a:gd name="connsiteY6" fmla="*/ 698402 h 730762"/>
              <a:gd name="connsiteX7" fmla="*/ 115291 w 6275498"/>
              <a:gd name="connsiteY7" fmla="*/ 641550 h 730762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2147087 w 6318307"/>
              <a:gd name="connsiteY6" fmla="*/ 716913 h 749273"/>
              <a:gd name="connsiteX7" fmla="*/ 158100 w 6318307"/>
              <a:gd name="connsiteY7" fmla="*/ 660061 h 749273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158100 w 6318307"/>
              <a:gd name="connsiteY6" fmla="*/ 660061 h 749273"/>
              <a:gd name="connsiteX0" fmla="*/ 145695 w 6305902"/>
              <a:gd name="connsiteY0" fmla="*/ 660061 h 790600"/>
              <a:gd name="connsiteX1" fmla="*/ 612654 w 6305902"/>
              <a:gd name="connsiteY1" fmla="*/ 37936 h 790600"/>
              <a:gd name="connsiteX2" fmla="*/ 4568357 w 6305902"/>
              <a:gd name="connsiteY2" fmla="*/ 83550 h 790600"/>
              <a:gd name="connsiteX3" fmla="*/ 6199890 w 6305902"/>
              <a:gd name="connsiteY3" fmla="*/ 208007 h 790600"/>
              <a:gd name="connsiteX4" fmla="*/ 5974372 w 6305902"/>
              <a:gd name="connsiteY4" fmla="*/ 715196 h 790600"/>
              <a:gd name="connsiteX5" fmla="*/ 4577604 w 6305902"/>
              <a:gd name="connsiteY5" fmla="*/ 704294 h 790600"/>
              <a:gd name="connsiteX6" fmla="*/ 145695 w 6305902"/>
              <a:gd name="connsiteY6" fmla="*/ 660061 h 790600"/>
              <a:gd name="connsiteX0" fmla="*/ 145695 w 6305902"/>
              <a:gd name="connsiteY0" fmla="*/ 660061 h 761778"/>
              <a:gd name="connsiteX1" fmla="*/ 612654 w 6305902"/>
              <a:gd name="connsiteY1" fmla="*/ 37936 h 761778"/>
              <a:gd name="connsiteX2" fmla="*/ 4568357 w 6305902"/>
              <a:gd name="connsiteY2" fmla="*/ 83550 h 761778"/>
              <a:gd name="connsiteX3" fmla="*/ 6199890 w 6305902"/>
              <a:gd name="connsiteY3" fmla="*/ 208007 h 761778"/>
              <a:gd name="connsiteX4" fmla="*/ 5974372 w 6305902"/>
              <a:gd name="connsiteY4" fmla="*/ 715196 h 761778"/>
              <a:gd name="connsiteX5" fmla="*/ 4577604 w 6305902"/>
              <a:gd name="connsiteY5" fmla="*/ 704294 h 761778"/>
              <a:gd name="connsiteX6" fmla="*/ 145695 w 6305902"/>
              <a:gd name="connsiteY6" fmla="*/ 660061 h 761778"/>
              <a:gd name="connsiteX0" fmla="*/ 145695 w 6305902"/>
              <a:gd name="connsiteY0" fmla="*/ 660061 h 759511"/>
              <a:gd name="connsiteX1" fmla="*/ 612654 w 6305902"/>
              <a:gd name="connsiteY1" fmla="*/ 37936 h 759511"/>
              <a:gd name="connsiteX2" fmla="*/ 4568357 w 6305902"/>
              <a:gd name="connsiteY2" fmla="*/ 83550 h 759511"/>
              <a:gd name="connsiteX3" fmla="*/ 6199890 w 6305902"/>
              <a:gd name="connsiteY3" fmla="*/ 208007 h 759511"/>
              <a:gd name="connsiteX4" fmla="*/ 5974372 w 6305902"/>
              <a:gd name="connsiteY4" fmla="*/ 715196 h 759511"/>
              <a:gd name="connsiteX5" fmla="*/ 4577604 w 6305902"/>
              <a:gd name="connsiteY5" fmla="*/ 704294 h 759511"/>
              <a:gd name="connsiteX6" fmla="*/ 145695 w 6305902"/>
              <a:gd name="connsiteY6" fmla="*/ 660061 h 759511"/>
              <a:gd name="connsiteX0" fmla="*/ 145695 w 6353656"/>
              <a:gd name="connsiteY0" fmla="*/ 660061 h 864844"/>
              <a:gd name="connsiteX1" fmla="*/ 612654 w 6353656"/>
              <a:gd name="connsiteY1" fmla="*/ 37936 h 864844"/>
              <a:gd name="connsiteX2" fmla="*/ 4568357 w 6353656"/>
              <a:gd name="connsiteY2" fmla="*/ 83550 h 864844"/>
              <a:gd name="connsiteX3" fmla="*/ 6199890 w 6353656"/>
              <a:gd name="connsiteY3" fmla="*/ 208007 h 864844"/>
              <a:gd name="connsiteX4" fmla="*/ 6101372 w 6353656"/>
              <a:gd name="connsiteY4" fmla="*/ 844325 h 864844"/>
              <a:gd name="connsiteX5" fmla="*/ 4577604 w 6353656"/>
              <a:gd name="connsiteY5" fmla="*/ 704294 h 864844"/>
              <a:gd name="connsiteX6" fmla="*/ 145695 w 6353656"/>
              <a:gd name="connsiteY6" fmla="*/ 660061 h 864844"/>
              <a:gd name="connsiteX0" fmla="*/ 145695 w 6305902"/>
              <a:gd name="connsiteY0" fmla="*/ 660061 h 936658"/>
              <a:gd name="connsiteX1" fmla="*/ 612654 w 6305902"/>
              <a:gd name="connsiteY1" fmla="*/ 37936 h 936658"/>
              <a:gd name="connsiteX2" fmla="*/ 4568357 w 6305902"/>
              <a:gd name="connsiteY2" fmla="*/ 83550 h 936658"/>
              <a:gd name="connsiteX3" fmla="*/ 6199890 w 6305902"/>
              <a:gd name="connsiteY3" fmla="*/ 208007 h 936658"/>
              <a:gd name="connsiteX4" fmla="*/ 5974372 w 6305902"/>
              <a:gd name="connsiteY4" fmla="*/ 920283 h 936658"/>
              <a:gd name="connsiteX5" fmla="*/ 4577604 w 6305902"/>
              <a:gd name="connsiteY5" fmla="*/ 704294 h 936658"/>
              <a:gd name="connsiteX6" fmla="*/ 145695 w 6305902"/>
              <a:gd name="connsiteY6" fmla="*/ 660061 h 936658"/>
              <a:gd name="connsiteX0" fmla="*/ 301714 w 6480492"/>
              <a:gd name="connsiteY0" fmla="*/ 660061 h 942033"/>
              <a:gd name="connsiteX1" fmla="*/ 768673 w 6480492"/>
              <a:gd name="connsiteY1" fmla="*/ 37936 h 942033"/>
              <a:gd name="connsiteX2" fmla="*/ 4724376 w 6480492"/>
              <a:gd name="connsiteY2" fmla="*/ 83550 h 942033"/>
              <a:gd name="connsiteX3" fmla="*/ 6355909 w 6480492"/>
              <a:gd name="connsiteY3" fmla="*/ 208007 h 942033"/>
              <a:gd name="connsiteX4" fmla="*/ 6130391 w 6480492"/>
              <a:gd name="connsiteY4" fmla="*/ 920283 h 942033"/>
              <a:gd name="connsiteX5" fmla="*/ 4244673 w 6480492"/>
              <a:gd name="connsiteY5" fmla="*/ 749869 h 942033"/>
              <a:gd name="connsiteX6" fmla="*/ 301714 w 6480492"/>
              <a:gd name="connsiteY6" fmla="*/ 660061 h 942033"/>
              <a:gd name="connsiteX0" fmla="*/ 308739 w 6483618"/>
              <a:gd name="connsiteY0" fmla="*/ 660061 h 942033"/>
              <a:gd name="connsiteX1" fmla="*/ 775698 w 6483618"/>
              <a:gd name="connsiteY1" fmla="*/ 37936 h 942033"/>
              <a:gd name="connsiteX2" fmla="*/ 4731401 w 6483618"/>
              <a:gd name="connsiteY2" fmla="*/ 83550 h 942033"/>
              <a:gd name="connsiteX3" fmla="*/ 6362934 w 6483618"/>
              <a:gd name="connsiteY3" fmla="*/ 208007 h 942033"/>
              <a:gd name="connsiteX4" fmla="*/ 6137416 w 6483618"/>
              <a:gd name="connsiteY4" fmla="*/ 920283 h 942033"/>
              <a:gd name="connsiteX5" fmla="*/ 4346948 w 6483618"/>
              <a:gd name="connsiteY5" fmla="*/ 749869 h 942033"/>
              <a:gd name="connsiteX6" fmla="*/ 308739 w 6483618"/>
              <a:gd name="connsiteY6" fmla="*/ 660061 h 942033"/>
              <a:gd name="connsiteX0" fmla="*/ 308739 w 6500577"/>
              <a:gd name="connsiteY0" fmla="*/ 660061 h 865601"/>
              <a:gd name="connsiteX1" fmla="*/ 775698 w 6500577"/>
              <a:gd name="connsiteY1" fmla="*/ 37936 h 865601"/>
              <a:gd name="connsiteX2" fmla="*/ 4731401 w 6500577"/>
              <a:gd name="connsiteY2" fmla="*/ 83550 h 865601"/>
              <a:gd name="connsiteX3" fmla="*/ 6362934 w 6500577"/>
              <a:gd name="connsiteY3" fmla="*/ 208007 h 865601"/>
              <a:gd name="connsiteX4" fmla="*/ 6181866 w 6500577"/>
              <a:gd name="connsiteY4" fmla="*/ 836728 h 865601"/>
              <a:gd name="connsiteX5" fmla="*/ 4346948 w 6500577"/>
              <a:gd name="connsiteY5" fmla="*/ 749869 h 865601"/>
              <a:gd name="connsiteX6" fmla="*/ 308739 w 6500577"/>
              <a:gd name="connsiteY6" fmla="*/ 660061 h 865601"/>
              <a:gd name="connsiteX0" fmla="*/ 300879 w 6524467"/>
              <a:gd name="connsiteY0" fmla="*/ 814941 h 873479"/>
              <a:gd name="connsiteX1" fmla="*/ 799588 w 6524467"/>
              <a:gd name="connsiteY1" fmla="*/ 48495 h 873479"/>
              <a:gd name="connsiteX2" fmla="*/ 4755291 w 6524467"/>
              <a:gd name="connsiteY2" fmla="*/ 94109 h 873479"/>
              <a:gd name="connsiteX3" fmla="*/ 6386824 w 6524467"/>
              <a:gd name="connsiteY3" fmla="*/ 218566 h 873479"/>
              <a:gd name="connsiteX4" fmla="*/ 6205756 w 6524467"/>
              <a:gd name="connsiteY4" fmla="*/ 847287 h 873479"/>
              <a:gd name="connsiteX5" fmla="*/ 4370838 w 6524467"/>
              <a:gd name="connsiteY5" fmla="*/ 760428 h 873479"/>
              <a:gd name="connsiteX6" fmla="*/ 300879 w 6524467"/>
              <a:gd name="connsiteY6" fmla="*/ 814941 h 873479"/>
              <a:gd name="connsiteX0" fmla="*/ 380534 w 6331072"/>
              <a:gd name="connsiteY0" fmla="*/ 814941 h 873479"/>
              <a:gd name="connsiteX1" fmla="*/ 606193 w 6331072"/>
              <a:gd name="connsiteY1" fmla="*/ 48495 h 873479"/>
              <a:gd name="connsiteX2" fmla="*/ 4561896 w 6331072"/>
              <a:gd name="connsiteY2" fmla="*/ 94109 h 873479"/>
              <a:gd name="connsiteX3" fmla="*/ 6193429 w 6331072"/>
              <a:gd name="connsiteY3" fmla="*/ 218566 h 873479"/>
              <a:gd name="connsiteX4" fmla="*/ 6012361 w 6331072"/>
              <a:gd name="connsiteY4" fmla="*/ 847287 h 873479"/>
              <a:gd name="connsiteX5" fmla="*/ 4177443 w 6331072"/>
              <a:gd name="connsiteY5" fmla="*/ 760428 h 873479"/>
              <a:gd name="connsiteX6" fmla="*/ 380534 w 6331072"/>
              <a:gd name="connsiteY6" fmla="*/ 814941 h 873479"/>
              <a:gd name="connsiteX0" fmla="*/ 380534 w 6331072"/>
              <a:gd name="connsiteY0" fmla="*/ 814941 h 877598"/>
              <a:gd name="connsiteX1" fmla="*/ 606193 w 6331072"/>
              <a:gd name="connsiteY1" fmla="*/ 48495 h 877598"/>
              <a:gd name="connsiteX2" fmla="*/ 4561896 w 6331072"/>
              <a:gd name="connsiteY2" fmla="*/ 94109 h 877598"/>
              <a:gd name="connsiteX3" fmla="*/ 6193429 w 6331072"/>
              <a:gd name="connsiteY3" fmla="*/ 218566 h 877598"/>
              <a:gd name="connsiteX4" fmla="*/ 6012361 w 6331072"/>
              <a:gd name="connsiteY4" fmla="*/ 847287 h 877598"/>
              <a:gd name="connsiteX5" fmla="*/ 4177443 w 6331072"/>
              <a:gd name="connsiteY5" fmla="*/ 760428 h 877598"/>
              <a:gd name="connsiteX6" fmla="*/ 380534 w 6331072"/>
              <a:gd name="connsiteY6" fmla="*/ 814941 h 877598"/>
              <a:gd name="connsiteX0" fmla="*/ 380534 w 6345659"/>
              <a:gd name="connsiteY0" fmla="*/ 814941 h 846357"/>
              <a:gd name="connsiteX1" fmla="*/ 606193 w 6345659"/>
              <a:gd name="connsiteY1" fmla="*/ 48495 h 846357"/>
              <a:gd name="connsiteX2" fmla="*/ 4561896 w 6345659"/>
              <a:gd name="connsiteY2" fmla="*/ 94109 h 846357"/>
              <a:gd name="connsiteX3" fmla="*/ 6193429 w 6345659"/>
              <a:gd name="connsiteY3" fmla="*/ 218566 h 846357"/>
              <a:gd name="connsiteX4" fmla="*/ 6046851 w 6345659"/>
              <a:gd name="connsiteY4" fmla="*/ 744744 h 846357"/>
              <a:gd name="connsiteX5" fmla="*/ 4177443 w 6345659"/>
              <a:gd name="connsiteY5" fmla="*/ 760428 h 846357"/>
              <a:gd name="connsiteX6" fmla="*/ 380534 w 6345659"/>
              <a:gd name="connsiteY6" fmla="*/ 814941 h 846357"/>
              <a:gd name="connsiteX0" fmla="*/ 412125 w 6291026"/>
              <a:gd name="connsiteY0" fmla="*/ 686551 h 793232"/>
              <a:gd name="connsiteX1" fmla="*/ 551560 w 6291026"/>
              <a:gd name="connsiteY1" fmla="*/ 39739 h 793232"/>
              <a:gd name="connsiteX2" fmla="*/ 4507263 w 6291026"/>
              <a:gd name="connsiteY2" fmla="*/ 85353 h 793232"/>
              <a:gd name="connsiteX3" fmla="*/ 6138796 w 6291026"/>
              <a:gd name="connsiteY3" fmla="*/ 209810 h 793232"/>
              <a:gd name="connsiteX4" fmla="*/ 5992218 w 6291026"/>
              <a:gd name="connsiteY4" fmla="*/ 735988 h 793232"/>
              <a:gd name="connsiteX5" fmla="*/ 4122810 w 6291026"/>
              <a:gd name="connsiteY5" fmla="*/ 751672 h 793232"/>
              <a:gd name="connsiteX6" fmla="*/ 412125 w 6291026"/>
              <a:gd name="connsiteY6" fmla="*/ 686551 h 793232"/>
              <a:gd name="connsiteX0" fmla="*/ 412123 w 6291024"/>
              <a:gd name="connsiteY0" fmla="*/ 729344 h 796146"/>
              <a:gd name="connsiteX1" fmla="*/ 551558 w 6291024"/>
              <a:gd name="connsiteY1" fmla="*/ 42653 h 796146"/>
              <a:gd name="connsiteX2" fmla="*/ 4507261 w 6291024"/>
              <a:gd name="connsiteY2" fmla="*/ 88267 h 796146"/>
              <a:gd name="connsiteX3" fmla="*/ 6138794 w 6291024"/>
              <a:gd name="connsiteY3" fmla="*/ 212724 h 796146"/>
              <a:gd name="connsiteX4" fmla="*/ 5992216 w 6291024"/>
              <a:gd name="connsiteY4" fmla="*/ 738902 h 796146"/>
              <a:gd name="connsiteX5" fmla="*/ 4122808 w 6291024"/>
              <a:gd name="connsiteY5" fmla="*/ 754586 h 796146"/>
              <a:gd name="connsiteX6" fmla="*/ 412123 w 6291024"/>
              <a:gd name="connsiteY6" fmla="*/ 729344 h 796146"/>
              <a:gd name="connsiteX0" fmla="*/ 390573 w 6269474"/>
              <a:gd name="connsiteY0" fmla="*/ 702108 h 768910"/>
              <a:gd name="connsiteX1" fmla="*/ 573121 w 6269474"/>
              <a:gd name="connsiteY1" fmla="*/ 49598 h 768910"/>
              <a:gd name="connsiteX2" fmla="*/ 4485711 w 6269474"/>
              <a:gd name="connsiteY2" fmla="*/ 61031 h 768910"/>
              <a:gd name="connsiteX3" fmla="*/ 6117244 w 6269474"/>
              <a:gd name="connsiteY3" fmla="*/ 185488 h 768910"/>
              <a:gd name="connsiteX4" fmla="*/ 5970666 w 6269474"/>
              <a:gd name="connsiteY4" fmla="*/ 711666 h 768910"/>
              <a:gd name="connsiteX5" fmla="*/ 4101258 w 6269474"/>
              <a:gd name="connsiteY5" fmla="*/ 727350 h 768910"/>
              <a:gd name="connsiteX6" fmla="*/ 390573 w 6269474"/>
              <a:gd name="connsiteY6" fmla="*/ 702108 h 76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69474" h="768910">
                <a:moveTo>
                  <a:pt x="390573" y="702108"/>
                </a:moveTo>
                <a:cubicBezTo>
                  <a:pt x="-197450" y="589149"/>
                  <a:pt x="-109402" y="156444"/>
                  <a:pt x="573121" y="49598"/>
                </a:cubicBezTo>
                <a:cubicBezTo>
                  <a:pt x="1255644" y="-57248"/>
                  <a:pt x="3561691" y="38383"/>
                  <a:pt x="4485711" y="61031"/>
                </a:cubicBezTo>
                <a:cubicBezTo>
                  <a:pt x="5409731" y="83679"/>
                  <a:pt x="5869752" y="77049"/>
                  <a:pt x="6117244" y="185488"/>
                </a:cubicBezTo>
                <a:cubicBezTo>
                  <a:pt x="6364736" y="293927"/>
                  <a:pt x="6306664" y="621356"/>
                  <a:pt x="5970666" y="711666"/>
                </a:cubicBezTo>
                <a:cubicBezTo>
                  <a:pt x="5634668" y="801976"/>
                  <a:pt x="5039024" y="768167"/>
                  <a:pt x="4101258" y="727350"/>
                </a:cubicBezTo>
                <a:cubicBezTo>
                  <a:pt x="2057720" y="638404"/>
                  <a:pt x="978596" y="815067"/>
                  <a:pt x="390573" y="702108"/>
                </a:cubicBezTo>
                <a:close/>
              </a:path>
            </a:pathLst>
          </a:cu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</a:endParaRPr>
          </a:p>
        </p:txBody>
      </p:sp>
      <p:sp>
        <p:nvSpPr>
          <p:cNvPr id="7" name="文本框 27">
            <a:extLst>
              <a:ext uri="{FF2B5EF4-FFF2-40B4-BE49-F238E27FC236}">
                <a16:creationId xmlns:a16="http://schemas.microsoft.com/office/drawing/2014/main" id="{565B8BB7-7D4F-6968-115D-1277394DD7F1}"/>
              </a:ext>
            </a:extLst>
          </p:cNvPr>
          <p:cNvSpPr txBox="1"/>
          <p:nvPr/>
        </p:nvSpPr>
        <p:spPr>
          <a:xfrm>
            <a:off x="3076606" y="4120387"/>
            <a:ext cx="849439" cy="464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03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sp>
        <p:nvSpPr>
          <p:cNvPr id="8" name="文本框 28">
            <a:extLst>
              <a:ext uri="{FF2B5EF4-FFF2-40B4-BE49-F238E27FC236}">
                <a16:creationId xmlns:a16="http://schemas.microsoft.com/office/drawing/2014/main" id="{97FE05DA-17C4-3E38-DDEE-84BB619AB1F4}"/>
              </a:ext>
            </a:extLst>
          </p:cNvPr>
          <p:cNvSpPr txBox="1"/>
          <p:nvPr/>
        </p:nvSpPr>
        <p:spPr>
          <a:xfrm>
            <a:off x="3933839" y="4123177"/>
            <a:ext cx="33952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The</a:t>
            </a:r>
            <a:r>
              <a:rPr lang="zh-CN" altLang="en-US" b="1" dirty="0">
                <a:solidFill>
                  <a:schemeClr val="bg1"/>
                </a:solidFill>
              </a:rPr>
              <a:t> </a:t>
            </a:r>
            <a:r>
              <a:rPr lang="en-US" altLang="zh-CN" b="1" dirty="0">
                <a:solidFill>
                  <a:schemeClr val="bg1"/>
                </a:solidFill>
              </a:rPr>
              <a:t>Solution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9" name="任意多边形: 形状 471">
            <a:extLst>
              <a:ext uri="{FF2B5EF4-FFF2-40B4-BE49-F238E27FC236}">
                <a16:creationId xmlns:a16="http://schemas.microsoft.com/office/drawing/2014/main" id="{84B11F14-9DC1-F5D7-4E12-57E249F51E26}"/>
              </a:ext>
            </a:extLst>
          </p:cNvPr>
          <p:cNvSpPr/>
          <p:nvPr/>
        </p:nvSpPr>
        <p:spPr>
          <a:xfrm flipH="1">
            <a:off x="6685238" y="4011847"/>
            <a:ext cx="3739455" cy="647406"/>
          </a:xfrm>
          <a:custGeom>
            <a:avLst/>
            <a:gdLst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29907 w 6127268"/>
              <a:gd name="connsiteY32" fmla="*/ 243727 h 917430"/>
              <a:gd name="connsiteX33" fmla="*/ 681 w 6127268"/>
              <a:gd name="connsiteY33" fmla="*/ 170402 h 917430"/>
              <a:gd name="connsiteX34" fmla="*/ 18735 w 6127268"/>
              <a:gd name="connsiteY34" fmla="*/ 92764 h 917430"/>
              <a:gd name="connsiteX35" fmla="*/ 185861 w 6127268"/>
              <a:gd name="connsiteY35" fmla="*/ 3843 h 917430"/>
              <a:gd name="connsiteX36" fmla="*/ 245451 w 6127268"/>
              <a:gd name="connsiteY36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681 w 6127268"/>
              <a:gd name="connsiteY32" fmla="*/ 170402 h 917430"/>
              <a:gd name="connsiteX33" fmla="*/ 18735 w 6127268"/>
              <a:gd name="connsiteY33" fmla="*/ 92764 h 917430"/>
              <a:gd name="connsiteX34" fmla="*/ 185861 w 6127268"/>
              <a:gd name="connsiteY34" fmla="*/ 3843 h 917430"/>
              <a:gd name="connsiteX35" fmla="*/ 245451 w 6127268"/>
              <a:gd name="connsiteY35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735 w 6127268"/>
              <a:gd name="connsiteY32" fmla="*/ 92764 h 917430"/>
              <a:gd name="connsiteX33" fmla="*/ 185861 w 6127268"/>
              <a:gd name="connsiteY33" fmla="*/ 3843 h 917430"/>
              <a:gd name="connsiteX34" fmla="*/ 245451 w 6127268"/>
              <a:gd name="connsiteY34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5861 w 6127268"/>
              <a:gd name="connsiteY32" fmla="*/ 3843 h 917430"/>
              <a:gd name="connsiteX33" fmla="*/ 245451 w 6127268"/>
              <a:gd name="connsiteY33" fmla="*/ 48 h 917430"/>
              <a:gd name="connsiteX0" fmla="*/ 245451 w 6127268"/>
              <a:gd name="connsiteY0" fmla="*/ 0 h 917382"/>
              <a:gd name="connsiteX1" fmla="*/ 408809 w 6127268"/>
              <a:gd name="connsiteY1" fmla="*/ 37691 h 917382"/>
              <a:gd name="connsiteX2" fmla="*/ 629531 w 6127268"/>
              <a:gd name="connsiteY2" fmla="*/ 130239 h 917382"/>
              <a:gd name="connsiteX3" fmla="*/ 974312 w 6127268"/>
              <a:gd name="connsiteY3" fmla="*/ 171339 h 917382"/>
              <a:gd name="connsiteX4" fmla="*/ 2055319 w 6127268"/>
              <a:gd name="connsiteY4" fmla="*/ 176465 h 917382"/>
              <a:gd name="connsiteX5" fmla="*/ 3186669 w 6127268"/>
              <a:gd name="connsiteY5" fmla="*/ 105337 h 917382"/>
              <a:gd name="connsiteX6" fmla="*/ 3887620 w 6127268"/>
              <a:gd name="connsiteY6" fmla="*/ 46056 h 917382"/>
              <a:gd name="connsiteX7" fmla="*/ 4556635 w 6127268"/>
              <a:gd name="connsiteY7" fmla="*/ 18833 h 917382"/>
              <a:gd name="connsiteX8" fmla="*/ 5167088 w 6127268"/>
              <a:gd name="connsiteY8" fmla="*/ 67090 h 917382"/>
              <a:gd name="connsiteX9" fmla="*/ 5906224 w 6127268"/>
              <a:gd name="connsiteY9" fmla="*/ 263791 h 917382"/>
              <a:gd name="connsiteX10" fmla="*/ 6059223 w 6127268"/>
              <a:gd name="connsiteY10" fmla="*/ 342026 h 917382"/>
              <a:gd name="connsiteX11" fmla="*/ 6113589 w 6127268"/>
              <a:gd name="connsiteY11" fmla="*/ 513728 h 917382"/>
              <a:gd name="connsiteX12" fmla="*/ 6090612 w 6127268"/>
              <a:gd name="connsiteY12" fmla="*/ 544154 h 917382"/>
              <a:gd name="connsiteX13" fmla="*/ 6121691 w 6127268"/>
              <a:gd name="connsiteY13" fmla="*/ 585099 h 917382"/>
              <a:gd name="connsiteX14" fmla="*/ 6113633 w 6127268"/>
              <a:gd name="connsiteY14" fmla="*/ 674024 h 917382"/>
              <a:gd name="connsiteX15" fmla="*/ 6121691 w 6127268"/>
              <a:gd name="connsiteY15" fmla="*/ 684640 h 917382"/>
              <a:gd name="connsiteX16" fmla="*/ 6113589 w 6127268"/>
              <a:gd name="connsiteY16" fmla="*/ 774045 h 917382"/>
              <a:gd name="connsiteX17" fmla="*/ 5874802 w 6127268"/>
              <a:gd name="connsiteY17" fmla="*/ 909483 h 917382"/>
              <a:gd name="connsiteX18" fmla="*/ 5545260 w 6127268"/>
              <a:gd name="connsiteY18" fmla="*/ 868914 h 917382"/>
              <a:gd name="connsiteX19" fmla="*/ 5124450 w 6127268"/>
              <a:gd name="connsiteY19" fmla="*/ 734299 h 917382"/>
              <a:gd name="connsiteX20" fmla="*/ 4649702 w 6127268"/>
              <a:gd name="connsiteY20" fmla="*/ 677677 h 917382"/>
              <a:gd name="connsiteX21" fmla="*/ 4025807 w 6127268"/>
              <a:gd name="connsiteY21" fmla="*/ 678306 h 917382"/>
              <a:gd name="connsiteX22" fmla="*/ 3229906 w 6127268"/>
              <a:gd name="connsiteY22" fmla="*/ 740923 h 917382"/>
              <a:gd name="connsiteX23" fmla="*/ 2356693 w 6127268"/>
              <a:gd name="connsiteY23" fmla="*/ 798174 h 917382"/>
              <a:gd name="connsiteX24" fmla="*/ 1620040 w 6127268"/>
              <a:gd name="connsiteY24" fmla="*/ 819836 h 917382"/>
              <a:gd name="connsiteX25" fmla="*/ 774053 w 6127268"/>
              <a:gd name="connsiteY25" fmla="*/ 785844 h 917382"/>
              <a:gd name="connsiteX26" fmla="*/ 301958 w 6127268"/>
              <a:gd name="connsiteY26" fmla="*/ 687493 h 917382"/>
              <a:gd name="connsiteX27" fmla="*/ 31235 w 6127268"/>
              <a:gd name="connsiteY27" fmla="*/ 507329 h 917382"/>
              <a:gd name="connsiteX28" fmla="*/ 681 w 6127268"/>
              <a:gd name="connsiteY28" fmla="*/ 430671 h 917382"/>
              <a:gd name="connsiteX29" fmla="*/ 15300 w 6127268"/>
              <a:gd name="connsiteY29" fmla="*/ 367807 h 917382"/>
              <a:gd name="connsiteX30" fmla="*/ 681 w 6127268"/>
              <a:gd name="connsiteY30" fmla="*/ 331130 h 917382"/>
              <a:gd name="connsiteX31" fmla="*/ 18735 w 6127268"/>
              <a:gd name="connsiteY31" fmla="*/ 253492 h 917382"/>
              <a:gd name="connsiteX32" fmla="*/ 245451 w 6127268"/>
              <a:gd name="connsiteY32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4619 w 6126587"/>
              <a:gd name="connsiteY29" fmla="*/ 367807 h 917382"/>
              <a:gd name="connsiteX30" fmla="*/ 18054 w 6126587"/>
              <a:gd name="connsiteY30" fmla="*/ 253492 h 917382"/>
              <a:gd name="connsiteX31" fmla="*/ 244770 w 6126587"/>
              <a:gd name="connsiteY31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8054 w 6126587"/>
              <a:gd name="connsiteY29" fmla="*/ 253492 h 917382"/>
              <a:gd name="connsiteX30" fmla="*/ 244770 w 6126587"/>
              <a:gd name="connsiteY30" fmla="*/ 0 h 917382"/>
              <a:gd name="connsiteX0" fmla="*/ 251762 w 6133579"/>
              <a:gd name="connsiteY0" fmla="*/ 0 h 917382"/>
              <a:gd name="connsiteX1" fmla="*/ 415120 w 6133579"/>
              <a:gd name="connsiteY1" fmla="*/ 37691 h 917382"/>
              <a:gd name="connsiteX2" fmla="*/ 635842 w 6133579"/>
              <a:gd name="connsiteY2" fmla="*/ 130239 h 917382"/>
              <a:gd name="connsiteX3" fmla="*/ 980623 w 6133579"/>
              <a:gd name="connsiteY3" fmla="*/ 171339 h 917382"/>
              <a:gd name="connsiteX4" fmla="*/ 2061630 w 6133579"/>
              <a:gd name="connsiteY4" fmla="*/ 176465 h 917382"/>
              <a:gd name="connsiteX5" fmla="*/ 3192980 w 6133579"/>
              <a:gd name="connsiteY5" fmla="*/ 105337 h 917382"/>
              <a:gd name="connsiteX6" fmla="*/ 3893931 w 6133579"/>
              <a:gd name="connsiteY6" fmla="*/ 46056 h 917382"/>
              <a:gd name="connsiteX7" fmla="*/ 4562946 w 6133579"/>
              <a:gd name="connsiteY7" fmla="*/ 18833 h 917382"/>
              <a:gd name="connsiteX8" fmla="*/ 5173399 w 6133579"/>
              <a:gd name="connsiteY8" fmla="*/ 67090 h 917382"/>
              <a:gd name="connsiteX9" fmla="*/ 5912535 w 6133579"/>
              <a:gd name="connsiteY9" fmla="*/ 263791 h 917382"/>
              <a:gd name="connsiteX10" fmla="*/ 6065534 w 6133579"/>
              <a:gd name="connsiteY10" fmla="*/ 342026 h 917382"/>
              <a:gd name="connsiteX11" fmla="*/ 6119900 w 6133579"/>
              <a:gd name="connsiteY11" fmla="*/ 513728 h 917382"/>
              <a:gd name="connsiteX12" fmla="*/ 6096923 w 6133579"/>
              <a:gd name="connsiteY12" fmla="*/ 544154 h 917382"/>
              <a:gd name="connsiteX13" fmla="*/ 6128002 w 6133579"/>
              <a:gd name="connsiteY13" fmla="*/ 585099 h 917382"/>
              <a:gd name="connsiteX14" fmla="*/ 6119944 w 6133579"/>
              <a:gd name="connsiteY14" fmla="*/ 674024 h 917382"/>
              <a:gd name="connsiteX15" fmla="*/ 6128002 w 6133579"/>
              <a:gd name="connsiteY15" fmla="*/ 684640 h 917382"/>
              <a:gd name="connsiteX16" fmla="*/ 6119900 w 6133579"/>
              <a:gd name="connsiteY16" fmla="*/ 774045 h 917382"/>
              <a:gd name="connsiteX17" fmla="*/ 5881113 w 6133579"/>
              <a:gd name="connsiteY17" fmla="*/ 909483 h 917382"/>
              <a:gd name="connsiteX18" fmla="*/ 5551571 w 6133579"/>
              <a:gd name="connsiteY18" fmla="*/ 868914 h 917382"/>
              <a:gd name="connsiteX19" fmla="*/ 5130761 w 6133579"/>
              <a:gd name="connsiteY19" fmla="*/ 734299 h 917382"/>
              <a:gd name="connsiteX20" fmla="*/ 4656013 w 6133579"/>
              <a:gd name="connsiteY20" fmla="*/ 677677 h 917382"/>
              <a:gd name="connsiteX21" fmla="*/ 4032118 w 6133579"/>
              <a:gd name="connsiteY21" fmla="*/ 678306 h 917382"/>
              <a:gd name="connsiteX22" fmla="*/ 3236217 w 6133579"/>
              <a:gd name="connsiteY22" fmla="*/ 740923 h 917382"/>
              <a:gd name="connsiteX23" fmla="*/ 2363004 w 6133579"/>
              <a:gd name="connsiteY23" fmla="*/ 798174 h 917382"/>
              <a:gd name="connsiteX24" fmla="*/ 1626351 w 6133579"/>
              <a:gd name="connsiteY24" fmla="*/ 819836 h 917382"/>
              <a:gd name="connsiteX25" fmla="*/ 780364 w 6133579"/>
              <a:gd name="connsiteY25" fmla="*/ 785844 h 917382"/>
              <a:gd name="connsiteX26" fmla="*/ 308269 w 6133579"/>
              <a:gd name="connsiteY26" fmla="*/ 687493 h 917382"/>
              <a:gd name="connsiteX27" fmla="*/ 37546 w 6133579"/>
              <a:gd name="connsiteY27" fmla="*/ 507329 h 917382"/>
              <a:gd name="connsiteX28" fmla="*/ 25046 w 6133579"/>
              <a:gd name="connsiteY28" fmla="*/ 253492 h 917382"/>
              <a:gd name="connsiteX29" fmla="*/ 251762 w 6133579"/>
              <a:gd name="connsiteY29" fmla="*/ 0 h 917382"/>
              <a:gd name="connsiteX0" fmla="*/ 226716 w 6108533"/>
              <a:gd name="connsiteY0" fmla="*/ 0 h 917382"/>
              <a:gd name="connsiteX1" fmla="*/ 390074 w 6108533"/>
              <a:gd name="connsiteY1" fmla="*/ 37691 h 917382"/>
              <a:gd name="connsiteX2" fmla="*/ 610796 w 6108533"/>
              <a:gd name="connsiteY2" fmla="*/ 130239 h 917382"/>
              <a:gd name="connsiteX3" fmla="*/ 955577 w 6108533"/>
              <a:gd name="connsiteY3" fmla="*/ 171339 h 917382"/>
              <a:gd name="connsiteX4" fmla="*/ 2036584 w 6108533"/>
              <a:gd name="connsiteY4" fmla="*/ 176465 h 917382"/>
              <a:gd name="connsiteX5" fmla="*/ 3167934 w 6108533"/>
              <a:gd name="connsiteY5" fmla="*/ 105337 h 917382"/>
              <a:gd name="connsiteX6" fmla="*/ 3868885 w 6108533"/>
              <a:gd name="connsiteY6" fmla="*/ 46056 h 917382"/>
              <a:gd name="connsiteX7" fmla="*/ 4537900 w 6108533"/>
              <a:gd name="connsiteY7" fmla="*/ 18833 h 917382"/>
              <a:gd name="connsiteX8" fmla="*/ 5148353 w 6108533"/>
              <a:gd name="connsiteY8" fmla="*/ 67090 h 917382"/>
              <a:gd name="connsiteX9" fmla="*/ 5887489 w 6108533"/>
              <a:gd name="connsiteY9" fmla="*/ 263791 h 917382"/>
              <a:gd name="connsiteX10" fmla="*/ 6040488 w 6108533"/>
              <a:gd name="connsiteY10" fmla="*/ 342026 h 917382"/>
              <a:gd name="connsiteX11" fmla="*/ 6094854 w 6108533"/>
              <a:gd name="connsiteY11" fmla="*/ 513728 h 917382"/>
              <a:gd name="connsiteX12" fmla="*/ 6071877 w 6108533"/>
              <a:gd name="connsiteY12" fmla="*/ 544154 h 917382"/>
              <a:gd name="connsiteX13" fmla="*/ 6102956 w 6108533"/>
              <a:gd name="connsiteY13" fmla="*/ 585099 h 917382"/>
              <a:gd name="connsiteX14" fmla="*/ 6094898 w 6108533"/>
              <a:gd name="connsiteY14" fmla="*/ 674024 h 917382"/>
              <a:gd name="connsiteX15" fmla="*/ 6102956 w 6108533"/>
              <a:gd name="connsiteY15" fmla="*/ 684640 h 917382"/>
              <a:gd name="connsiteX16" fmla="*/ 6094854 w 6108533"/>
              <a:gd name="connsiteY16" fmla="*/ 774045 h 917382"/>
              <a:gd name="connsiteX17" fmla="*/ 5856067 w 6108533"/>
              <a:gd name="connsiteY17" fmla="*/ 909483 h 917382"/>
              <a:gd name="connsiteX18" fmla="*/ 5526525 w 6108533"/>
              <a:gd name="connsiteY18" fmla="*/ 868914 h 917382"/>
              <a:gd name="connsiteX19" fmla="*/ 5105715 w 6108533"/>
              <a:gd name="connsiteY19" fmla="*/ 734299 h 917382"/>
              <a:gd name="connsiteX20" fmla="*/ 4630967 w 6108533"/>
              <a:gd name="connsiteY20" fmla="*/ 677677 h 917382"/>
              <a:gd name="connsiteX21" fmla="*/ 4007072 w 6108533"/>
              <a:gd name="connsiteY21" fmla="*/ 678306 h 917382"/>
              <a:gd name="connsiteX22" fmla="*/ 3211171 w 6108533"/>
              <a:gd name="connsiteY22" fmla="*/ 740923 h 917382"/>
              <a:gd name="connsiteX23" fmla="*/ 2337958 w 6108533"/>
              <a:gd name="connsiteY23" fmla="*/ 798174 h 917382"/>
              <a:gd name="connsiteX24" fmla="*/ 1601305 w 6108533"/>
              <a:gd name="connsiteY24" fmla="*/ 819836 h 917382"/>
              <a:gd name="connsiteX25" fmla="*/ 755318 w 6108533"/>
              <a:gd name="connsiteY25" fmla="*/ 785844 h 917382"/>
              <a:gd name="connsiteX26" fmla="*/ 283223 w 6108533"/>
              <a:gd name="connsiteY26" fmla="*/ 687493 h 917382"/>
              <a:gd name="connsiteX27" fmla="*/ 0 w 6108533"/>
              <a:gd name="connsiteY27" fmla="*/ 253492 h 917382"/>
              <a:gd name="connsiteX28" fmla="*/ 226716 w 6108533"/>
              <a:gd name="connsiteY28" fmla="*/ 0 h 917382"/>
              <a:gd name="connsiteX0" fmla="*/ 13196 w 5895013"/>
              <a:gd name="connsiteY0" fmla="*/ 0 h 917382"/>
              <a:gd name="connsiteX1" fmla="*/ 176554 w 5895013"/>
              <a:gd name="connsiteY1" fmla="*/ 37691 h 917382"/>
              <a:gd name="connsiteX2" fmla="*/ 397276 w 5895013"/>
              <a:gd name="connsiteY2" fmla="*/ 130239 h 917382"/>
              <a:gd name="connsiteX3" fmla="*/ 742057 w 5895013"/>
              <a:gd name="connsiteY3" fmla="*/ 171339 h 917382"/>
              <a:gd name="connsiteX4" fmla="*/ 1823064 w 5895013"/>
              <a:gd name="connsiteY4" fmla="*/ 176465 h 917382"/>
              <a:gd name="connsiteX5" fmla="*/ 2954414 w 5895013"/>
              <a:gd name="connsiteY5" fmla="*/ 105337 h 917382"/>
              <a:gd name="connsiteX6" fmla="*/ 3655365 w 5895013"/>
              <a:gd name="connsiteY6" fmla="*/ 46056 h 917382"/>
              <a:gd name="connsiteX7" fmla="*/ 4324380 w 5895013"/>
              <a:gd name="connsiteY7" fmla="*/ 18833 h 917382"/>
              <a:gd name="connsiteX8" fmla="*/ 4934833 w 5895013"/>
              <a:gd name="connsiteY8" fmla="*/ 67090 h 917382"/>
              <a:gd name="connsiteX9" fmla="*/ 5673969 w 5895013"/>
              <a:gd name="connsiteY9" fmla="*/ 263791 h 917382"/>
              <a:gd name="connsiteX10" fmla="*/ 5826968 w 5895013"/>
              <a:gd name="connsiteY10" fmla="*/ 342026 h 917382"/>
              <a:gd name="connsiteX11" fmla="*/ 5881334 w 5895013"/>
              <a:gd name="connsiteY11" fmla="*/ 513728 h 917382"/>
              <a:gd name="connsiteX12" fmla="*/ 5858357 w 5895013"/>
              <a:gd name="connsiteY12" fmla="*/ 544154 h 917382"/>
              <a:gd name="connsiteX13" fmla="*/ 5889436 w 5895013"/>
              <a:gd name="connsiteY13" fmla="*/ 585099 h 917382"/>
              <a:gd name="connsiteX14" fmla="*/ 5881378 w 5895013"/>
              <a:gd name="connsiteY14" fmla="*/ 674024 h 917382"/>
              <a:gd name="connsiteX15" fmla="*/ 5889436 w 5895013"/>
              <a:gd name="connsiteY15" fmla="*/ 684640 h 917382"/>
              <a:gd name="connsiteX16" fmla="*/ 5881334 w 5895013"/>
              <a:gd name="connsiteY16" fmla="*/ 774045 h 917382"/>
              <a:gd name="connsiteX17" fmla="*/ 5642547 w 5895013"/>
              <a:gd name="connsiteY17" fmla="*/ 909483 h 917382"/>
              <a:gd name="connsiteX18" fmla="*/ 5313005 w 5895013"/>
              <a:gd name="connsiteY18" fmla="*/ 868914 h 917382"/>
              <a:gd name="connsiteX19" fmla="*/ 4892195 w 5895013"/>
              <a:gd name="connsiteY19" fmla="*/ 734299 h 917382"/>
              <a:gd name="connsiteX20" fmla="*/ 4417447 w 5895013"/>
              <a:gd name="connsiteY20" fmla="*/ 677677 h 917382"/>
              <a:gd name="connsiteX21" fmla="*/ 3793552 w 5895013"/>
              <a:gd name="connsiteY21" fmla="*/ 678306 h 917382"/>
              <a:gd name="connsiteX22" fmla="*/ 2997651 w 5895013"/>
              <a:gd name="connsiteY22" fmla="*/ 740923 h 917382"/>
              <a:gd name="connsiteX23" fmla="*/ 2124438 w 5895013"/>
              <a:gd name="connsiteY23" fmla="*/ 798174 h 917382"/>
              <a:gd name="connsiteX24" fmla="*/ 1387785 w 5895013"/>
              <a:gd name="connsiteY24" fmla="*/ 819836 h 917382"/>
              <a:gd name="connsiteX25" fmla="*/ 541798 w 5895013"/>
              <a:gd name="connsiteY25" fmla="*/ 785844 h 917382"/>
              <a:gd name="connsiteX26" fmla="*/ 69703 w 5895013"/>
              <a:gd name="connsiteY26" fmla="*/ 687493 h 917382"/>
              <a:gd name="connsiteX27" fmla="*/ 13196 w 5895013"/>
              <a:gd name="connsiteY27" fmla="*/ 0 h 917382"/>
              <a:gd name="connsiteX0" fmla="*/ 17507 w 5842817"/>
              <a:gd name="connsiteY0" fmla="*/ 678091 h 907980"/>
              <a:gd name="connsiteX1" fmla="*/ 124358 w 5842817"/>
              <a:gd name="connsiteY1" fmla="*/ 28289 h 907980"/>
              <a:gd name="connsiteX2" fmla="*/ 345080 w 5842817"/>
              <a:gd name="connsiteY2" fmla="*/ 120837 h 907980"/>
              <a:gd name="connsiteX3" fmla="*/ 689861 w 5842817"/>
              <a:gd name="connsiteY3" fmla="*/ 161937 h 907980"/>
              <a:gd name="connsiteX4" fmla="*/ 1770868 w 5842817"/>
              <a:gd name="connsiteY4" fmla="*/ 167063 h 907980"/>
              <a:gd name="connsiteX5" fmla="*/ 2902218 w 5842817"/>
              <a:gd name="connsiteY5" fmla="*/ 95935 h 907980"/>
              <a:gd name="connsiteX6" fmla="*/ 3603169 w 5842817"/>
              <a:gd name="connsiteY6" fmla="*/ 36654 h 907980"/>
              <a:gd name="connsiteX7" fmla="*/ 4272184 w 5842817"/>
              <a:gd name="connsiteY7" fmla="*/ 9431 h 907980"/>
              <a:gd name="connsiteX8" fmla="*/ 4882637 w 5842817"/>
              <a:gd name="connsiteY8" fmla="*/ 57688 h 907980"/>
              <a:gd name="connsiteX9" fmla="*/ 5621773 w 5842817"/>
              <a:gd name="connsiteY9" fmla="*/ 254389 h 907980"/>
              <a:gd name="connsiteX10" fmla="*/ 5774772 w 5842817"/>
              <a:gd name="connsiteY10" fmla="*/ 332624 h 907980"/>
              <a:gd name="connsiteX11" fmla="*/ 5829138 w 5842817"/>
              <a:gd name="connsiteY11" fmla="*/ 504326 h 907980"/>
              <a:gd name="connsiteX12" fmla="*/ 5806161 w 5842817"/>
              <a:gd name="connsiteY12" fmla="*/ 534752 h 907980"/>
              <a:gd name="connsiteX13" fmla="*/ 5837240 w 5842817"/>
              <a:gd name="connsiteY13" fmla="*/ 575697 h 907980"/>
              <a:gd name="connsiteX14" fmla="*/ 5829182 w 5842817"/>
              <a:gd name="connsiteY14" fmla="*/ 664622 h 907980"/>
              <a:gd name="connsiteX15" fmla="*/ 5837240 w 5842817"/>
              <a:gd name="connsiteY15" fmla="*/ 675238 h 907980"/>
              <a:gd name="connsiteX16" fmla="*/ 5829138 w 5842817"/>
              <a:gd name="connsiteY16" fmla="*/ 764643 h 907980"/>
              <a:gd name="connsiteX17" fmla="*/ 5590351 w 5842817"/>
              <a:gd name="connsiteY17" fmla="*/ 900081 h 907980"/>
              <a:gd name="connsiteX18" fmla="*/ 5260809 w 5842817"/>
              <a:gd name="connsiteY18" fmla="*/ 859512 h 907980"/>
              <a:gd name="connsiteX19" fmla="*/ 4839999 w 5842817"/>
              <a:gd name="connsiteY19" fmla="*/ 724897 h 907980"/>
              <a:gd name="connsiteX20" fmla="*/ 4365251 w 5842817"/>
              <a:gd name="connsiteY20" fmla="*/ 668275 h 907980"/>
              <a:gd name="connsiteX21" fmla="*/ 3741356 w 5842817"/>
              <a:gd name="connsiteY21" fmla="*/ 668904 h 907980"/>
              <a:gd name="connsiteX22" fmla="*/ 2945455 w 5842817"/>
              <a:gd name="connsiteY22" fmla="*/ 731521 h 907980"/>
              <a:gd name="connsiteX23" fmla="*/ 2072242 w 5842817"/>
              <a:gd name="connsiteY23" fmla="*/ 788772 h 907980"/>
              <a:gd name="connsiteX24" fmla="*/ 1335589 w 5842817"/>
              <a:gd name="connsiteY24" fmla="*/ 810434 h 907980"/>
              <a:gd name="connsiteX25" fmla="*/ 489602 w 5842817"/>
              <a:gd name="connsiteY25" fmla="*/ 776442 h 907980"/>
              <a:gd name="connsiteX26" fmla="*/ 17507 w 5842817"/>
              <a:gd name="connsiteY26" fmla="*/ 678091 h 907980"/>
              <a:gd name="connsiteX0" fmla="*/ 246440 w 6071750"/>
              <a:gd name="connsiteY0" fmla="*/ 669016 h 898905"/>
              <a:gd name="connsiteX1" fmla="*/ 10391 w 6071750"/>
              <a:gd name="connsiteY1" fmla="*/ 49694 h 898905"/>
              <a:gd name="connsiteX2" fmla="*/ 574013 w 6071750"/>
              <a:gd name="connsiteY2" fmla="*/ 111762 h 898905"/>
              <a:gd name="connsiteX3" fmla="*/ 918794 w 6071750"/>
              <a:gd name="connsiteY3" fmla="*/ 152862 h 898905"/>
              <a:gd name="connsiteX4" fmla="*/ 1999801 w 6071750"/>
              <a:gd name="connsiteY4" fmla="*/ 157988 h 898905"/>
              <a:gd name="connsiteX5" fmla="*/ 3131151 w 6071750"/>
              <a:gd name="connsiteY5" fmla="*/ 86860 h 898905"/>
              <a:gd name="connsiteX6" fmla="*/ 3832102 w 6071750"/>
              <a:gd name="connsiteY6" fmla="*/ 27579 h 898905"/>
              <a:gd name="connsiteX7" fmla="*/ 4501117 w 6071750"/>
              <a:gd name="connsiteY7" fmla="*/ 356 h 898905"/>
              <a:gd name="connsiteX8" fmla="*/ 5111570 w 6071750"/>
              <a:gd name="connsiteY8" fmla="*/ 48613 h 898905"/>
              <a:gd name="connsiteX9" fmla="*/ 5850706 w 6071750"/>
              <a:gd name="connsiteY9" fmla="*/ 245314 h 898905"/>
              <a:gd name="connsiteX10" fmla="*/ 6003705 w 6071750"/>
              <a:gd name="connsiteY10" fmla="*/ 323549 h 898905"/>
              <a:gd name="connsiteX11" fmla="*/ 6058071 w 6071750"/>
              <a:gd name="connsiteY11" fmla="*/ 495251 h 898905"/>
              <a:gd name="connsiteX12" fmla="*/ 6035094 w 6071750"/>
              <a:gd name="connsiteY12" fmla="*/ 525677 h 898905"/>
              <a:gd name="connsiteX13" fmla="*/ 6066173 w 6071750"/>
              <a:gd name="connsiteY13" fmla="*/ 566622 h 898905"/>
              <a:gd name="connsiteX14" fmla="*/ 6058115 w 6071750"/>
              <a:gd name="connsiteY14" fmla="*/ 655547 h 898905"/>
              <a:gd name="connsiteX15" fmla="*/ 6066173 w 6071750"/>
              <a:gd name="connsiteY15" fmla="*/ 666163 h 898905"/>
              <a:gd name="connsiteX16" fmla="*/ 6058071 w 6071750"/>
              <a:gd name="connsiteY16" fmla="*/ 755568 h 898905"/>
              <a:gd name="connsiteX17" fmla="*/ 5819284 w 6071750"/>
              <a:gd name="connsiteY17" fmla="*/ 891006 h 898905"/>
              <a:gd name="connsiteX18" fmla="*/ 5489742 w 6071750"/>
              <a:gd name="connsiteY18" fmla="*/ 850437 h 898905"/>
              <a:gd name="connsiteX19" fmla="*/ 5068932 w 6071750"/>
              <a:gd name="connsiteY19" fmla="*/ 715822 h 898905"/>
              <a:gd name="connsiteX20" fmla="*/ 4594184 w 6071750"/>
              <a:gd name="connsiteY20" fmla="*/ 659200 h 898905"/>
              <a:gd name="connsiteX21" fmla="*/ 3970289 w 6071750"/>
              <a:gd name="connsiteY21" fmla="*/ 659829 h 898905"/>
              <a:gd name="connsiteX22" fmla="*/ 3174388 w 6071750"/>
              <a:gd name="connsiteY22" fmla="*/ 722446 h 898905"/>
              <a:gd name="connsiteX23" fmla="*/ 2301175 w 6071750"/>
              <a:gd name="connsiteY23" fmla="*/ 779697 h 898905"/>
              <a:gd name="connsiteX24" fmla="*/ 1564522 w 6071750"/>
              <a:gd name="connsiteY24" fmla="*/ 801359 h 898905"/>
              <a:gd name="connsiteX25" fmla="*/ 718535 w 6071750"/>
              <a:gd name="connsiteY25" fmla="*/ 767367 h 898905"/>
              <a:gd name="connsiteX26" fmla="*/ 246440 w 6071750"/>
              <a:gd name="connsiteY26" fmla="*/ 669016 h 898905"/>
              <a:gd name="connsiteX0" fmla="*/ 248034 w 6073344"/>
              <a:gd name="connsiteY0" fmla="*/ 681433 h 911322"/>
              <a:gd name="connsiteX1" fmla="*/ 11985 w 6073344"/>
              <a:gd name="connsiteY1" fmla="*/ 62111 h 911322"/>
              <a:gd name="connsiteX2" fmla="*/ 575607 w 6073344"/>
              <a:gd name="connsiteY2" fmla="*/ 124179 h 911322"/>
              <a:gd name="connsiteX3" fmla="*/ 920388 w 6073344"/>
              <a:gd name="connsiteY3" fmla="*/ 165279 h 911322"/>
              <a:gd name="connsiteX4" fmla="*/ 2001395 w 6073344"/>
              <a:gd name="connsiteY4" fmla="*/ 170405 h 911322"/>
              <a:gd name="connsiteX5" fmla="*/ 3132745 w 6073344"/>
              <a:gd name="connsiteY5" fmla="*/ 99277 h 911322"/>
              <a:gd name="connsiteX6" fmla="*/ 3833696 w 6073344"/>
              <a:gd name="connsiteY6" fmla="*/ 39996 h 911322"/>
              <a:gd name="connsiteX7" fmla="*/ 4502711 w 6073344"/>
              <a:gd name="connsiteY7" fmla="*/ 12773 h 911322"/>
              <a:gd name="connsiteX8" fmla="*/ 5113164 w 6073344"/>
              <a:gd name="connsiteY8" fmla="*/ 61030 h 911322"/>
              <a:gd name="connsiteX9" fmla="*/ 5852300 w 6073344"/>
              <a:gd name="connsiteY9" fmla="*/ 257731 h 911322"/>
              <a:gd name="connsiteX10" fmla="*/ 6005299 w 6073344"/>
              <a:gd name="connsiteY10" fmla="*/ 335966 h 911322"/>
              <a:gd name="connsiteX11" fmla="*/ 6059665 w 6073344"/>
              <a:gd name="connsiteY11" fmla="*/ 507668 h 911322"/>
              <a:gd name="connsiteX12" fmla="*/ 6036688 w 6073344"/>
              <a:gd name="connsiteY12" fmla="*/ 538094 h 911322"/>
              <a:gd name="connsiteX13" fmla="*/ 6067767 w 6073344"/>
              <a:gd name="connsiteY13" fmla="*/ 579039 h 911322"/>
              <a:gd name="connsiteX14" fmla="*/ 6059709 w 6073344"/>
              <a:gd name="connsiteY14" fmla="*/ 667964 h 911322"/>
              <a:gd name="connsiteX15" fmla="*/ 6067767 w 6073344"/>
              <a:gd name="connsiteY15" fmla="*/ 678580 h 911322"/>
              <a:gd name="connsiteX16" fmla="*/ 6059665 w 6073344"/>
              <a:gd name="connsiteY16" fmla="*/ 767985 h 911322"/>
              <a:gd name="connsiteX17" fmla="*/ 5820878 w 6073344"/>
              <a:gd name="connsiteY17" fmla="*/ 903423 h 911322"/>
              <a:gd name="connsiteX18" fmla="*/ 5491336 w 6073344"/>
              <a:gd name="connsiteY18" fmla="*/ 862854 h 911322"/>
              <a:gd name="connsiteX19" fmla="*/ 5070526 w 6073344"/>
              <a:gd name="connsiteY19" fmla="*/ 728239 h 911322"/>
              <a:gd name="connsiteX20" fmla="*/ 4595778 w 6073344"/>
              <a:gd name="connsiteY20" fmla="*/ 671617 h 911322"/>
              <a:gd name="connsiteX21" fmla="*/ 3971883 w 6073344"/>
              <a:gd name="connsiteY21" fmla="*/ 672246 h 911322"/>
              <a:gd name="connsiteX22" fmla="*/ 3175982 w 6073344"/>
              <a:gd name="connsiteY22" fmla="*/ 734863 h 911322"/>
              <a:gd name="connsiteX23" fmla="*/ 2302769 w 6073344"/>
              <a:gd name="connsiteY23" fmla="*/ 792114 h 911322"/>
              <a:gd name="connsiteX24" fmla="*/ 1566116 w 6073344"/>
              <a:gd name="connsiteY24" fmla="*/ 813776 h 911322"/>
              <a:gd name="connsiteX25" fmla="*/ 720129 w 6073344"/>
              <a:gd name="connsiteY25" fmla="*/ 779784 h 911322"/>
              <a:gd name="connsiteX26" fmla="*/ 248034 w 6073344"/>
              <a:gd name="connsiteY26" fmla="*/ 681433 h 911322"/>
              <a:gd name="connsiteX0" fmla="*/ 275085 w 6100395"/>
              <a:gd name="connsiteY0" fmla="*/ 677655 h 907544"/>
              <a:gd name="connsiteX1" fmla="*/ 39036 w 6100395"/>
              <a:gd name="connsiteY1" fmla="*/ 58333 h 907544"/>
              <a:gd name="connsiteX2" fmla="*/ 602658 w 6100395"/>
              <a:gd name="connsiteY2" fmla="*/ 120401 h 907544"/>
              <a:gd name="connsiteX3" fmla="*/ 947439 w 6100395"/>
              <a:gd name="connsiteY3" fmla="*/ 161501 h 907544"/>
              <a:gd name="connsiteX4" fmla="*/ 2028446 w 6100395"/>
              <a:gd name="connsiteY4" fmla="*/ 166627 h 907544"/>
              <a:gd name="connsiteX5" fmla="*/ 3159796 w 6100395"/>
              <a:gd name="connsiteY5" fmla="*/ 95499 h 907544"/>
              <a:gd name="connsiteX6" fmla="*/ 3860747 w 6100395"/>
              <a:gd name="connsiteY6" fmla="*/ 36218 h 907544"/>
              <a:gd name="connsiteX7" fmla="*/ 4529762 w 6100395"/>
              <a:gd name="connsiteY7" fmla="*/ 8995 h 907544"/>
              <a:gd name="connsiteX8" fmla="*/ 5140215 w 6100395"/>
              <a:gd name="connsiteY8" fmla="*/ 57252 h 907544"/>
              <a:gd name="connsiteX9" fmla="*/ 5879351 w 6100395"/>
              <a:gd name="connsiteY9" fmla="*/ 253953 h 907544"/>
              <a:gd name="connsiteX10" fmla="*/ 6032350 w 6100395"/>
              <a:gd name="connsiteY10" fmla="*/ 332188 h 907544"/>
              <a:gd name="connsiteX11" fmla="*/ 6086716 w 6100395"/>
              <a:gd name="connsiteY11" fmla="*/ 503890 h 907544"/>
              <a:gd name="connsiteX12" fmla="*/ 6063739 w 6100395"/>
              <a:gd name="connsiteY12" fmla="*/ 534316 h 907544"/>
              <a:gd name="connsiteX13" fmla="*/ 6094818 w 6100395"/>
              <a:gd name="connsiteY13" fmla="*/ 575261 h 907544"/>
              <a:gd name="connsiteX14" fmla="*/ 6086760 w 6100395"/>
              <a:gd name="connsiteY14" fmla="*/ 664186 h 907544"/>
              <a:gd name="connsiteX15" fmla="*/ 6094818 w 6100395"/>
              <a:gd name="connsiteY15" fmla="*/ 674802 h 907544"/>
              <a:gd name="connsiteX16" fmla="*/ 6086716 w 6100395"/>
              <a:gd name="connsiteY16" fmla="*/ 764207 h 907544"/>
              <a:gd name="connsiteX17" fmla="*/ 5847929 w 6100395"/>
              <a:gd name="connsiteY17" fmla="*/ 899645 h 907544"/>
              <a:gd name="connsiteX18" fmla="*/ 5518387 w 6100395"/>
              <a:gd name="connsiteY18" fmla="*/ 859076 h 907544"/>
              <a:gd name="connsiteX19" fmla="*/ 5097577 w 6100395"/>
              <a:gd name="connsiteY19" fmla="*/ 724461 h 907544"/>
              <a:gd name="connsiteX20" fmla="*/ 4622829 w 6100395"/>
              <a:gd name="connsiteY20" fmla="*/ 667839 h 907544"/>
              <a:gd name="connsiteX21" fmla="*/ 3998934 w 6100395"/>
              <a:gd name="connsiteY21" fmla="*/ 668468 h 907544"/>
              <a:gd name="connsiteX22" fmla="*/ 3203033 w 6100395"/>
              <a:gd name="connsiteY22" fmla="*/ 731085 h 907544"/>
              <a:gd name="connsiteX23" fmla="*/ 2329820 w 6100395"/>
              <a:gd name="connsiteY23" fmla="*/ 788336 h 907544"/>
              <a:gd name="connsiteX24" fmla="*/ 1593167 w 6100395"/>
              <a:gd name="connsiteY24" fmla="*/ 809998 h 907544"/>
              <a:gd name="connsiteX25" fmla="*/ 747180 w 6100395"/>
              <a:gd name="connsiteY25" fmla="*/ 776006 h 907544"/>
              <a:gd name="connsiteX26" fmla="*/ 275085 w 6100395"/>
              <a:gd name="connsiteY26" fmla="*/ 677655 h 907544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5994151 w 6062196"/>
              <a:gd name="connsiteY10" fmla="*/ 323549 h 898905"/>
              <a:gd name="connsiteX11" fmla="*/ 6048517 w 6062196"/>
              <a:gd name="connsiteY11" fmla="*/ 495251 h 898905"/>
              <a:gd name="connsiteX12" fmla="*/ 6025540 w 6062196"/>
              <a:gd name="connsiteY12" fmla="*/ 525677 h 898905"/>
              <a:gd name="connsiteX13" fmla="*/ 6056619 w 6062196"/>
              <a:gd name="connsiteY13" fmla="*/ 566622 h 898905"/>
              <a:gd name="connsiteX14" fmla="*/ 6048561 w 6062196"/>
              <a:gd name="connsiteY14" fmla="*/ 655547 h 898905"/>
              <a:gd name="connsiteX15" fmla="*/ 6056619 w 6062196"/>
              <a:gd name="connsiteY15" fmla="*/ 666163 h 898905"/>
              <a:gd name="connsiteX16" fmla="*/ 6048517 w 6062196"/>
              <a:gd name="connsiteY16" fmla="*/ 755568 h 898905"/>
              <a:gd name="connsiteX17" fmla="*/ 5809730 w 6062196"/>
              <a:gd name="connsiteY17" fmla="*/ 891006 h 898905"/>
              <a:gd name="connsiteX18" fmla="*/ 5480188 w 6062196"/>
              <a:gd name="connsiteY18" fmla="*/ 850437 h 898905"/>
              <a:gd name="connsiteX19" fmla="*/ 5059378 w 6062196"/>
              <a:gd name="connsiteY19" fmla="*/ 715822 h 898905"/>
              <a:gd name="connsiteX20" fmla="*/ 4584630 w 6062196"/>
              <a:gd name="connsiteY20" fmla="*/ 659200 h 898905"/>
              <a:gd name="connsiteX21" fmla="*/ 3960735 w 6062196"/>
              <a:gd name="connsiteY21" fmla="*/ 659829 h 898905"/>
              <a:gd name="connsiteX22" fmla="*/ 3164834 w 6062196"/>
              <a:gd name="connsiteY22" fmla="*/ 722446 h 898905"/>
              <a:gd name="connsiteX23" fmla="*/ 2291621 w 6062196"/>
              <a:gd name="connsiteY23" fmla="*/ 779697 h 898905"/>
              <a:gd name="connsiteX24" fmla="*/ 1554968 w 6062196"/>
              <a:gd name="connsiteY24" fmla="*/ 801359 h 898905"/>
              <a:gd name="connsiteX25" fmla="*/ 708981 w 6062196"/>
              <a:gd name="connsiteY25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25540 w 6062196"/>
              <a:gd name="connsiteY11" fmla="*/ 525677 h 898905"/>
              <a:gd name="connsiteX12" fmla="*/ 6056619 w 6062196"/>
              <a:gd name="connsiteY12" fmla="*/ 566622 h 898905"/>
              <a:gd name="connsiteX13" fmla="*/ 6048561 w 6062196"/>
              <a:gd name="connsiteY13" fmla="*/ 655547 h 898905"/>
              <a:gd name="connsiteX14" fmla="*/ 6056619 w 6062196"/>
              <a:gd name="connsiteY14" fmla="*/ 666163 h 898905"/>
              <a:gd name="connsiteX15" fmla="*/ 6048517 w 6062196"/>
              <a:gd name="connsiteY15" fmla="*/ 755568 h 898905"/>
              <a:gd name="connsiteX16" fmla="*/ 5809730 w 6062196"/>
              <a:gd name="connsiteY16" fmla="*/ 891006 h 898905"/>
              <a:gd name="connsiteX17" fmla="*/ 5480188 w 6062196"/>
              <a:gd name="connsiteY17" fmla="*/ 850437 h 898905"/>
              <a:gd name="connsiteX18" fmla="*/ 5059378 w 6062196"/>
              <a:gd name="connsiteY18" fmla="*/ 715822 h 898905"/>
              <a:gd name="connsiteX19" fmla="*/ 4584630 w 6062196"/>
              <a:gd name="connsiteY19" fmla="*/ 659200 h 898905"/>
              <a:gd name="connsiteX20" fmla="*/ 3960735 w 6062196"/>
              <a:gd name="connsiteY20" fmla="*/ 659829 h 898905"/>
              <a:gd name="connsiteX21" fmla="*/ 3164834 w 6062196"/>
              <a:gd name="connsiteY21" fmla="*/ 722446 h 898905"/>
              <a:gd name="connsiteX22" fmla="*/ 2291621 w 6062196"/>
              <a:gd name="connsiteY22" fmla="*/ 779697 h 898905"/>
              <a:gd name="connsiteX23" fmla="*/ 1554968 w 6062196"/>
              <a:gd name="connsiteY23" fmla="*/ 801359 h 898905"/>
              <a:gd name="connsiteX24" fmla="*/ 708981 w 6062196"/>
              <a:gd name="connsiteY24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56619 w 6062196"/>
              <a:gd name="connsiteY11" fmla="*/ 566622 h 898905"/>
              <a:gd name="connsiteX12" fmla="*/ 6048561 w 6062196"/>
              <a:gd name="connsiteY12" fmla="*/ 655547 h 898905"/>
              <a:gd name="connsiteX13" fmla="*/ 6056619 w 6062196"/>
              <a:gd name="connsiteY13" fmla="*/ 666163 h 898905"/>
              <a:gd name="connsiteX14" fmla="*/ 6048517 w 6062196"/>
              <a:gd name="connsiteY14" fmla="*/ 755568 h 898905"/>
              <a:gd name="connsiteX15" fmla="*/ 5809730 w 6062196"/>
              <a:gd name="connsiteY15" fmla="*/ 891006 h 898905"/>
              <a:gd name="connsiteX16" fmla="*/ 5480188 w 6062196"/>
              <a:gd name="connsiteY16" fmla="*/ 850437 h 898905"/>
              <a:gd name="connsiteX17" fmla="*/ 5059378 w 6062196"/>
              <a:gd name="connsiteY17" fmla="*/ 715822 h 898905"/>
              <a:gd name="connsiteX18" fmla="*/ 4584630 w 6062196"/>
              <a:gd name="connsiteY18" fmla="*/ 659200 h 898905"/>
              <a:gd name="connsiteX19" fmla="*/ 3960735 w 6062196"/>
              <a:gd name="connsiteY19" fmla="*/ 659829 h 898905"/>
              <a:gd name="connsiteX20" fmla="*/ 3164834 w 6062196"/>
              <a:gd name="connsiteY20" fmla="*/ 722446 h 898905"/>
              <a:gd name="connsiteX21" fmla="*/ 2291621 w 6062196"/>
              <a:gd name="connsiteY21" fmla="*/ 779697 h 898905"/>
              <a:gd name="connsiteX22" fmla="*/ 1554968 w 6062196"/>
              <a:gd name="connsiteY22" fmla="*/ 801359 h 898905"/>
              <a:gd name="connsiteX23" fmla="*/ 708981 w 6062196"/>
              <a:gd name="connsiteY23" fmla="*/ 767367 h 898905"/>
              <a:gd name="connsiteX0" fmla="*/ 708981 w 6056619"/>
              <a:gd name="connsiteY0" fmla="*/ 767367 h 898905"/>
              <a:gd name="connsiteX1" fmla="*/ 837 w 6056619"/>
              <a:gd name="connsiteY1" fmla="*/ 49694 h 898905"/>
              <a:gd name="connsiteX2" fmla="*/ 564459 w 6056619"/>
              <a:gd name="connsiteY2" fmla="*/ 111762 h 898905"/>
              <a:gd name="connsiteX3" fmla="*/ 909240 w 6056619"/>
              <a:gd name="connsiteY3" fmla="*/ 152862 h 898905"/>
              <a:gd name="connsiteX4" fmla="*/ 1990247 w 6056619"/>
              <a:gd name="connsiteY4" fmla="*/ 157988 h 898905"/>
              <a:gd name="connsiteX5" fmla="*/ 3121597 w 6056619"/>
              <a:gd name="connsiteY5" fmla="*/ 86860 h 898905"/>
              <a:gd name="connsiteX6" fmla="*/ 3822548 w 6056619"/>
              <a:gd name="connsiteY6" fmla="*/ 27579 h 898905"/>
              <a:gd name="connsiteX7" fmla="*/ 4491563 w 6056619"/>
              <a:gd name="connsiteY7" fmla="*/ 356 h 898905"/>
              <a:gd name="connsiteX8" fmla="*/ 5102016 w 6056619"/>
              <a:gd name="connsiteY8" fmla="*/ 48613 h 898905"/>
              <a:gd name="connsiteX9" fmla="*/ 5841152 w 6056619"/>
              <a:gd name="connsiteY9" fmla="*/ 245314 h 898905"/>
              <a:gd name="connsiteX10" fmla="*/ 6048517 w 6056619"/>
              <a:gd name="connsiteY10" fmla="*/ 495251 h 898905"/>
              <a:gd name="connsiteX11" fmla="*/ 6056619 w 6056619"/>
              <a:gd name="connsiteY11" fmla="*/ 566622 h 898905"/>
              <a:gd name="connsiteX12" fmla="*/ 6048561 w 6056619"/>
              <a:gd name="connsiteY12" fmla="*/ 655547 h 898905"/>
              <a:gd name="connsiteX13" fmla="*/ 6048517 w 6056619"/>
              <a:gd name="connsiteY13" fmla="*/ 755568 h 898905"/>
              <a:gd name="connsiteX14" fmla="*/ 5809730 w 6056619"/>
              <a:gd name="connsiteY14" fmla="*/ 891006 h 898905"/>
              <a:gd name="connsiteX15" fmla="*/ 5480188 w 6056619"/>
              <a:gd name="connsiteY15" fmla="*/ 850437 h 898905"/>
              <a:gd name="connsiteX16" fmla="*/ 5059378 w 6056619"/>
              <a:gd name="connsiteY16" fmla="*/ 715822 h 898905"/>
              <a:gd name="connsiteX17" fmla="*/ 4584630 w 6056619"/>
              <a:gd name="connsiteY17" fmla="*/ 659200 h 898905"/>
              <a:gd name="connsiteX18" fmla="*/ 3960735 w 6056619"/>
              <a:gd name="connsiteY18" fmla="*/ 659829 h 898905"/>
              <a:gd name="connsiteX19" fmla="*/ 3164834 w 6056619"/>
              <a:gd name="connsiteY19" fmla="*/ 722446 h 898905"/>
              <a:gd name="connsiteX20" fmla="*/ 2291621 w 6056619"/>
              <a:gd name="connsiteY20" fmla="*/ 779697 h 898905"/>
              <a:gd name="connsiteX21" fmla="*/ 1554968 w 6056619"/>
              <a:gd name="connsiteY21" fmla="*/ 801359 h 898905"/>
              <a:gd name="connsiteX22" fmla="*/ 708981 w 6056619"/>
              <a:gd name="connsiteY22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17 w 6048561"/>
              <a:gd name="connsiteY10" fmla="*/ 495251 h 898905"/>
              <a:gd name="connsiteX11" fmla="*/ 6048561 w 6048561"/>
              <a:gd name="connsiteY11" fmla="*/ 655547 h 898905"/>
              <a:gd name="connsiteX12" fmla="*/ 6048517 w 6048561"/>
              <a:gd name="connsiteY12" fmla="*/ 755568 h 898905"/>
              <a:gd name="connsiteX13" fmla="*/ 5809730 w 6048561"/>
              <a:gd name="connsiteY13" fmla="*/ 891006 h 898905"/>
              <a:gd name="connsiteX14" fmla="*/ 5480188 w 6048561"/>
              <a:gd name="connsiteY14" fmla="*/ 850437 h 898905"/>
              <a:gd name="connsiteX15" fmla="*/ 5059378 w 6048561"/>
              <a:gd name="connsiteY15" fmla="*/ 715822 h 898905"/>
              <a:gd name="connsiteX16" fmla="*/ 4584630 w 6048561"/>
              <a:gd name="connsiteY16" fmla="*/ 659200 h 898905"/>
              <a:gd name="connsiteX17" fmla="*/ 3960735 w 6048561"/>
              <a:gd name="connsiteY17" fmla="*/ 659829 h 898905"/>
              <a:gd name="connsiteX18" fmla="*/ 3164834 w 6048561"/>
              <a:gd name="connsiteY18" fmla="*/ 722446 h 898905"/>
              <a:gd name="connsiteX19" fmla="*/ 2291621 w 6048561"/>
              <a:gd name="connsiteY19" fmla="*/ 779697 h 898905"/>
              <a:gd name="connsiteX20" fmla="*/ 1554968 w 6048561"/>
              <a:gd name="connsiteY20" fmla="*/ 801359 h 898905"/>
              <a:gd name="connsiteX21" fmla="*/ 708981 w 6048561"/>
              <a:gd name="connsiteY21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61 w 6048561"/>
              <a:gd name="connsiteY10" fmla="*/ 655547 h 898905"/>
              <a:gd name="connsiteX11" fmla="*/ 6048517 w 6048561"/>
              <a:gd name="connsiteY11" fmla="*/ 755568 h 898905"/>
              <a:gd name="connsiteX12" fmla="*/ 5809730 w 6048561"/>
              <a:gd name="connsiteY12" fmla="*/ 891006 h 898905"/>
              <a:gd name="connsiteX13" fmla="*/ 5480188 w 6048561"/>
              <a:gd name="connsiteY13" fmla="*/ 850437 h 898905"/>
              <a:gd name="connsiteX14" fmla="*/ 5059378 w 6048561"/>
              <a:gd name="connsiteY14" fmla="*/ 715822 h 898905"/>
              <a:gd name="connsiteX15" fmla="*/ 4584630 w 6048561"/>
              <a:gd name="connsiteY15" fmla="*/ 659200 h 898905"/>
              <a:gd name="connsiteX16" fmla="*/ 3960735 w 6048561"/>
              <a:gd name="connsiteY16" fmla="*/ 659829 h 898905"/>
              <a:gd name="connsiteX17" fmla="*/ 3164834 w 6048561"/>
              <a:gd name="connsiteY17" fmla="*/ 722446 h 898905"/>
              <a:gd name="connsiteX18" fmla="*/ 2291621 w 6048561"/>
              <a:gd name="connsiteY18" fmla="*/ 779697 h 898905"/>
              <a:gd name="connsiteX19" fmla="*/ 1554968 w 6048561"/>
              <a:gd name="connsiteY19" fmla="*/ 801359 h 898905"/>
              <a:gd name="connsiteX20" fmla="*/ 708981 w 6048561"/>
              <a:gd name="connsiteY20" fmla="*/ 767367 h 898905"/>
              <a:gd name="connsiteX0" fmla="*/ 708981 w 6048855"/>
              <a:gd name="connsiteY0" fmla="*/ 767367 h 898905"/>
              <a:gd name="connsiteX1" fmla="*/ 837 w 6048855"/>
              <a:gd name="connsiteY1" fmla="*/ 49694 h 898905"/>
              <a:gd name="connsiteX2" fmla="*/ 564459 w 6048855"/>
              <a:gd name="connsiteY2" fmla="*/ 111762 h 898905"/>
              <a:gd name="connsiteX3" fmla="*/ 909240 w 6048855"/>
              <a:gd name="connsiteY3" fmla="*/ 152862 h 898905"/>
              <a:gd name="connsiteX4" fmla="*/ 1990247 w 6048855"/>
              <a:gd name="connsiteY4" fmla="*/ 157988 h 898905"/>
              <a:gd name="connsiteX5" fmla="*/ 3121597 w 6048855"/>
              <a:gd name="connsiteY5" fmla="*/ 86860 h 898905"/>
              <a:gd name="connsiteX6" fmla="*/ 3822548 w 6048855"/>
              <a:gd name="connsiteY6" fmla="*/ 27579 h 898905"/>
              <a:gd name="connsiteX7" fmla="*/ 4491563 w 6048855"/>
              <a:gd name="connsiteY7" fmla="*/ 356 h 898905"/>
              <a:gd name="connsiteX8" fmla="*/ 5102016 w 6048855"/>
              <a:gd name="connsiteY8" fmla="*/ 48613 h 898905"/>
              <a:gd name="connsiteX9" fmla="*/ 5841152 w 6048855"/>
              <a:gd name="connsiteY9" fmla="*/ 245314 h 898905"/>
              <a:gd name="connsiteX10" fmla="*/ 6048517 w 6048855"/>
              <a:gd name="connsiteY10" fmla="*/ 755568 h 898905"/>
              <a:gd name="connsiteX11" fmla="*/ 5809730 w 6048855"/>
              <a:gd name="connsiteY11" fmla="*/ 891006 h 898905"/>
              <a:gd name="connsiteX12" fmla="*/ 5480188 w 6048855"/>
              <a:gd name="connsiteY12" fmla="*/ 850437 h 898905"/>
              <a:gd name="connsiteX13" fmla="*/ 5059378 w 6048855"/>
              <a:gd name="connsiteY13" fmla="*/ 715822 h 898905"/>
              <a:gd name="connsiteX14" fmla="*/ 4584630 w 6048855"/>
              <a:gd name="connsiteY14" fmla="*/ 659200 h 898905"/>
              <a:gd name="connsiteX15" fmla="*/ 3960735 w 6048855"/>
              <a:gd name="connsiteY15" fmla="*/ 659829 h 898905"/>
              <a:gd name="connsiteX16" fmla="*/ 3164834 w 6048855"/>
              <a:gd name="connsiteY16" fmla="*/ 722446 h 898905"/>
              <a:gd name="connsiteX17" fmla="*/ 2291621 w 6048855"/>
              <a:gd name="connsiteY17" fmla="*/ 779697 h 898905"/>
              <a:gd name="connsiteX18" fmla="*/ 1554968 w 6048855"/>
              <a:gd name="connsiteY18" fmla="*/ 801359 h 898905"/>
              <a:gd name="connsiteX19" fmla="*/ 708981 w 6048855"/>
              <a:gd name="connsiteY19" fmla="*/ 767367 h 898905"/>
              <a:gd name="connsiteX0" fmla="*/ 708981 w 5899017"/>
              <a:gd name="connsiteY0" fmla="*/ 767367 h 934953"/>
              <a:gd name="connsiteX1" fmla="*/ 837 w 5899017"/>
              <a:gd name="connsiteY1" fmla="*/ 49694 h 934953"/>
              <a:gd name="connsiteX2" fmla="*/ 564459 w 5899017"/>
              <a:gd name="connsiteY2" fmla="*/ 111762 h 934953"/>
              <a:gd name="connsiteX3" fmla="*/ 909240 w 5899017"/>
              <a:gd name="connsiteY3" fmla="*/ 152862 h 934953"/>
              <a:gd name="connsiteX4" fmla="*/ 1990247 w 5899017"/>
              <a:gd name="connsiteY4" fmla="*/ 157988 h 934953"/>
              <a:gd name="connsiteX5" fmla="*/ 3121597 w 5899017"/>
              <a:gd name="connsiteY5" fmla="*/ 86860 h 934953"/>
              <a:gd name="connsiteX6" fmla="*/ 3822548 w 5899017"/>
              <a:gd name="connsiteY6" fmla="*/ 27579 h 934953"/>
              <a:gd name="connsiteX7" fmla="*/ 4491563 w 5899017"/>
              <a:gd name="connsiteY7" fmla="*/ 356 h 934953"/>
              <a:gd name="connsiteX8" fmla="*/ 5102016 w 5899017"/>
              <a:gd name="connsiteY8" fmla="*/ 48613 h 934953"/>
              <a:gd name="connsiteX9" fmla="*/ 5841152 w 5899017"/>
              <a:gd name="connsiteY9" fmla="*/ 245314 h 934953"/>
              <a:gd name="connsiteX10" fmla="*/ 5809730 w 5899017"/>
              <a:gd name="connsiteY10" fmla="*/ 891006 h 934953"/>
              <a:gd name="connsiteX11" fmla="*/ 5480188 w 5899017"/>
              <a:gd name="connsiteY11" fmla="*/ 850437 h 934953"/>
              <a:gd name="connsiteX12" fmla="*/ 5059378 w 5899017"/>
              <a:gd name="connsiteY12" fmla="*/ 715822 h 934953"/>
              <a:gd name="connsiteX13" fmla="*/ 4584630 w 5899017"/>
              <a:gd name="connsiteY13" fmla="*/ 659200 h 934953"/>
              <a:gd name="connsiteX14" fmla="*/ 3960735 w 5899017"/>
              <a:gd name="connsiteY14" fmla="*/ 659829 h 934953"/>
              <a:gd name="connsiteX15" fmla="*/ 3164834 w 5899017"/>
              <a:gd name="connsiteY15" fmla="*/ 722446 h 934953"/>
              <a:gd name="connsiteX16" fmla="*/ 2291621 w 5899017"/>
              <a:gd name="connsiteY16" fmla="*/ 779697 h 934953"/>
              <a:gd name="connsiteX17" fmla="*/ 1554968 w 5899017"/>
              <a:gd name="connsiteY17" fmla="*/ 801359 h 934953"/>
              <a:gd name="connsiteX18" fmla="*/ 708981 w 5899017"/>
              <a:gd name="connsiteY18" fmla="*/ 767367 h 934953"/>
              <a:gd name="connsiteX0" fmla="*/ 708981 w 5849902"/>
              <a:gd name="connsiteY0" fmla="*/ 767367 h 869780"/>
              <a:gd name="connsiteX1" fmla="*/ 837 w 5849902"/>
              <a:gd name="connsiteY1" fmla="*/ 49694 h 869780"/>
              <a:gd name="connsiteX2" fmla="*/ 564459 w 5849902"/>
              <a:gd name="connsiteY2" fmla="*/ 111762 h 869780"/>
              <a:gd name="connsiteX3" fmla="*/ 909240 w 5849902"/>
              <a:gd name="connsiteY3" fmla="*/ 152862 h 869780"/>
              <a:gd name="connsiteX4" fmla="*/ 1990247 w 5849902"/>
              <a:gd name="connsiteY4" fmla="*/ 157988 h 869780"/>
              <a:gd name="connsiteX5" fmla="*/ 3121597 w 5849902"/>
              <a:gd name="connsiteY5" fmla="*/ 86860 h 869780"/>
              <a:gd name="connsiteX6" fmla="*/ 3822548 w 5849902"/>
              <a:gd name="connsiteY6" fmla="*/ 27579 h 869780"/>
              <a:gd name="connsiteX7" fmla="*/ 4491563 w 5849902"/>
              <a:gd name="connsiteY7" fmla="*/ 356 h 869780"/>
              <a:gd name="connsiteX8" fmla="*/ 5102016 w 5849902"/>
              <a:gd name="connsiteY8" fmla="*/ 48613 h 869780"/>
              <a:gd name="connsiteX9" fmla="*/ 5841152 w 5849902"/>
              <a:gd name="connsiteY9" fmla="*/ 245314 h 869780"/>
              <a:gd name="connsiteX10" fmla="*/ 5480188 w 5849902"/>
              <a:gd name="connsiteY10" fmla="*/ 850437 h 869780"/>
              <a:gd name="connsiteX11" fmla="*/ 5059378 w 5849902"/>
              <a:gd name="connsiteY11" fmla="*/ 715822 h 869780"/>
              <a:gd name="connsiteX12" fmla="*/ 4584630 w 5849902"/>
              <a:gd name="connsiteY12" fmla="*/ 659200 h 869780"/>
              <a:gd name="connsiteX13" fmla="*/ 3960735 w 5849902"/>
              <a:gd name="connsiteY13" fmla="*/ 659829 h 869780"/>
              <a:gd name="connsiteX14" fmla="*/ 3164834 w 5849902"/>
              <a:gd name="connsiteY14" fmla="*/ 722446 h 869780"/>
              <a:gd name="connsiteX15" fmla="*/ 2291621 w 5849902"/>
              <a:gd name="connsiteY15" fmla="*/ 779697 h 869780"/>
              <a:gd name="connsiteX16" fmla="*/ 1554968 w 5849902"/>
              <a:gd name="connsiteY16" fmla="*/ 801359 h 869780"/>
              <a:gd name="connsiteX17" fmla="*/ 708981 w 5849902"/>
              <a:gd name="connsiteY17" fmla="*/ 767367 h 869780"/>
              <a:gd name="connsiteX0" fmla="*/ 708981 w 6203964"/>
              <a:gd name="connsiteY0" fmla="*/ 767367 h 875806"/>
              <a:gd name="connsiteX1" fmla="*/ 837 w 6203964"/>
              <a:gd name="connsiteY1" fmla="*/ 49694 h 875806"/>
              <a:gd name="connsiteX2" fmla="*/ 564459 w 6203964"/>
              <a:gd name="connsiteY2" fmla="*/ 111762 h 875806"/>
              <a:gd name="connsiteX3" fmla="*/ 909240 w 6203964"/>
              <a:gd name="connsiteY3" fmla="*/ 152862 h 875806"/>
              <a:gd name="connsiteX4" fmla="*/ 1990247 w 6203964"/>
              <a:gd name="connsiteY4" fmla="*/ 157988 h 875806"/>
              <a:gd name="connsiteX5" fmla="*/ 3121597 w 6203964"/>
              <a:gd name="connsiteY5" fmla="*/ 86860 h 875806"/>
              <a:gd name="connsiteX6" fmla="*/ 3822548 w 6203964"/>
              <a:gd name="connsiteY6" fmla="*/ 27579 h 875806"/>
              <a:gd name="connsiteX7" fmla="*/ 4491563 w 6203964"/>
              <a:gd name="connsiteY7" fmla="*/ 356 h 875806"/>
              <a:gd name="connsiteX8" fmla="*/ 5102016 w 6203964"/>
              <a:gd name="connsiteY8" fmla="*/ 48613 h 875806"/>
              <a:gd name="connsiteX9" fmla="*/ 6199292 w 6203964"/>
              <a:gd name="connsiteY9" fmla="*/ 146254 h 875806"/>
              <a:gd name="connsiteX10" fmla="*/ 5480188 w 6203964"/>
              <a:gd name="connsiteY10" fmla="*/ 850437 h 875806"/>
              <a:gd name="connsiteX11" fmla="*/ 5059378 w 6203964"/>
              <a:gd name="connsiteY11" fmla="*/ 715822 h 875806"/>
              <a:gd name="connsiteX12" fmla="*/ 4584630 w 6203964"/>
              <a:gd name="connsiteY12" fmla="*/ 659200 h 875806"/>
              <a:gd name="connsiteX13" fmla="*/ 3960735 w 6203964"/>
              <a:gd name="connsiteY13" fmla="*/ 659829 h 875806"/>
              <a:gd name="connsiteX14" fmla="*/ 3164834 w 6203964"/>
              <a:gd name="connsiteY14" fmla="*/ 722446 h 875806"/>
              <a:gd name="connsiteX15" fmla="*/ 2291621 w 6203964"/>
              <a:gd name="connsiteY15" fmla="*/ 779697 h 875806"/>
              <a:gd name="connsiteX16" fmla="*/ 1554968 w 6203964"/>
              <a:gd name="connsiteY16" fmla="*/ 801359 h 875806"/>
              <a:gd name="connsiteX17" fmla="*/ 708981 w 6203964"/>
              <a:gd name="connsiteY17" fmla="*/ 767367 h 875806"/>
              <a:gd name="connsiteX0" fmla="*/ 708981 w 6199337"/>
              <a:gd name="connsiteY0" fmla="*/ 767367 h 833393"/>
              <a:gd name="connsiteX1" fmla="*/ 837 w 6199337"/>
              <a:gd name="connsiteY1" fmla="*/ 49694 h 833393"/>
              <a:gd name="connsiteX2" fmla="*/ 564459 w 6199337"/>
              <a:gd name="connsiteY2" fmla="*/ 111762 h 833393"/>
              <a:gd name="connsiteX3" fmla="*/ 909240 w 6199337"/>
              <a:gd name="connsiteY3" fmla="*/ 152862 h 833393"/>
              <a:gd name="connsiteX4" fmla="*/ 1990247 w 6199337"/>
              <a:gd name="connsiteY4" fmla="*/ 157988 h 833393"/>
              <a:gd name="connsiteX5" fmla="*/ 3121597 w 6199337"/>
              <a:gd name="connsiteY5" fmla="*/ 86860 h 833393"/>
              <a:gd name="connsiteX6" fmla="*/ 3822548 w 6199337"/>
              <a:gd name="connsiteY6" fmla="*/ 27579 h 833393"/>
              <a:gd name="connsiteX7" fmla="*/ 4491563 w 6199337"/>
              <a:gd name="connsiteY7" fmla="*/ 356 h 833393"/>
              <a:gd name="connsiteX8" fmla="*/ 5102016 w 6199337"/>
              <a:gd name="connsiteY8" fmla="*/ 48613 h 833393"/>
              <a:gd name="connsiteX9" fmla="*/ 6199292 w 6199337"/>
              <a:gd name="connsiteY9" fmla="*/ 146254 h 833393"/>
              <a:gd name="connsiteX10" fmla="*/ 5059378 w 6199337"/>
              <a:gd name="connsiteY10" fmla="*/ 715822 h 833393"/>
              <a:gd name="connsiteX11" fmla="*/ 4584630 w 6199337"/>
              <a:gd name="connsiteY11" fmla="*/ 659200 h 833393"/>
              <a:gd name="connsiteX12" fmla="*/ 3960735 w 6199337"/>
              <a:gd name="connsiteY12" fmla="*/ 659829 h 833393"/>
              <a:gd name="connsiteX13" fmla="*/ 3164834 w 6199337"/>
              <a:gd name="connsiteY13" fmla="*/ 722446 h 833393"/>
              <a:gd name="connsiteX14" fmla="*/ 2291621 w 6199337"/>
              <a:gd name="connsiteY14" fmla="*/ 779697 h 833393"/>
              <a:gd name="connsiteX15" fmla="*/ 1554968 w 6199337"/>
              <a:gd name="connsiteY15" fmla="*/ 801359 h 833393"/>
              <a:gd name="connsiteX16" fmla="*/ 708981 w 6199337"/>
              <a:gd name="connsiteY16" fmla="*/ 767367 h 833393"/>
              <a:gd name="connsiteX0" fmla="*/ 708981 w 5152855"/>
              <a:gd name="connsiteY0" fmla="*/ 787980 h 854006"/>
              <a:gd name="connsiteX1" fmla="*/ 837 w 5152855"/>
              <a:gd name="connsiteY1" fmla="*/ 70307 h 854006"/>
              <a:gd name="connsiteX2" fmla="*/ 564459 w 5152855"/>
              <a:gd name="connsiteY2" fmla="*/ 132375 h 854006"/>
              <a:gd name="connsiteX3" fmla="*/ 909240 w 5152855"/>
              <a:gd name="connsiteY3" fmla="*/ 173475 h 854006"/>
              <a:gd name="connsiteX4" fmla="*/ 1990247 w 5152855"/>
              <a:gd name="connsiteY4" fmla="*/ 178601 h 854006"/>
              <a:gd name="connsiteX5" fmla="*/ 3121597 w 5152855"/>
              <a:gd name="connsiteY5" fmla="*/ 107473 h 854006"/>
              <a:gd name="connsiteX6" fmla="*/ 3822548 w 5152855"/>
              <a:gd name="connsiteY6" fmla="*/ 48192 h 854006"/>
              <a:gd name="connsiteX7" fmla="*/ 4491563 w 5152855"/>
              <a:gd name="connsiteY7" fmla="*/ 20969 h 854006"/>
              <a:gd name="connsiteX8" fmla="*/ 5102016 w 5152855"/>
              <a:gd name="connsiteY8" fmla="*/ 69226 h 854006"/>
              <a:gd name="connsiteX9" fmla="*/ 5059378 w 5152855"/>
              <a:gd name="connsiteY9" fmla="*/ 736435 h 854006"/>
              <a:gd name="connsiteX10" fmla="*/ 4584630 w 5152855"/>
              <a:gd name="connsiteY10" fmla="*/ 679813 h 854006"/>
              <a:gd name="connsiteX11" fmla="*/ 3960735 w 5152855"/>
              <a:gd name="connsiteY11" fmla="*/ 680442 h 854006"/>
              <a:gd name="connsiteX12" fmla="*/ 3164834 w 5152855"/>
              <a:gd name="connsiteY12" fmla="*/ 743059 h 854006"/>
              <a:gd name="connsiteX13" fmla="*/ 2291621 w 5152855"/>
              <a:gd name="connsiteY13" fmla="*/ 800310 h 854006"/>
              <a:gd name="connsiteX14" fmla="*/ 1554968 w 5152855"/>
              <a:gd name="connsiteY14" fmla="*/ 821972 h 854006"/>
              <a:gd name="connsiteX15" fmla="*/ 708981 w 5152855"/>
              <a:gd name="connsiteY15" fmla="*/ 787980 h 854006"/>
              <a:gd name="connsiteX0" fmla="*/ 708981 w 6099729"/>
              <a:gd name="connsiteY0" fmla="*/ 773643 h 839669"/>
              <a:gd name="connsiteX1" fmla="*/ 837 w 6099729"/>
              <a:gd name="connsiteY1" fmla="*/ 55970 h 839669"/>
              <a:gd name="connsiteX2" fmla="*/ 564459 w 6099729"/>
              <a:gd name="connsiteY2" fmla="*/ 118038 h 839669"/>
              <a:gd name="connsiteX3" fmla="*/ 909240 w 6099729"/>
              <a:gd name="connsiteY3" fmla="*/ 159138 h 839669"/>
              <a:gd name="connsiteX4" fmla="*/ 1990247 w 6099729"/>
              <a:gd name="connsiteY4" fmla="*/ 164264 h 839669"/>
              <a:gd name="connsiteX5" fmla="*/ 3121597 w 6099729"/>
              <a:gd name="connsiteY5" fmla="*/ 93136 h 839669"/>
              <a:gd name="connsiteX6" fmla="*/ 3822548 w 6099729"/>
              <a:gd name="connsiteY6" fmla="*/ 33855 h 839669"/>
              <a:gd name="connsiteX7" fmla="*/ 4491563 w 6099729"/>
              <a:gd name="connsiteY7" fmla="*/ 6632 h 839669"/>
              <a:gd name="connsiteX8" fmla="*/ 6092616 w 6099729"/>
              <a:gd name="connsiteY8" fmla="*/ 77749 h 839669"/>
              <a:gd name="connsiteX9" fmla="*/ 5059378 w 6099729"/>
              <a:gd name="connsiteY9" fmla="*/ 722098 h 839669"/>
              <a:gd name="connsiteX10" fmla="*/ 4584630 w 6099729"/>
              <a:gd name="connsiteY10" fmla="*/ 665476 h 839669"/>
              <a:gd name="connsiteX11" fmla="*/ 3960735 w 6099729"/>
              <a:gd name="connsiteY11" fmla="*/ 666105 h 839669"/>
              <a:gd name="connsiteX12" fmla="*/ 3164834 w 6099729"/>
              <a:gd name="connsiteY12" fmla="*/ 728722 h 839669"/>
              <a:gd name="connsiteX13" fmla="*/ 2291621 w 6099729"/>
              <a:gd name="connsiteY13" fmla="*/ 785973 h 839669"/>
              <a:gd name="connsiteX14" fmla="*/ 1554968 w 6099729"/>
              <a:gd name="connsiteY14" fmla="*/ 807635 h 839669"/>
              <a:gd name="connsiteX15" fmla="*/ 708981 w 6099729"/>
              <a:gd name="connsiteY15" fmla="*/ 773643 h 839669"/>
              <a:gd name="connsiteX0" fmla="*/ 708981 w 6167018"/>
              <a:gd name="connsiteY0" fmla="*/ 768771 h 834797"/>
              <a:gd name="connsiteX1" fmla="*/ 837 w 6167018"/>
              <a:gd name="connsiteY1" fmla="*/ 51098 h 834797"/>
              <a:gd name="connsiteX2" fmla="*/ 564459 w 6167018"/>
              <a:gd name="connsiteY2" fmla="*/ 113166 h 834797"/>
              <a:gd name="connsiteX3" fmla="*/ 909240 w 6167018"/>
              <a:gd name="connsiteY3" fmla="*/ 154266 h 834797"/>
              <a:gd name="connsiteX4" fmla="*/ 1990247 w 6167018"/>
              <a:gd name="connsiteY4" fmla="*/ 159392 h 834797"/>
              <a:gd name="connsiteX5" fmla="*/ 3121597 w 6167018"/>
              <a:gd name="connsiteY5" fmla="*/ 88264 h 834797"/>
              <a:gd name="connsiteX6" fmla="*/ 3822548 w 6167018"/>
              <a:gd name="connsiteY6" fmla="*/ 28983 h 834797"/>
              <a:gd name="connsiteX7" fmla="*/ 4491563 w 6167018"/>
              <a:gd name="connsiteY7" fmla="*/ 1760 h 834797"/>
              <a:gd name="connsiteX8" fmla="*/ 6092616 w 6167018"/>
              <a:gd name="connsiteY8" fmla="*/ 72877 h 834797"/>
              <a:gd name="connsiteX9" fmla="*/ 5768038 w 6167018"/>
              <a:gd name="connsiteY9" fmla="*/ 625786 h 834797"/>
              <a:gd name="connsiteX10" fmla="*/ 4584630 w 6167018"/>
              <a:gd name="connsiteY10" fmla="*/ 660604 h 834797"/>
              <a:gd name="connsiteX11" fmla="*/ 3960735 w 6167018"/>
              <a:gd name="connsiteY11" fmla="*/ 661233 h 834797"/>
              <a:gd name="connsiteX12" fmla="*/ 3164834 w 6167018"/>
              <a:gd name="connsiteY12" fmla="*/ 723850 h 834797"/>
              <a:gd name="connsiteX13" fmla="*/ 2291621 w 6167018"/>
              <a:gd name="connsiteY13" fmla="*/ 781101 h 834797"/>
              <a:gd name="connsiteX14" fmla="*/ 1554968 w 6167018"/>
              <a:gd name="connsiteY14" fmla="*/ 802763 h 834797"/>
              <a:gd name="connsiteX15" fmla="*/ 708981 w 6167018"/>
              <a:gd name="connsiteY15" fmla="*/ 768771 h 834797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960735 w 6239630"/>
              <a:gd name="connsiteY11" fmla="*/ 661136 h 834700"/>
              <a:gd name="connsiteX12" fmla="*/ 3164834 w 6239630"/>
              <a:gd name="connsiteY12" fmla="*/ 723753 h 834700"/>
              <a:gd name="connsiteX13" fmla="*/ 2291621 w 6239630"/>
              <a:gd name="connsiteY13" fmla="*/ 781004 h 834700"/>
              <a:gd name="connsiteX14" fmla="*/ 1554968 w 6239630"/>
              <a:gd name="connsiteY14" fmla="*/ 802666 h 834700"/>
              <a:gd name="connsiteX15" fmla="*/ 708981 w 6239630"/>
              <a:gd name="connsiteY15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164834 w 6239630"/>
              <a:gd name="connsiteY11" fmla="*/ 723753 h 834700"/>
              <a:gd name="connsiteX12" fmla="*/ 2291621 w 6239630"/>
              <a:gd name="connsiteY12" fmla="*/ 781004 h 834700"/>
              <a:gd name="connsiteX13" fmla="*/ 1554968 w 6239630"/>
              <a:gd name="connsiteY13" fmla="*/ 802666 h 834700"/>
              <a:gd name="connsiteX14" fmla="*/ 708981 w 6239630"/>
              <a:gd name="connsiteY14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2291621 w 6239630"/>
              <a:gd name="connsiteY11" fmla="*/ 781004 h 834700"/>
              <a:gd name="connsiteX12" fmla="*/ 1554968 w 6239630"/>
              <a:gd name="connsiteY12" fmla="*/ 802666 h 834700"/>
              <a:gd name="connsiteX13" fmla="*/ 708981 w 6239630"/>
              <a:gd name="connsiteY13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1554968 w 6239630"/>
              <a:gd name="connsiteY11" fmla="*/ 802666 h 834700"/>
              <a:gd name="connsiteX12" fmla="*/ 708981 w 6239630"/>
              <a:gd name="connsiteY12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3121597 w 6239630"/>
              <a:gd name="connsiteY4" fmla="*/ 88167 h 834700"/>
              <a:gd name="connsiteX5" fmla="*/ 3822548 w 6239630"/>
              <a:gd name="connsiteY5" fmla="*/ 28886 h 834700"/>
              <a:gd name="connsiteX6" fmla="*/ 4491563 w 6239630"/>
              <a:gd name="connsiteY6" fmla="*/ 1663 h 834700"/>
              <a:gd name="connsiteX7" fmla="*/ 6092616 w 6239630"/>
              <a:gd name="connsiteY7" fmla="*/ 72780 h 834700"/>
              <a:gd name="connsiteX8" fmla="*/ 5996638 w 6239630"/>
              <a:gd name="connsiteY8" fmla="*/ 610449 h 834700"/>
              <a:gd name="connsiteX9" fmla="*/ 4584630 w 6239630"/>
              <a:gd name="connsiteY9" fmla="*/ 660507 h 834700"/>
              <a:gd name="connsiteX10" fmla="*/ 1554968 w 6239630"/>
              <a:gd name="connsiteY10" fmla="*/ 802666 h 834700"/>
              <a:gd name="connsiteX11" fmla="*/ 708981 w 6239630"/>
              <a:gd name="connsiteY11" fmla="*/ 768674 h 834700"/>
              <a:gd name="connsiteX0" fmla="*/ 708981 w 6239630"/>
              <a:gd name="connsiteY0" fmla="*/ 769454 h 835480"/>
              <a:gd name="connsiteX1" fmla="*/ 837 w 6239630"/>
              <a:gd name="connsiteY1" fmla="*/ 51781 h 835480"/>
              <a:gd name="connsiteX2" fmla="*/ 564459 w 6239630"/>
              <a:gd name="connsiteY2" fmla="*/ 113849 h 835480"/>
              <a:gd name="connsiteX3" fmla="*/ 909240 w 6239630"/>
              <a:gd name="connsiteY3" fmla="*/ 154949 h 835480"/>
              <a:gd name="connsiteX4" fmla="*/ 3822548 w 6239630"/>
              <a:gd name="connsiteY4" fmla="*/ 29666 h 835480"/>
              <a:gd name="connsiteX5" fmla="*/ 4491563 w 6239630"/>
              <a:gd name="connsiteY5" fmla="*/ 2443 h 835480"/>
              <a:gd name="connsiteX6" fmla="*/ 6092616 w 6239630"/>
              <a:gd name="connsiteY6" fmla="*/ 73560 h 835480"/>
              <a:gd name="connsiteX7" fmla="*/ 5996638 w 6239630"/>
              <a:gd name="connsiteY7" fmla="*/ 611229 h 835480"/>
              <a:gd name="connsiteX8" fmla="*/ 4584630 w 6239630"/>
              <a:gd name="connsiteY8" fmla="*/ 661287 h 835480"/>
              <a:gd name="connsiteX9" fmla="*/ 1554968 w 6239630"/>
              <a:gd name="connsiteY9" fmla="*/ 803446 h 835480"/>
              <a:gd name="connsiteX10" fmla="*/ 708981 w 6239630"/>
              <a:gd name="connsiteY10" fmla="*/ 769454 h 835480"/>
              <a:gd name="connsiteX0" fmla="*/ 708981 w 6239630"/>
              <a:gd name="connsiteY0" fmla="*/ 777245 h 843271"/>
              <a:gd name="connsiteX1" fmla="*/ 837 w 6239630"/>
              <a:gd name="connsiteY1" fmla="*/ 59572 h 843271"/>
              <a:gd name="connsiteX2" fmla="*/ 564459 w 6239630"/>
              <a:gd name="connsiteY2" fmla="*/ 121640 h 843271"/>
              <a:gd name="connsiteX3" fmla="*/ 909240 w 6239630"/>
              <a:gd name="connsiteY3" fmla="*/ 162740 h 843271"/>
              <a:gd name="connsiteX4" fmla="*/ 4491563 w 6239630"/>
              <a:gd name="connsiteY4" fmla="*/ 10234 h 843271"/>
              <a:gd name="connsiteX5" fmla="*/ 6092616 w 6239630"/>
              <a:gd name="connsiteY5" fmla="*/ 81351 h 843271"/>
              <a:gd name="connsiteX6" fmla="*/ 5996638 w 6239630"/>
              <a:gd name="connsiteY6" fmla="*/ 619020 h 843271"/>
              <a:gd name="connsiteX7" fmla="*/ 4584630 w 6239630"/>
              <a:gd name="connsiteY7" fmla="*/ 669078 h 843271"/>
              <a:gd name="connsiteX8" fmla="*/ 1554968 w 6239630"/>
              <a:gd name="connsiteY8" fmla="*/ 811237 h 843271"/>
              <a:gd name="connsiteX9" fmla="*/ 708981 w 6239630"/>
              <a:gd name="connsiteY9" fmla="*/ 777245 h 843271"/>
              <a:gd name="connsiteX0" fmla="*/ 205060 w 5735709"/>
              <a:gd name="connsiteY0" fmla="*/ 777245 h 843271"/>
              <a:gd name="connsiteX1" fmla="*/ 60538 w 5735709"/>
              <a:gd name="connsiteY1" fmla="*/ 121640 h 843271"/>
              <a:gd name="connsiteX2" fmla="*/ 405319 w 5735709"/>
              <a:gd name="connsiteY2" fmla="*/ 162740 h 843271"/>
              <a:gd name="connsiteX3" fmla="*/ 3987642 w 5735709"/>
              <a:gd name="connsiteY3" fmla="*/ 10234 h 843271"/>
              <a:gd name="connsiteX4" fmla="*/ 5588695 w 5735709"/>
              <a:gd name="connsiteY4" fmla="*/ 81351 h 843271"/>
              <a:gd name="connsiteX5" fmla="*/ 5492717 w 5735709"/>
              <a:gd name="connsiteY5" fmla="*/ 619020 h 843271"/>
              <a:gd name="connsiteX6" fmla="*/ 4080709 w 5735709"/>
              <a:gd name="connsiteY6" fmla="*/ 669078 h 843271"/>
              <a:gd name="connsiteX7" fmla="*/ 1051047 w 5735709"/>
              <a:gd name="connsiteY7" fmla="*/ 811237 h 843271"/>
              <a:gd name="connsiteX8" fmla="*/ 205060 w 5735709"/>
              <a:gd name="connsiteY8" fmla="*/ 777245 h 843271"/>
              <a:gd name="connsiteX0" fmla="*/ 178464 w 5709113"/>
              <a:gd name="connsiteY0" fmla="*/ 777245 h 843271"/>
              <a:gd name="connsiteX1" fmla="*/ 378723 w 5709113"/>
              <a:gd name="connsiteY1" fmla="*/ 162740 h 843271"/>
              <a:gd name="connsiteX2" fmla="*/ 3961046 w 5709113"/>
              <a:gd name="connsiteY2" fmla="*/ 10234 h 843271"/>
              <a:gd name="connsiteX3" fmla="*/ 5562099 w 5709113"/>
              <a:gd name="connsiteY3" fmla="*/ 81351 h 843271"/>
              <a:gd name="connsiteX4" fmla="*/ 5466121 w 5709113"/>
              <a:gd name="connsiteY4" fmla="*/ 619020 h 843271"/>
              <a:gd name="connsiteX5" fmla="*/ 4054113 w 5709113"/>
              <a:gd name="connsiteY5" fmla="*/ 669078 h 843271"/>
              <a:gd name="connsiteX6" fmla="*/ 1024451 w 5709113"/>
              <a:gd name="connsiteY6" fmla="*/ 811237 h 843271"/>
              <a:gd name="connsiteX7" fmla="*/ 178464 w 5709113"/>
              <a:gd name="connsiteY7" fmla="*/ 777245 h 843271"/>
              <a:gd name="connsiteX0" fmla="*/ 615645 w 6146294"/>
              <a:gd name="connsiteY0" fmla="*/ 773321 h 835791"/>
              <a:gd name="connsiteX1" fmla="*/ 236784 w 6146294"/>
              <a:gd name="connsiteY1" fmla="*/ 105476 h 835791"/>
              <a:gd name="connsiteX2" fmla="*/ 4398227 w 6146294"/>
              <a:gd name="connsiteY2" fmla="*/ 6310 h 835791"/>
              <a:gd name="connsiteX3" fmla="*/ 5999280 w 6146294"/>
              <a:gd name="connsiteY3" fmla="*/ 77427 h 835791"/>
              <a:gd name="connsiteX4" fmla="*/ 5903302 w 6146294"/>
              <a:gd name="connsiteY4" fmla="*/ 615096 h 835791"/>
              <a:gd name="connsiteX5" fmla="*/ 4491294 w 6146294"/>
              <a:gd name="connsiteY5" fmla="*/ 665154 h 835791"/>
              <a:gd name="connsiteX6" fmla="*/ 1461632 w 6146294"/>
              <a:gd name="connsiteY6" fmla="*/ 807313 h 835791"/>
              <a:gd name="connsiteX7" fmla="*/ 615645 w 6146294"/>
              <a:gd name="connsiteY7" fmla="*/ 773321 h 835791"/>
              <a:gd name="connsiteX0" fmla="*/ 317956 w 6298185"/>
              <a:gd name="connsiteY0" fmla="*/ 697121 h 809146"/>
              <a:gd name="connsiteX1" fmla="*/ 388675 w 6298185"/>
              <a:gd name="connsiteY1" fmla="*/ 105476 h 809146"/>
              <a:gd name="connsiteX2" fmla="*/ 4550118 w 6298185"/>
              <a:gd name="connsiteY2" fmla="*/ 6310 h 809146"/>
              <a:gd name="connsiteX3" fmla="*/ 6151171 w 6298185"/>
              <a:gd name="connsiteY3" fmla="*/ 77427 h 809146"/>
              <a:gd name="connsiteX4" fmla="*/ 6055193 w 6298185"/>
              <a:gd name="connsiteY4" fmla="*/ 615096 h 809146"/>
              <a:gd name="connsiteX5" fmla="*/ 4643185 w 6298185"/>
              <a:gd name="connsiteY5" fmla="*/ 665154 h 809146"/>
              <a:gd name="connsiteX6" fmla="*/ 1613523 w 6298185"/>
              <a:gd name="connsiteY6" fmla="*/ 807313 h 809146"/>
              <a:gd name="connsiteX7" fmla="*/ 317956 w 6298185"/>
              <a:gd name="connsiteY7" fmla="*/ 697121 h 809146"/>
              <a:gd name="connsiteX0" fmla="*/ 346441 w 6326670"/>
              <a:gd name="connsiteY0" fmla="*/ 697121 h 749226"/>
              <a:gd name="connsiteX1" fmla="*/ 417160 w 6326670"/>
              <a:gd name="connsiteY1" fmla="*/ 105476 h 749226"/>
              <a:gd name="connsiteX2" fmla="*/ 4578603 w 6326670"/>
              <a:gd name="connsiteY2" fmla="*/ 6310 h 749226"/>
              <a:gd name="connsiteX3" fmla="*/ 6179656 w 6326670"/>
              <a:gd name="connsiteY3" fmla="*/ 77427 h 749226"/>
              <a:gd name="connsiteX4" fmla="*/ 6083678 w 6326670"/>
              <a:gd name="connsiteY4" fmla="*/ 615096 h 749226"/>
              <a:gd name="connsiteX5" fmla="*/ 4671670 w 6326670"/>
              <a:gd name="connsiteY5" fmla="*/ 665154 h 749226"/>
              <a:gd name="connsiteX6" fmla="*/ 2190648 w 6326670"/>
              <a:gd name="connsiteY6" fmla="*/ 715873 h 749226"/>
              <a:gd name="connsiteX7" fmla="*/ 346441 w 6326670"/>
              <a:gd name="connsiteY7" fmla="*/ 697121 h 749226"/>
              <a:gd name="connsiteX0" fmla="*/ 349609 w 6326572"/>
              <a:gd name="connsiteY0" fmla="*/ 658870 h 710975"/>
              <a:gd name="connsiteX1" fmla="*/ 420328 w 6326572"/>
              <a:gd name="connsiteY1" fmla="*/ 67225 h 710975"/>
              <a:gd name="connsiteX2" fmla="*/ 4627491 w 6326572"/>
              <a:gd name="connsiteY2" fmla="*/ 44259 h 710975"/>
              <a:gd name="connsiteX3" fmla="*/ 6182824 w 6326572"/>
              <a:gd name="connsiteY3" fmla="*/ 39176 h 710975"/>
              <a:gd name="connsiteX4" fmla="*/ 6086846 w 6326572"/>
              <a:gd name="connsiteY4" fmla="*/ 576845 h 710975"/>
              <a:gd name="connsiteX5" fmla="*/ 4674838 w 6326572"/>
              <a:gd name="connsiteY5" fmla="*/ 626903 h 710975"/>
              <a:gd name="connsiteX6" fmla="*/ 2193816 w 6326572"/>
              <a:gd name="connsiteY6" fmla="*/ 677622 h 710975"/>
              <a:gd name="connsiteX7" fmla="*/ 349609 w 6326572"/>
              <a:gd name="connsiteY7" fmla="*/ 658870 h 710975"/>
              <a:gd name="connsiteX0" fmla="*/ 349609 w 6302093"/>
              <a:gd name="connsiteY0" fmla="*/ 669028 h 753409"/>
              <a:gd name="connsiteX1" fmla="*/ 420328 w 6302093"/>
              <a:gd name="connsiteY1" fmla="*/ 77383 h 753409"/>
              <a:gd name="connsiteX2" fmla="*/ 4627491 w 6302093"/>
              <a:gd name="connsiteY2" fmla="*/ 54417 h 753409"/>
              <a:gd name="connsiteX3" fmla="*/ 6182824 w 6302093"/>
              <a:gd name="connsiteY3" fmla="*/ 49334 h 753409"/>
              <a:gd name="connsiteX4" fmla="*/ 6025886 w 6302093"/>
              <a:gd name="connsiteY4" fmla="*/ 724163 h 753409"/>
              <a:gd name="connsiteX5" fmla="*/ 4674838 w 6302093"/>
              <a:gd name="connsiteY5" fmla="*/ 637061 h 753409"/>
              <a:gd name="connsiteX6" fmla="*/ 2193816 w 6302093"/>
              <a:gd name="connsiteY6" fmla="*/ 687780 h 753409"/>
              <a:gd name="connsiteX7" fmla="*/ 349609 w 6302093"/>
              <a:gd name="connsiteY7" fmla="*/ 669028 h 753409"/>
              <a:gd name="connsiteX0" fmla="*/ 349609 w 6361421"/>
              <a:gd name="connsiteY0" fmla="*/ 649016 h 725012"/>
              <a:gd name="connsiteX1" fmla="*/ 420328 w 6361421"/>
              <a:gd name="connsiteY1" fmla="*/ 57371 h 725012"/>
              <a:gd name="connsiteX2" fmla="*/ 4627491 w 6361421"/>
              <a:gd name="connsiteY2" fmla="*/ 34405 h 725012"/>
              <a:gd name="connsiteX3" fmla="*/ 6259024 w 6361421"/>
              <a:gd name="connsiteY3" fmla="*/ 158862 h 725012"/>
              <a:gd name="connsiteX4" fmla="*/ 6025886 w 6361421"/>
              <a:gd name="connsiteY4" fmla="*/ 704151 h 725012"/>
              <a:gd name="connsiteX5" fmla="*/ 4674838 w 6361421"/>
              <a:gd name="connsiteY5" fmla="*/ 617049 h 725012"/>
              <a:gd name="connsiteX6" fmla="*/ 2193816 w 6361421"/>
              <a:gd name="connsiteY6" fmla="*/ 667768 h 725012"/>
              <a:gd name="connsiteX7" fmla="*/ 349609 w 6361421"/>
              <a:gd name="connsiteY7" fmla="*/ 649016 h 725012"/>
              <a:gd name="connsiteX0" fmla="*/ 349609 w 6363738"/>
              <a:gd name="connsiteY0" fmla="*/ 649016 h 701121"/>
              <a:gd name="connsiteX1" fmla="*/ 420328 w 6363738"/>
              <a:gd name="connsiteY1" fmla="*/ 57371 h 701121"/>
              <a:gd name="connsiteX2" fmla="*/ 4627491 w 6363738"/>
              <a:gd name="connsiteY2" fmla="*/ 34405 h 701121"/>
              <a:gd name="connsiteX3" fmla="*/ 6259024 w 6363738"/>
              <a:gd name="connsiteY3" fmla="*/ 158862 h 701121"/>
              <a:gd name="connsiteX4" fmla="*/ 6033506 w 6363738"/>
              <a:gd name="connsiteY4" fmla="*/ 666051 h 701121"/>
              <a:gd name="connsiteX5" fmla="*/ 4674838 w 6363738"/>
              <a:gd name="connsiteY5" fmla="*/ 617049 h 701121"/>
              <a:gd name="connsiteX6" fmla="*/ 2193816 w 6363738"/>
              <a:gd name="connsiteY6" fmla="*/ 667768 h 701121"/>
              <a:gd name="connsiteX7" fmla="*/ 349609 w 6363738"/>
              <a:gd name="connsiteY7" fmla="*/ 649016 h 701121"/>
              <a:gd name="connsiteX0" fmla="*/ 349609 w 6365036"/>
              <a:gd name="connsiteY0" fmla="*/ 649016 h 700128"/>
              <a:gd name="connsiteX1" fmla="*/ 420328 w 6365036"/>
              <a:gd name="connsiteY1" fmla="*/ 57371 h 700128"/>
              <a:gd name="connsiteX2" fmla="*/ 4627491 w 6365036"/>
              <a:gd name="connsiteY2" fmla="*/ 34405 h 700128"/>
              <a:gd name="connsiteX3" fmla="*/ 6259024 w 6365036"/>
              <a:gd name="connsiteY3" fmla="*/ 158862 h 700128"/>
              <a:gd name="connsiteX4" fmla="*/ 6033506 w 6365036"/>
              <a:gd name="connsiteY4" fmla="*/ 666051 h 700128"/>
              <a:gd name="connsiteX5" fmla="*/ 4636738 w 6365036"/>
              <a:gd name="connsiteY5" fmla="*/ 655149 h 700128"/>
              <a:gd name="connsiteX6" fmla="*/ 2193816 w 6365036"/>
              <a:gd name="connsiteY6" fmla="*/ 667768 h 700128"/>
              <a:gd name="connsiteX7" fmla="*/ 349609 w 6365036"/>
              <a:gd name="connsiteY7" fmla="*/ 649016 h 700128"/>
              <a:gd name="connsiteX0" fmla="*/ 150130 w 6165557"/>
              <a:gd name="connsiteY0" fmla="*/ 682470 h 736189"/>
              <a:gd name="connsiteX1" fmla="*/ 594229 w 6165557"/>
              <a:gd name="connsiteY1" fmla="*/ 45105 h 736189"/>
              <a:gd name="connsiteX2" fmla="*/ 4428012 w 6165557"/>
              <a:gd name="connsiteY2" fmla="*/ 67859 h 736189"/>
              <a:gd name="connsiteX3" fmla="*/ 6059545 w 6165557"/>
              <a:gd name="connsiteY3" fmla="*/ 192316 h 736189"/>
              <a:gd name="connsiteX4" fmla="*/ 5834027 w 6165557"/>
              <a:gd name="connsiteY4" fmla="*/ 699505 h 736189"/>
              <a:gd name="connsiteX5" fmla="*/ 4437259 w 6165557"/>
              <a:gd name="connsiteY5" fmla="*/ 688603 h 736189"/>
              <a:gd name="connsiteX6" fmla="*/ 1994337 w 6165557"/>
              <a:gd name="connsiteY6" fmla="*/ 701222 h 736189"/>
              <a:gd name="connsiteX7" fmla="*/ 150130 w 6165557"/>
              <a:gd name="connsiteY7" fmla="*/ 682470 h 736189"/>
              <a:gd name="connsiteX0" fmla="*/ 115291 w 6275498"/>
              <a:gd name="connsiteY0" fmla="*/ 641550 h 730762"/>
              <a:gd name="connsiteX1" fmla="*/ 704170 w 6275498"/>
              <a:gd name="connsiteY1" fmla="*/ 42285 h 730762"/>
              <a:gd name="connsiteX2" fmla="*/ 4537953 w 6275498"/>
              <a:gd name="connsiteY2" fmla="*/ 65039 h 730762"/>
              <a:gd name="connsiteX3" fmla="*/ 6169486 w 6275498"/>
              <a:gd name="connsiteY3" fmla="*/ 189496 h 730762"/>
              <a:gd name="connsiteX4" fmla="*/ 5943968 w 6275498"/>
              <a:gd name="connsiteY4" fmla="*/ 696685 h 730762"/>
              <a:gd name="connsiteX5" fmla="*/ 4547200 w 6275498"/>
              <a:gd name="connsiteY5" fmla="*/ 685783 h 730762"/>
              <a:gd name="connsiteX6" fmla="*/ 2104278 w 6275498"/>
              <a:gd name="connsiteY6" fmla="*/ 698402 h 730762"/>
              <a:gd name="connsiteX7" fmla="*/ 115291 w 6275498"/>
              <a:gd name="connsiteY7" fmla="*/ 641550 h 730762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2147087 w 6318307"/>
              <a:gd name="connsiteY6" fmla="*/ 716913 h 749273"/>
              <a:gd name="connsiteX7" fmla="*/ 158100 w 6318307"/>
              <a:gd name="connsiteY7" fmla="*/ 660061 h 749273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158100 w 6318307"/>
              <a:gd name="connsiteY6" fmla="*/ 660061 h 749273"/>
              <a:gd name="connsiteX0" fmla="*/ 145695 w 6305902"/>
              <a:gd name="connsiteY0" fmla="*/ 660061 h 790600"/>
              <a:gd name="connsiteX1" fmla="*/ 612654 w 6305902"/>
              <a:gd name="connsiteY1" fmla="*/ 37936 h 790600"/>
              <a:gd name="connsiteX2" fmla="*/ 4568357 w 6305902"/>
              <a:gd name="connsiteY2" fmla="*/ 83550 h 790600"/>
              <a:gd name="connsiteX3" fmla="*/ 6199890 w 6305902"/>
              <a:gd name="connsiteY3" fmla="*/ 208007 h 790600"/>
              <a:gd name="connsiteX4" fmla="*/ 5974372 w 6305902"/>
              <a:gd name="connsiteY4" fmla="*/ 715196 h 790600"/>
              <a:gd name="connsiteX5" fmla="*/ 4577604 w 6305902"/>
              <a:gd name="connsiteY5" fmla="*/ 704294 h 790600"/>
              <a:gd name="connsiteX6" fmla="*/ 145695 w 6305902"/>
              <a:gd name="connsiteY6" fmla="*/ 660061 h 790600"/>
              <a:gd name="connsiteX0" fmla="*/ 145695 w 6305902"/>
              <a:gd name="connsiteY0" fmla="*/ 660061 h 761778"/>
              <a:gd name="connsiteX1" fmla="*/ 612654 w 6305902"/>
              <a:gd name="connsiteY1" fmla="*/ 37936 h 761778"/>
              <a:gd name="connsiteX2" fmla="*/ 4568357 w 6305902"/>
              <a:gd name="connsiteY2" fmla="*/ 83550 h 761778"/>
              <a:gd name="connsiteX3" fmla="*/ 6199890 w 6305902"/>
              <a:gd name="connsiteY3" fmla="*/ 208007 h 761778"/>
              <a:gd name="connsiteX4" fmla="*/ 5974372 w 6305902"/>
              <a:gd name="connsiteY4" fmla="*/ 715196 h 761778"/>
              <a:gd name="connsiteX5" fmla="*/ 4577604 w 6305902"/>
              <a:gd name="connsiteY5" fmla="*/ 704294 h 761778"/>
              <a:gd name="connsiteX6" fmla="*/ 145695 w 6305902"/>
              <a:gd name="connsiteY6" fmla="*/ 660061 h 761778"/>
              <a:gd name="connsiteX0" fmla="*/ 145695 w 6305902"/>
              <a:gd name="connsiteY0" fmla="*/ 660061 h 759511"/>
              <a:gd name="connsiteX1" fmla="*/ 612654 w 6305902"/>
              <a:gd name="connsiteY1" fmla="*/ 37936 h 759511"/>
              <a:gd name="connsiteX2" fmla="*/ 4568357 w 6305902"/>
              <a:gd name="connsiteY2" fmla="*/ 83550 h 759511"/>
              <a:gd name="connsiteX3" fmla="*/ 6199890 w 6305902"/>
              <a:gd name="connsiteY3" fmla="*/ 208007 h 759511"/>
              <a:gd name="connsiteX4" fmla="*/ 5974372 w 6305902"/>
              <a:gd name="connsiteY4" fmla="*/ 715196 h 759511"/>
              <a:gd name="connsiteX5" fmla="*/ 4577604 w 6305902"/>
              <a:gd name="connsiteY5" fmla="*/ 704294 h 759511"/>
              <a:gd name="connsiteX6" fmla="*/ 145695 w 6305902"/>
              <a:gd name="connsiteY6" fmla="*/ 660061 h 759511"/>
              <a:gd name="connsiteX0" fmla="*/ 145695 w 6353656"/>
              <a:gd name="connsiteY0" fmla="*/ 660061 h 864844"/>
              <a:gd name="connsiteX1" fmla="*/ 612654 w 6353656"/>
              <a:gd name="connsiteY1" fmla="*/ 37936 h 864844"/>
              <a:gd name="connsiteX2" fmla="*/ 4568357 w 6353656"/>
              <a:gd name="connsiteY2" fmla="*/ 83550 h 864844"/>
              <a:gd name="connsiteX3" fmla="*/ 6199890 w 6353656"/>
              <a:gd name="connsiteY3" fmla="*/ 208007 h 864844"/>
              <a:gd name="connsiteX4" fmla="*/ 6101372 w 6353656"/>
              <a:gd name="connsiteY4" fmla="*/ 844325 h 864844"/>
              <a:gd name="connsiteX5" fmla="*/ 4577604 w 6353656"/>
              <a:gd name="connsiteY5" fmla="*/ 704294 h 864844"/>
              <a:gd name="connsiteX6" fmla="*/ 145695 w 6353656"/>
              <a:gd name="connsiteY6" fmla="*/ 660061 h 864844"/>
              <a:gd name="connsiteX0" fmla="*/ 145695 w 6305902"/>
              <a:gd name="connsiteY0" fmla="*/ 660061 h 936658"/>
              <a:gd name="connsiteX1" fmla="*/ 612654 w 6305902"/>
              <a:gd name="connsiteY1" fmla="*/ 37936 h 936658"/>
              <a:gd name="connsiteX2" fmla="*/ 4568357 w 6305902"/>
              <a:gd name="connsiteY2" fmla="*/ 83550 h 936658"/>
              <a:gd name="connsiteX3" fmla="*/ 6199890 w 6305902"/>
              <a:gd name="connsiteY3" fmla="*/ 208007 h 936658"/>
              <a:gd name="connsiteX4" fmla="*/ 5974372 w 6305902"/>
              <a:gd name="connsiteY4" fmla="*/ 920283 h 936658"/>
              <a:gd name="connsiteX5" fmla="*/ 4577604 w 6305902"/>
              <a:gd name="connsiteY5" fmla="*/ 704294 h 936658"/>
              <a:gd name="connsiteX6" fmla="*/ 145695 w 6305902"/>
              <a:gd name="connsiteY6" fmla="*/ 660061 h 936658"/>
              <a:gd name="connsiteX0" fmla="*/ 301714 w 6480492"/>
              <a:gd name="connsiteY0" fmla="*/ 660061 h 942033"/>
              <a:gd name="connsiteX1" fmla="*/ 768673 w 6480492"/>
              <a:gd name="connsiteY1" fmla="*/ 37936 h 942033"/>
              <a:gd name="connsiteX2" fmla="*/ 4724376 w 6480492"/>
              <a:gd name="connsiteY2" fmla="*/ 83550 h 942033"/>
              <a:gd name="connsiteX3" fmla="*/ 6355909 w 6480492"/>
              <a:gd name="connsiteY3" fmla="*/ 208007 h 942033"/>
              <a:gd name="connsiteX4" fmla="*/ 6130391 w 6480492"/>
              <a:gd name="connsiteY4" fmla="*/ 920283 h 942033"/>
              <a:gd name="connsiteX5" fmla="*/ 4244673 w 6480492"/>
              <a:gd name="connsiteY5" fmla="*/ 749869 h 942033"/>
              <a:gd name="connsiteX6" fmla="*/ 301714 w 6480492"/>
              <a:gd name="connsiteY6" fmla="*/ 660061 h 942033"/>
              <a:gd name="connsiteX0" fmla="*/ 308739 w 6483618"/>
              <a:gd name="connsiteY0" fmla="*/ 660061 h 942033"/>
              <a:gd name="connsiteX1" fmla="*/ 775698 w 6483618"/>
              <a:gd name="connsiteY1" fmla="*/ 37936 h 942033"/>
              <a:gd name="connsiteX2" fmla="*/ 4731401 w 6483618"/>
              <a:gd name="connsiteY2" fmla="*/ 83550 h 942033"/>
              <a:gd name="connsiteX3" fmla="*/ 6362934 w 6483618"/>
              <a:gd name="connsiteY3" fmla="*/ 208007 h 942033"/>
              <a:gd name="connsiteX4" fmla="*/ 6137416 w 6483618"/>
              <a:gd name="connsiteY4" fmla="*/ 920283 h 942033"/>
              <a:gd name="connsiteX5" fmla="*/ 4346948 w 6483618"/>
              <a:gd name="connsiteY5" fmla="*/ 749869 h 942033"/>
              <a:gd name="connsiteX6" fmla="*/ 308739 w 6483618"/>
              <a:gd name="connsiteY6" fmla="*/ 660061 h 942033"/>
              <a:gd name="connsiteX0" fmla="*/ 308739 w 6500577"/>
              <a:gd name="connsiteY0" fmla="*/ 660061 h 865601"/>
              <a:gd name="connsiteX1" fmla="*/ 775698 w 6500577"/>
              <a:gd name="connsiteY1" fmla="*/ 37936 h 865601"/>
              <a:gd name="connsiteX2" fmla="*/ 4731401 w 6500577"/>
              <a:gd name="connsiteY2" fmla="*/ 83550 h 865601"/>
              <a:gd name="connsiteX3" fmla="*/ 6362934 w 6500577"/>
              <a:gd name="connsiteY3" fmla="*/ 208007 h 865601"/>
              <a:gd name="connsiteX4" fmla="*/ 6181866 w 6500577"/>
              <a:gd name="connsiteY4" fmla="*/ 836728 h 865601"/>
              <a:gd name="connsiteX5" fmla="*/ 4346948 w 6500577"/>
              <a:gd name="connsiteY5" fmla="*/ 749869 h 865601"/>
              <a:gd name="connsiteX6" fmla="*/ 308739 w 6500577"/>
              <a:gd name="connsiteY6" fmla="*/ 660061 h 865601"/>
              <a:gd name="connsiteX0" fmla="*/ 300879 w 6524467"/>
              <a:gd name="connsiteY0" fmla="*/ 814941 h 873479"/>
              <a:gd name="connsiteX1" fmla="*/ 799588 w 6524467"/>
              <a:gd name="connsiteY1" fmla="*/ 48495 h 873479"/>
              <a:gd name="connsiteX2" fmla="*/ 4755291 w 6524467"/>
              <a:gd name="connsiteY2" fmla="*/ 94109 h 873479"/>
              <a:gd name="connsiteX3" fmla="*/ 6386824 w 6524467"/>
              <a:gd name="connsiteY3" fmla="*/ 218566 h 873479"/>
              <a:gd name="connsiteX4" fmla="*/ 6205756 w 6524467"/>
              <a:gd name="connsiteY4" fmla="*/ 847287 h 873479"/>
              <a:gd name="connsiteX5" fmla="*/ 4370838 w 6524467"/>
              <a:gd name="connsiteY5" fmla="*/ 760428 h 873479"/>
              <a:gd name="connsiteX6" fmla="*/ 300879 w 6524467"/>
              <a:gd name="connsiteY6" fmla="*/ 814941 h 873479"/>
              <a:gd name="connsiteX0" fmla="*/ 380534 w 6331072"/>
              <a:gd name="connsiteY0" fmla="*/ 814941 h 873479"/>
              <a:gd name="connsiteX1" fmla="*/ 606193 w 6331072"/>
              <a:gd name="connsiteY1" fmla="*/ 48495 h 873479"/>
              <a:gd name="connsiteX2" fmla="*/ 4561896 w 6331072"/>
              <a:gd name="connsiteY2" fmla="*/ 94109 h 873479"/>
              <a:gd name="connsiteX3" fmla="*/ 6193429 w 6331072"/>
              <a:gd name="connsiteY3" fmla="*/ 218566 h 873479"/>
              <a:gd name="connsiteX4" fmla="*/ 6012361 w 6331072"/>
              <a:gd name="connsiteY4" fmla="*/ 847287 h 873479"/>
              <a:gd name="connsiteX5" fmla="*/ 4177443 w 6331072"/>
              <a:gd name="connsiteY5" fmla="*/ 760428 h 873479"/>
              <a:gd name="connsiteX6" fmla="*/ 380534 w 6331072"/>
              <a:gd name="connsiteY6" fmla="*/ 814941 h 873479"/>
              <a:gd name="connsiteX0" fmla="*/ 380534 w 6331072"/>
              <a:gd name="connsiteY0" fmla="*/ 814941 h 877598"/>
              <a:gd name="connsiteX1" fmla="*/ 606193 w 6331072"/>
              <a:gd name="connsiteY1" fmla="*/ 48495 h 877598"/>
              <a:gd name="connsiteX2" fmla="*/ 4561896 w 6331072"/>
              <a:gd name="connsiteY2" fmla="*/ 94109 h 877598"/>
              <a:gd name="connsiteX3" fmla="*/ 6193429 w 6331072"/>
              <a:gd name="connsiteY3" fmla="*/ 218566 h 877598"/>
              <a:gd name="connsiteX4" fmla="*/ 6012361 w 6331072"/>
              <a:gd name="connsiteY4" fmla="*/ 847287 h 877598"/>
              <a:gd name="connsiteX5" fmla="*/ 4177443 w 6331072"/>
              <a:gd name="connsiteY5" fmla="*/ 760428 h 877598"/>
              <a:gd name="connsiteX6" fmla="*/ 380534 w 6331072"/>
              <a:gd name="connsiteY6" fmla="*/ 814941 h 877598"/>
              <a:gd name="connsiteX0" fmla="*/ 380534 w 6345659"/>
              <a:gd name="connsiteY0" fmla="*/ 814941 h 846357"/>
              <a:gd name="connsiteX1" fmla="*/ 606193 w 6345659"/>
              <a:gd name="connsiteY1" fmla="*/ 48495 h 846357"/>
              <a:gd name="connsiteX2" fmla="*/ 4561896 w 6345659"/>
              <a:gd name="connsiteY2" fmla="*/ 94109 h 846357"/>
              <a:gd name="connsiteX3" fmla="*/ 6193429 w 6345659"/>
              <a:gd name="connsiteY3" fmla="*/ 218566 h 846357"/>
              <a:gd name="connsiteX4" fmla="*/ 6046851 w 6345659"/>
              <a:gd name="connsiteY4" fmla="*/ 744744 h 846357"/>
              <a:gd name="connsiteX5" fmla="*/ 4177443 w 6345659"/>
              <a:gd name="connsiteY5" fmla="*/ 760428 h 846357"/>
              <a:gd name="connsiteX6" fmla="*/ 380534 w 6345659"/>
              <a:gd name="connsiteY6" fmla="*/ 814941 h 846357"/>
              <a:gd name="connsiteX0" fmla="*/ 412125 w 6291026"/>
              <a:gd name="connsiteY0" fmla="*/ 686551 h 793232"/>
              <a:gd name="connsiteX1" fmla="*/ 551560 w 6291026"/>
              <a:gd name="connsiteY1" fmla="*/ 39739 h 793232"/>
              <a:gd name="connsiteX2" fmla="*/ 4507263 w 6291026"/>
              <a:gd name="connsiteY2" fmla="*/ 85353 h 793232"/>
              <a:gd name="connsiteX3" fmla="*/ 6138796 w 6291026"/>
              <a:gd name="connsiteY3" fmla="*/ 209810 h 793232"/>
              <a:gd name="connsiteX4" fmla="*/ 5992218 w 6291026"/>
              <a:gd name="connsiteY4" fmla="*/ 735988 h 793232"/>
              <a:gd name="connsiteX5" fmla="*/ 4122810 w 6291026"/>
              <a:gd name="connsiteY5" fmla="*/ 751672 h 793232"/>
              <a:gd name="connsiteX6" fmla="*/ 412125 w 6291026"/>
              <a:gd name="connsiteY6" fmla="*/ 686551 h 793232"/>
              <a:gd name="connsiteX0" fmla="*/ 412123 w 6291024"/>
              <a:gd name="connsiteY0" fmla="*/ 729344 h 796146"/>
              <a:gd name="connsiteX1" fmla="*/ 551558 w 6291024"/>
              <a:gd name="connsiteY1" fmla="*/ 42653 h 796146"/>
              <a:gd name="connsiteX2" fmla="*/ 4507261 w 6291024"/>
              <a:gd name="connsiteY2" fmla="*/ 88267 h 796146"/>
              <a:gd name="connsiteX3" fmla="*/ 6138794 w 6291024"/>
              <a:gd name="connsiteY3" fmla="*/ 212724 h 796146"/>
              <a:gd name="connsiteX4" fmla="*/ 5992216 w 6291024"/>
              <a:gd name="connsiteY4" fmla="*/ 738902 h 796146"/>
              <a:gd name="connsiteX5" fmla="*/ 4122808 w 6291024"/>
              <a:gd name="connsiteY5" fmla="*/ 754586 h 796146"/>
              <a:gd name="connsiteX6" fmla="*/ 412123 w 6291024"/>
              <a:gd name="connsiteY6" fmla="*/ 729344 h 796146"/>
              <a:gd name="connsiteX0" fmla="*/ 390573 w 6269474"/>
              <a:gd name="connsiteY0" fmla="*/ 702108 h 768910"/>
              <a:gd name="connsiteX1" fmla="*/ 573121 w 6269474"/>
              <a:gd name="connsiteY1" fmla="*/ 49598 h 768910"/>
              <a:gd name="connsiteX2" fmla="*/ 4485711 w 6269474"/>
              <a:gd name="connsiteY2" fmla="*/ 61031 h 768910"/>
              <a:gd name="connsiteX3" fmla="*/ 6117244 w 6269474"/>
              <a:gd name="connsiteY3" fmla="*/ 185488 h 768910"/>
              <a:gd name="connsiteX4" fmla="*/ 5970666 w 6269474"/>
              <a:gd name="connsiteY4" fmla="*/ 711666 h 768910"/>
              <a:gd name="connsiteX5" fmla="*/ 4101258 w 6269474"/>
              <a:gd name="connsiteY5" fmla="*/ 727350 h 768910"/>
              <a:gd name="connsiteX6" fmla="*/ 390573 w 6269474"/>
              <a:gd name="connsiteY6" fmla="*/ 702108 h 76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69474" h="768910">
                <a:moveTo>
                  <a:pt x="390573" y="702108"/>
                </a:moveTo>
                <a:cubicBezTo>
                  <a:pt x="-197450" y="589149"/>
                  <a:pt x="-109402" y="156444"/>
                  <a:pt x="573121" y="49598"/>
                </a:cubicBezTo>
                <a:cubicBezTo>
                  <a:pt x="1255644" y="-57248"/>
                  <a:pt x="3561691" y="38383"/>
                  <a:pt x="4485711" y="61031"/>
                </a:cubicBezTo>
                <a:cubicBezTo>
                  <a:pt x="5409731" y="83679"/>
                  <a:pt x="5869752" y="77049"/>
                  <a:pt x="6117244" y="185488"/>
                </a:cubicBezTo>
                <a:cubicBezTo>
                  <a:pt x="6364736" y="293927"/>
                  <a:pt x="6306664" y="621356"/>
                  <a:pt x="5970666" y="711666"/>
                </a:cubicBezTo>
                <a:cubicBezTo>
                  <a:pt x="5634668" y="801976"/>
                  <a:pt x="5039024" y="768167"/>
                  <a:pt x="4101258" y="727350"/>
                </a:cubicBezTo>
                <a:cubicBezTo>
                  <a:pt x="2057720" y="638404"/>
                  <a:pt x="978596" y="815067"/>
                  <a:pt x="390573" y="702108"/>
                </a:cubicBezTo>
                <a:close/>
              </a:path>
            </a:pathLst>
          </a:cu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</a:endParaRPr>
          </a:p>
        </p:txBody>
      </p:sp>
      <p:sp>
        <p:nvSpPr>
          <p:cNvPr id="10" name="文本框 27">
            <a:extLst>
              <a:ext uri="{FF2B5EF4-FFF2-40B4-BE49-F238E27FC236}">
                <a16:creationId xmlns:a16="http://schemas.microsoft.com/office/drawing/2014/main" id="{1C60FD5A-7368-F4D8-4594-0D6FA27F1942}"/>
              </a:ext>
            </a:extLst>
          </p:cNvPr>
          <p:cNvSpPr txBox="1"/>
          <p:nvPr/>
        </p:nvSpPr>
        <p:spPr>
          <a:xfrm>
            <a:off x="6979496" y="4120387"/>
            <a:ext cx="607941" cy="464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04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sp>
        <p:nvSpPr>
          <p:cNvPr id="11" name="文本框 28">
            <a:extLst>
              <a:ext uri="{FF2B5EF4-FFF2-40B4-BE49-F238E27FC236}">
                <a16:creationId xmlns:a16="http://schemas.microsoft.com/office/drawing/2014/main" id="{13202D2D-7015-4E4F-E1F9-DCC9DD798AE2}"/>
              </a:ext>
            </a:extLst>
          </p:cNvPr>
          <p:cNvSpPr txBox="1"/>
          <p:nvPr/>
        </p:nvSpPr>
        <p:spPr>
          <a:xfrm>
            <a:off x="7836729" y="4123177"/>
            <a:ext cx="24299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Roadmap &amp;</a:t>
            </a:r>
            <a:r>
              <a:rPr lang="zh-CN" altLang="en-US" b="1" dirty="0">
                <a:solidFill>
                  <a:schemeClr val="bg1"/>
                </a:solidFill>
              </a:rPr>
              <a:t> </a:t>
            </a:r>
            <a:r>
              <a:rPr lang="en-US" altLang="zh-CN" b="1" dirty="0">
                <a:solidFill>
                  <a:schemeClr val="bg1"/>
                </a:solidFill>
              </a:rPr>
              <a:t>Future</a:t>
            </a:r>
            <a:endParaRPr lang="zh-CN" altLang="en-US" b="1" dirty="0">
              <a:solidFill>
                <a:schemeClr val="bg1"/>
              </a:solidFill>
            </a:endParaRPr>
          </a:p>
        </p:txBody>
      </p:sp>
      <p:sp>
        <p:nvSpPr>
          <p:cNvPr id="12" name="任意多边形: 形状 471">
            <a:extLst>
              <a:ext uri="{FF2B5EF4-FFF2-40B4-BE49-F238E27FC236}">
                <a16:creationId xmlns:a16="http://schemas.microsoft.com/office/drawing/2014/main" id="{7FDAA0D3-D067-9F8E-601F-970EA0815CC3}"/>
              </a:ext>
            </a:extLst>
          </p:cNvPr>
          <p:cNvSpPr/>
          <p:nvPr/>
        </p:nvSpPr>
        <p:spPr>
          <a:xfrm flipH="1">
            <a:off x="2744200" y="2254161"/>
            <a:ext cx="2889120" cy="647406"/>
          </a:xfrm>
          <a:custGeom>
            <a:avLst/>
            <a:gdLst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29907 w 6127268"/>
              <a:gd name="connsiteY32" fmla="*/ 243727 h 917430"/>
              <a:gd name="connsiteX33" fmla="*/ 681 w 6127268"/>
              <a:gd name="connsiteY33" fmla="*/ 170402 h 917430"/>
              <a:gd name="connsiteX34" fmla="*/ 18735 w 6127268"/>
              <a:gd name="connsiteY34" fmla="*/ 92764 h 917430"/>
              <a:gd name="connsiteX35" fmla="*/ 185861 w 6127268"/>
              <a:gd name="connsiteY35" fmla="*/ 3843 h 917430"/>
              <a:gd name="connsiteX36" fmla="*/ 245451 w 6127268"/>
              <a:gd name="connsiteY36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681 w 6127268"/>
              <a:gd name="connsiteY32" fmla="*/ 170402 h 917430"/>
              <a:gd name="connsiteX33" fmla="*/ 18735 w 6127268"/>
              <a:gd name="connsiteY33" fmla="*/ 92764 h 917430"/>
              <a:gd name="connsiteX34" fmla="*/ 185861 w 6127268"/>
              <a:gd name="connsiteY34" fmla="*/ 3843 h 917430"/>
              <a:gd name="connsiteX35" fmla="*/ 245451 w 6127268"/>
              <a:gd name="connsiteY35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735 w 6127268"/>
              <a:gd name="connsiteY32" fmla="*/ 92764 h 917430"/>
              <a:gd name="connsiteX33" fmla="*/ 185861 w 6127268"/>
              <a:gd name="connsiteY33" fmla="*/ 3843 h 917430"/>
              <a:gd name="connsiteX34" fmla="*/ 245451 w 6127268"/>
              <a:gd name="connsiteY34" fmla="*/ 48 h 917430"/>
              <a:gd name="connsiteX0" fmla="*/ 245451 w 6127268"/>
              <a:gd name="connsiteY0" fmla="*/ 48 h 917430"/>
              <a:gd name="connsiteX1" fmla="*/ 408809 w 6127268"/>
              <a:gd name="connsiteY1" fmla="*/ 37739 h 917430"/>
              <a:gd name="connsiteX2" fmla="*/ 629531 w 6127268"/>
              <a:gd name="connsiteY2" fmla="*/ 130287 h 917430"/>
              <a:gd name="connsiteX3" fmla="*/ 974312 w 6127268"/>
              <a:gd name="connsiteY3" fmla="*/ 171387 h 917430"/>
              <a:gd name="connsiteX4" fmla="*/ 2055319 w 6127268"/>
              <a:gd name="connsiteY4" fmla="*/ 176513 h 917430"/>
              <a:gd name="connsiteX5" fmla="*/ 3186669 w 6127268"/>
              <a:gd name="connsiteY5" fmla="*/ 105385 h 917430"/>
              <a:gd name="connsiteX6" fmla="*/ 3887620 w 6127268"/>
              <a:gd name="connsiteY6" fmla="*/ 46104 h 917430"/>
              <a:gd name="connsiteX7" fmla="*/ 4556635 w 6127268"/>
              <a:gd name="connsiteY7" fmla="*/ 18881 h 917430"/>
              <a:gd name="connsiteX8" fmla="*/ 5167088 w 6127268"/>
              <a:gd name="connsiteY8" fmla="*/ 67138 h 917430"/>
              <a:gd name="connsiteX9" fmla="*/ 5906224 w 6127268"/>
              <a:gd name="connsiteY9" fmla="*/ 263839 h 917430"/>
              <a:gd name="connsiteX10" fmla="*/ 6059223 w 6127268"/>
              <a:gd name="connsiteY10" fmla="*/ 342074 h 917430"/>
              <a:gd name="connsiteX11" fmla="*/ 6113589 w 6127268"/>
              <a:gd name="connsiteY11" fmla="*/ 513776 h 917430"/>
              <a:gd name="connsiteX12" fmla="*/ 6090612 w 6127268"/>
              <a:gd name="connsiteY12" fmla="*/ 544202 h 917430"/>
              <a:gd name="connsiteX13" fmla="*/ 6121691 w 6127268"/>
              <a:gd name="connsiteY13" fmla="*/ 585147 h 917430"/>
              <a:gd name="connsiteX14" fmla="*/ 6113633 w 6127268"/>
              <a:gd name="connsiteY14" fmla="*/ 674072 h 917430"/>
              <a:gd name="connsiteX15" fmla="*/ 6121691 w 6127268"/>
              <a:gd name="connsiteY15" fmla="*/ 684688 h 917430"/>
              <a:gd name="connsiteX16" fmla="*/ 6113589 w 6127268"/>
              <a:gd name="connsiteY16" fmla="*/ 774093 h 917430"/>
              <a:gd name="connsiteX17" fmla="*/ 5874802 w 6127268"/>
              <a:gd name="connsiteY17" fmla="*/ 909531 h 917430"/>
              <a:gd name="connsiteX18" fmla="*/ 5545260 w 6127268"/>
              <a:gd name="connsiteY18" fmla="*/ 868962 h 917430"/>
              <a:gd name="connsiteX19" fmla="*/ 5124450 w 6127268"/>
              <a:gd name="connsiteY19" fmla="*/ 734347 h 917430"/>
              <a:gd name="connsiteX20" fmla="*/ 4649702 w 6127268"/>
              <a:gd name="connsiteY20" fmla="*/ 677725 h 917430"/>
              <a:gd name="connsiteX21" fmla="*/ 4025807 w 6127268"/>
              <a:gd name="connsiteY21" fmla="*/ 678354 h 917430"/>
              <a:gd name="connsiteX22" fmla="*/ 3229906 w 6127268"/>
              <a:gd name="connsiteY22" fmla="*/ 740971 h 917430"/>
              <a:gd name="connsiteX23" fmla="*/ 2356693 w 6127268"/>
              <a:gd name="connsiteY23" fmla="*/ 798222 h 917430"/>
              <a:gd name="connsiteX24" fmla="*/ 1620040 w 6127268"/>
              <a:gd name="connsiteY24" fmla="*/ 819884 h 917430"/>
              <a:gd name="connsiteX25" fmla="*/ 774053 w 6127268"/>
              <a:gd name="connsiteY25" fmla="*/ 785892 h 917430"/>
              <a:gd name="connsiteX26" fmla="*/ 301958 w 6127268"/>
              <a:gd name="connsiteY26" fmla="*/ 687541 h 917430"/>
              <a:gd name="connsiteX27" fmla="*/ 31235 w 6127268"/>
              <a:gd name="connsiteY27" fmla="*/ 507377 h 917430"/>
              <a:gd name="connsiteX28" fmla="*/ 681 w 6127268"/>
              <a:gd name="connsiteY28" fmla="*/ 430719 h 917430"/>
              <a:gd name="connsiteX29" fmla="*/ 15300 w 6127268"/>
              <a:gd name="connsiteY29" fmla="*/ 367855 h 917430"/>
              <a:gd name="connsiteX30" fmla="*/ 681 w 6127268"/>
              <a:gd name="connsiteY30" fmla="*/ 331178 h 917430"/>
              <a:gd name="connsiteX31" fmla="*/ 18735 w 6127268"/>
              <a:gd name="connsiteY31" fmla="*/ 253540 h 917430"/>
              <a:gd name="connsiteX32" fmla="*/ 185861 w 6127268"/>
              <a:gd name="connsiteY32" fmla="*/ 3843 h 917430"/>
              <a:gd name="connsiteX33" fmla="*/ 245451 w 6127268"/>
              <a:gd name="connsiteY33" fmla="*/ 48 h 917430"/>
              <a:gd name="connsiteX0" fmla="*/ 245451 w 6127268"/>
              <a:gd name="connsiteY0" fmla="*/ 0 h 917382"/>
              <a:gd name="connsiteX1" fmla="*/ 408809 w 6127268"/>
              <a:gd name="connsiteY1" fmla="*/ 37691 h 917382"/>
              <a:gd name="connsiteX2" fmla="*/ 629531 w 6127268"/>
              <a:gd name="connsiteY2" fmla="*/ 130239 h 917382"/>
              <a:gd name="connsiteX3" fmla="*/ 974312 w 6127268"/>
              <a:gd name="connsiteY3" fmla="*/ 171339 h 917382"/>
              <a:gd name="connsiteX4" fmla="*/ 2055319 w 6127268"/>
              <a:gd name="connsiteY4" fmla="*/ 176465 h 917382"/>
              <a:gd name="connsiteX5" fmla="*/ 3186669 w 6127268"/>
              <a:gd name="connsiteY5" fmla="*/ 105337 h 917382"/>
              <a:gd name="connsiteX6" fmla="*/ 3887620 w 6127268"/>
              <a:gd name="connsiteY6" fmla="*/ 46056 h 917382"/>
              <a:gd name="connsiteX7" fmla="*/ 4556635 w 6127268"/>
              <a:gd name="connsiteY7" fmla="*/ 18833 h 917382"/>
              <a:gd name="connsiteX8" fmla="*/ 5167088 w 6127268"/>
              <a:gd name="connsiteY8" fmla="*/ 67090 h 917382"/>
              <a:gd name="connsiteX9" fmla="*/ 5906224 w 6127268"/>
              <a:gd name="connsiteY9" fmla="*/ 263791 h 917382"/>
              <a:gd name="connsiteX10" fmla="*/ 6059223 w 6127268"/>
              <a:gd name="connsiteY10" fmla="*/ 342026 h 917382"/>
              <a:gd name="connsiteX11" fmla="*/ 6113589 w 6127268"/>
              <a:gd name="connsiteY11" fmla="*/ 513728 h 917382"/>
              <a:gd name="connsiteX12" fmla="*/ 6090612 w 6127268"/>
              <a:gd name="connsiteY12" fmla="*/ 544154 h 917382"/>
              <a:gd name="connsiteX13" fmla="*/ 6121691 w 6127268"/>
              <a:gd name="connsiteY13" fmla="*/ 585099 h 917382"/>
              <a:gd name="connsiteX14" fmla="*/ 6113633 w 6127268"/>
              <a:gd name="connsiteY14" fmla="*/ 674024 h 917382"/>
              <a:gd name="connsiteX15" fmla="*/ 6121691 w 6127268"/>
              <a:gd name="connsiteY15" fmla="*/ 684640 h 917382"/>
              <a:gd name="connsiteX16" fmla="*/ 6113589 w 6127268"/>
              <a:gd name="connsiteY16" fmla="*/ 774045 h 917382"/>
              <a:gd name="connsiteX17" fmla="*/ 5874802 w 6127268"/>
              <a:gd name="connsiteY17" fmla="*/ 909483 h 917382"/>
              <a:gd name="connsiteX18" fmla="*/ 5545260 w 6127268"/>
              <a:gd name="connsiteY18" fmla="*/ 868914 h 917382"/>
              <a:gd name="connsiteX19" fmla="*/ 5124450 w 6127268"/>
              <a:gd name="connsiteY19" fmla="*/ 734299 h 917382"/>
              <a:gd name="connsiteX20" fmla="*/ 4649702 w 6127268"/>
              <a:gd name="connsiteY20" fmla="*/ 677677 h 917382"/>
              <a:gd name="connsiteX21" fmla="*/ 4025807 w 6127268"/>
              <a:gd name="connsiteY21" fmla="*/ 678306 h 917382"/>
              <a:gd name="connsiteX22" fmla="*/ 3229906 w 6127268"/>
              <a:gd name="connsiteY22" fmla="*/ 740923 h 917382"/>
              <a:gd name="connsiteX23" fmla="*/ 2356693 w 6127268"/>
              <a:gd name="connsiteY23" fmla="*/ 798174 h 917382"/>
              <a:gd name="connsiteX24" fmla="*/ 1620040 w 6127268"/>
              <a:gd name="connsiteY24" fmla="*/ 819836 h 917382"/>
              <a:gd name="connsiteX25" fmla="*/ 774053 w 6127268"/>
              <a:gd name="connsiteY25" fmla="*/ 785844 h 917382"/>
              <a:gd name="connsiteX26" fmla="*/ 301958 w 6127268"/>
              <a:gd name="connsiteY26" fmla="*/ 687493 h 917382"/>
              <a:gd name="connsiteX27" fmla="*/ 31235 w 6127268"/>
              <a:gd name="connsiteY27" fmla="*/ 507329 h 917382"/>
              <a:gd name="connsiteX28" fmla="*/ 681 w 6127268"/>
              <a:gd name="connsiteY28" fmla="*/ 430671 h 917382"/>
              <a:gd name="connsiteX29" fmla="*/ 15300 w 6127268"/>
              <a:gd name="connsiteY29" fmla="*/ 367807 h 917382"/>
              <a:gd name="connsiteX30" fmla="*/ 681 w 6127268"/>
              <a:gd name="connsiteY30" fmla="*/ 331130 h 917382"/>
              <a:gd name="connsiteX31" fmla="*/ 18735 w 6127268"/>
              <a:gd name="connsiteY31" fmla="*/ 253492 h 917382"/>
              <a:gd name="connsiteX32" fmla="*/ 245451 w 6127268"/>
              <a:gd name="connsiteY32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4619 w 6126587"/>
              <a:gd name="connsiteY29" fmla="*/ 367807 h 917382"/>
              <a:gd name="connsiteX30" fmla="*/ 18054 w 6126587"/>
              <a:gd name="connsiteY30" fmla="*/ 253492 h 917382"/>
              <a:gd name="connsiteX31" fmla="*/ 244770 w 6126587"/>
              <a:gd name="connsiteY31" fmla="*/ 0 h 917382"/>
              <a:gd name="connsiteX0" fmla="*/ 244770 w 6126587"/>
              <a:gd name="connsiteY0" fmla="*/ 0 h 917382"/>
              <a:gd name="connsiteX1" fmla="*/ 408128 w 6126587"/>
              <a:gd name="connsiteY1" fmla="*/ 37691 h 917382"/>
              <a:gd name="connsiteX2" fmla="*/ 628850 w 6126587"/>
              <a:gd name="connsiteY2" fmla="*/ 130239 h 917382"/>
              <a:gd name="connsiteX3" fmla="*/ 973631 w 6126587"/>
              <a:gd name="connsiteY3" fmla="*/ 171339 h 917382"/>
              <a:gd name="connsiteX4" fmla="*/ 2054638 w 6126587"/>
              <a:gd name="connsiteY4" fmla="*/ 176465 h 917382"/>
              <a:gd name="connsiteX5" fmla="*/ 3185988 w 6126587"/>
              <a:gd name="connsiteY5" fmla="*/ 105337 h 917382"/>
              <a:gd name="connsiteX6" fmla="*/ 3886939 w 6126587"/>
              <a:gd name="connsiteY6" fmla="*/ 46056 h 917382"/>
              <a:gd name="connsiteX7" fmla="*/ 4555954 w 6126587"/>
              <a:gd name="connsiteY7" fmla="*/ 18833 h 917382"/>
              <a:gd name="connsiteX8" fmla="*/ 5166407 w 6126587"/>
              <a:gd name="connsiteY8" fmla="*/ 67090 h 917382"/>
              <a:gd name="connsiteX9" fmla="*/ 5905543 w 6126587"/>
              <a:gd name="connsiteY9" fmla="*/ 263791 h 917382"/>
              <a:gd name="connsiteX10" fmla="*/ 6058542 w 6126587"/>
              <a:gd name="connsiteY10" fmla="*/ 342026 h 917382"/>
              <a:gd name="connsiteX11" fmla="*/ 6112908 w 6126587"/>
              <a:gd name="connsiteY11" fmla="*/ 513728 h 917382"/>
              <a:gd name="connsiteX12" fmla="*/ 6089931 w 6126587"/>
              <a:gd name="connsiteY12" fmla="*/ 544154 h 917382"/>
              <a:gd name="connsiteX13" fmla="*/ 6121010 w 6126587"/>
              <a:gd name="connsiteY13" fmla="*/ 585099 h 917382"/>
              <a:gd name="connsiteX14" fmla="*/ 6112952 w 6126587"/>
              <a:gd name="connsiteY14" fmla="*/ 674024 h 917382"/>
              <a:gd name="connsiteX15" fmla="*/ 6121010 w 6126587"/>
              <a:gd name="connsiteY15" fmla="*/ 684640 h 917382"/>
              <a:gd name="connsiteX16" fmla="*/ 6112908 w 6126587"/>
              <a:gd name="connsiteY16" fmla="*/ 774045 h 917382"/>
              <a:gd name="connsiteX17" fmla="*/ 5874121 w 6126587"/>
              <a:gd name="connsiteY17" fmla="*/ 909483 h 917382"/>
              <a:gd name="connsiteX18" fmla="*/ 5544579 w 6126587"/>
              <a:gd name="connsiteY18" fmla="*/ 868914 h 917382"/>
              <a:gd name="connsiteX19" fmla="*/ 5123769 w 6126587"/>
              <a:gd name="connsiteY19" fmla="*/ 734299 h 917382"/>
              <a:gd name="connsiteX20" fmla="*/ 4649021 w 6126587"/>
              <a:gd name="connsiteY20" fmla="*/ 677677 h 917382"/>
              <a:gd name="connsiteX21" fmla="*/ 4025126 w 6126587"/>
              <a:gd name="connsiteY21" fmla="*/ 678306 h 917382"/>
              <a:gd name="connsiteX22" fmla="*/ 3229225 w 6126587"/>
              <a:gd name="connsiteY22" fmla="*/ 740923 h 917382"/>
              <a:gd name="connsiteX23" fmla="*/ 2356012 w 6126587"/>
              <a:gd name="connsiteY23" fmla="*/ 798174 h 917382"/>
              <a:gd name="connsiteX24" fmla="*/ 1619359 w 6126587"/>
              <a:gd name="connsiteY24" fmla="*/ 819836 h 917382"/>
              <a:gd name="connsiteX25" fmla="*/ 773372 w 6126587"/>
              <a:gd name="connsiteY25" fmla="*/ 785844 h 917382"/>
              <a:gd name="connsiteX26" fmla="*/ 301277 w 6126587"/>
              <a:gd name="connsiteY26" fmla="*/ 687493 h 917382"/>
              <a:gd name="connsiteX27" fmla="*/ 30554 w 6126587"/>
              <a:gd name="connsiteY27" fmla="*/ 507329 h 917382"/>
              <a:gd name="connsiteX28" fmla="*/ 0 w 6126587"/>
              <a:gd name="connsiteY28" fmla="*/ 430671 h 917382"/>
              <a:gd name="connsiteX29" fmla="*/ 18054 w 6126587"/>
              <a:gd name="connsiteY29" fmla="*/ 253492 h 917382"/>
              <a:gd name="connsiteX30" fmla="*/ 244770 w 6126587"/>
              <a:gd name="connsiteY30" fmla="*/ 0 h 917382"/>
              <a:gd name="connsiteX0" fmla="*/ 251762 w 6133579"/>
              <a:gd name="connsiteY0" fmla="*/ 0 h 917382"/>
              <a:gd name="connsiteX1" fmla="*/ 415120 w 6133579"/>
              <a:gd name="connsiteY1" fmla="*/ 37691 h 917382"/>
              <a:gd name="connsiteX2" fmla="*/ 635842 w 6133579"/>
              <a:gd name="connsiteY2" fmla="*/ 130239 h 917382"/>
              <a:gd name="connsiteX3" fmla="*/ 980623 w 6133579"/>
              <a:gd name="connsiteY3" fmla="*/ 171339 h 917382"/>
              <a:gd name="connsiteX4" fmla="*/ 2061630 w 6133579"/>
              <a:gd name="connsiteY4" fmla="*/ 176465 h 917382"/>
              <a:gd name="connsiteX5" fmla="*/ 3192980 w 6133579"/>
              <a:gd name="connsiteY5" fmla="*/ 105337 h 917382"/>
              <a:gd name="connsiteX6" fmla="*/ 3893931 w 6133579"/>
              <a:gd name="connsiteY6" fmla="*/ 46056 h 917382"/>
              <a:gd name="connsiteX7" fmla="*/ 4562946 w 6133579"/>
              <a:gd name="connsiteY7" fmla="*/ 18833 h 917382"/>
              <a:gd name="connsiteX8" fmla="*/ 5173399 w 6133579"/>
              <a:gd name="connsiteY8" fmla="*/ 67090 h 917382"/>
              <a:gd name="connsiteX9" fmla="*/ 5912535 w 6133579"/>
              <a:gd name="connsiteY9" fmla="*/ 263791 h 917382"/>
              <a:gd name="connsiteX10" fmla="*/ 6065534 w 6133579"/>
              <a:gd name="connsiteY10" fmla="*/ 342026 h 917382"/>
              <a:gd name="connsiteX11" fmla="*/ 6119900 w 6133579"/>
              <a:gd name="connsiteY11" fmla="*/ 513728 h 917382"/>
              <a:gd name="connsiteX12" fmla="*/ 6096923 w 6133579"/>
              <a:gd name="connsiteY12" fmla="*/ 544154 h 917382"/>
              <a:gd name="connsiteX13" fmla="*/ 6128002 w 6133579"/>
              <a:gd name="connsiteY13" fmla="*/ 585099 h 917382"/>
              <a:gd name="connsiteX14" fmla="*/ 6119944 w 6133579"/>
              <a:gd name="connsiteY14" fmla="*/ 674024 h 917382"/>
              <a:gd name="connsiteX15" fmla="*/ 6128002 w 6133579"/>
              <a:gd name="connsiteY15" fmla="*/ 684640 h 917382"/>
              <a:gd name="connsiteX16" fmla="*/ 6119900 w 6133579"/>
              <a:gd name="connsiteY16" fmla="*/ 774045 h 917382"/>
              <a:gd name="connsiteX17" fmla="*/ 5881113 w 6133579"/>
              <a:gd name="connsiteY17" fmla="*/ 909483 h 917382"/>
              <a:gd name="connsiteX18" fmla="*/ 5551571 w 6133579"/>
              <a:gd name="connsiteY18" fmla="*/ 868914 h 917382"/>
              <a:gd name="connsiteX19" fmla="*/ 5130761 w 6133579"/>
              <a:gd name="connsiteY19" fmla="*/ 734299 h 917382"/>
              <a:gd name="connsiteX20" fmla="*/ 4656013 w 6133579"/>
              <a:gd name="connsiteY20" fmla="*/ 677677 h 917382"/>
              <a:gd name="connsiteX21" fmla="*/ 4032118 w 6133579"/>
              <a:gd name="connsiteY21" fmla="*/ 678306 h 917382"/>
              <a:gd name="connsiteX22" fmla="*/ 3236217 w 6133579"/>
              <a:gd name="connsiteY22" fmla="*/ 740923 h 917382"/>
              <a:gd name="connsiteX23" fmla="*/ 2363004 w 6133579"/>
              <a:gd name="connsiteY23" fmla="*/ 798174 h 917382"/>
              <a:gd name="connsiteX24" fmla="*/ 1626351 w 6133579"/>
              <a:gd name="connsiteY24" fmla="*/ 819836 h 917382"/>
              <a:gd name="connsiteX25" fmla="*/ 780364 w 6133579"/>
              <a:gd name="connsiteY25" fmla="*/ 785844 h 917382"/>
              <a:gd name="connsiteX26" fmla="*/ 308269 w 6133579"/>
              <a:gd name="connsiteY26" fmla="*/ 687493 h 917382"/>
              <a:gd name="connsiteX27" fmla="*/ 37546 w 6133579"/>
              <a:gd name="connsiteY27" fmla="*/ 507329 h 917382"/>
              <a:gd name="connsiteX28" fmla="*/ 25046 w 6133579"/>
              <a:gd name="connsiteY28" fmla="*/ 253492 h 917382"/>
              <a:gd name="connsiteX29" fmla="*/ 251762 w 6133579"/>
              <a:gd name="connsiteY29" fmla="*/ 0 h 917382"/>
              <a:gd name="connsiteX0" fmla="*/ 226716 w 6108533"/>
              <a:gd name="connsiteY0" fmla="*/ 0 h 917382"/>
              <a:gd name="connsiteX1" fmla="*/ 390074 w 6108533"/>
              <a:gd name="connsiteY1" fmla="*/ 37691 h 917382"/>
              <a:gd name="connsiteX2" fmla="*/ 610796 w 6108533"/>
              <a:gd name="connsiteY2" fmla="*/ 130239 h 917382"/>
              <a:gd name="connsiteX3" fmla="*/ 955577 w 6108533"/>
              <a:gd name="connsiteY3" fmla="*/ 171339 h 917382"/>
              <a:gd name="connsiteX4" fmla="*/ 2036584 w 6108533"/>
              <a:gd name="connsiteY4" fmla="*/ 176465 h 917382"/>
              <a:gd name="connsiteX5" fmla="*/ 3167934 w 6108533"/>
              <a:gd name="connsiteY5" fmla="*/ 105337 h 917382"/>
              <a:gd name="connsiteX6" fmla="*/ 3868885 w 6108533"/>
              <a:gd name="connsiteY6" fmla="*/ 46056 h 917382"/>
              <a:gd name="connsiteX7" fmla="*/ 4537900 w 6108533"/>
              <a:gd name="connsiteY7" fmla="*/ 18833 h 917382"/>
              <a:gd name="connsiteX8" fmla="*/ 5148353 w 6108533"/>
              <a:gd name="connsiteY8" fmla="*/ 67090 h 917382"/>
              <a:gd name="connsiteX9" fmla="*/ 5887489 w 6108533"/>
              <a:gd name="connsiteY9" fmla="*/ 263791 h 917382"/>
              <a:gd name="connsiteX10" fmla="*/ 6040488 w 6108533"/>
              <a:gd name="connsiteY10" fmla="*/ 342026 h 917382"/>
              <a:gd name="connsiteX11" fmla="*/ 6094854 w 6108533"/>
              <a:gd name="connsiteY11" fmla="*/ 513728 h 917382"/>
              <a:gd name="connsiteX12" fmla="*/ 6071877 w 6108533"/>
              <a:gd name="connsiteY12" fmla="*/ 544154 h 917382"/>
              <a:gd name="connsiteX13" fmla="*/ 6102956 w 6108533"/>
              <a:gd name="connsiteY13" fmla="*/ 585099 h 917382"/>
              <a:gd name="connsiteX14" fmla="*/ 6094898 w 6108533"/>
              <a:gd name="connsiteY14" fmla="*/ 674024 h 917382"/>
              <a:gd name="connsiteX15" fmla="*/ 6102956 w 6108533"/>
              <a:gd name="connsiteY15" fmla="*/ 684640 h 917382"/>
              <a:gd name="connsiteX16" fmla="*/ 6094854 w 6108533"/>
              <a:gd name="connsiteY16" fmla="*/ 774045 h 917382"/>
              <a:gd name="connsiteX17" fmla="*/ 5856067 w 6108533"/>
              <a:gd name="connsiteY17" fmla="*/ 909483 h 917382"/>
              <a:gd name="connsiteX18" fmla="*/ 5526525 w 6108533"/>
              <a:gd name="connsiteY18" fmla="*/ 868914 h 917382"/>
              <a:gd name="connsiteX19" fmla="*/ 5105715 w 6108533"/>
              <a:gd name="connsiteY19" fmla="*/ 734299 h 917382"/>
              <a:gd name="connsiteX20" fmla="*/ 4630967 w 6108533"/>
              <a:gd name="connsiteY20" fmla="*/ 677677 h 917382"/>
              <a:gd name="connsiteX21" fmla="*/ 4007072 w 6108533"/>
              <a:gd name="connsiteY21" fmla="*/ 678306 h 917382"/>
              <a:gd name="connsiteX22" fmla="*/ 3211171 w 6108533"/>
              <a:gd name="connsiteY22" fmla="*/ 740923 h 917382"/>
              <a:gd name="connsiteX23" fmla="*/ 2337958 w 6108533"/>
              <a:gd name="connsiteY23" fmla="*/ 798174 h 917382"/>
              <a:gd name="connsiteX24" fmla="*/ 1601305 w 6108533"/>
              <a:gd name="connsiteY24" fmla="*/ 819836 h 917382"/>
              <a:gd name="connsiteX25" fmla="*/ 755318 w 6108533"/>
              <a:gd name="connsiteY25" fmla="*/ 785844 h 917382"/>
              <a:gd name="connsiteX26" fmla="*/ 283223 w 6108533"/>
              <a:gd name="connsiteY26" fmla="*/ 687493 h 917382"/>
              <a:gd name="connsiteX27" fmla="*/ 0 w 6108533"/>
              <a:gd name="connsiteY27" fmla="*/ 253492 h 917382"/>
              <a:gd name="connsiteX28" fmla="*/ 226716 w 6108533"/>
              <a:gd name="connsiteY28" fmla="*/ 0 h 917382"/>
              <a:gd name="connsiteX0" fmla="*/ 13196 w 5895013"/>
              <a:gd name="connsiteY0" fmla="*/ 0 h 917382"/>
              <a:gd name="connsiteX1" fmla="*/ 176554 w 5895013"/>
              <a:gd name="connsiteY1" fmla="*/ 37691 h 917382"/>
              <a:gd name="connsiteX2" fmla="*/ 397276 w 5895013"/>
              <a:gd name="connsiteY2" fmla="*/ 130239 h 917382"/>
              <a:gd name="connsiteX3" fmla="*/ 742057 w 5895013"/>
              <a:gd name="connsiteY3" fmla="*/ 171339 h 917382"/>
              <a:gd name="connsiteX4" fmla="*/ 1823064 w 5895013"/>
              <a:gd name="connsiteY4" fmla="*/ 176465 h 917382"/>
              <a:gd name="connsiteX5" fmla="*/ 2954414 w 5895013"/>
              <a:gd name="connsiteY5" fmla="*/ 105337 h 917382"/>
              <a:gd name="connsiteX6" fmla="*/ 3655365 w 5895013"/>
              <a:gd name="connsiteY6" fmla="*/ 46056 h 917382"/>
              <a:gd name="connsiteX7" fmla="*/ 4324380 w 5895013"/>
              <a:gd name="connsiteY7" fmla="*/ 18833 h 917382"/>
              <a:gd name="connsiteX8" fmla="*/ 4934833 w 5895013"/>
              <a:gd name="connsiteY8" fmla="*/ 67090 h 917382"/>
              <a:gd name="connsiteX9" fmla="*/ 5673969 w 5895013"/>
              <a:gd name="connsiteY9" fmla="*/ 263791 h 917382"/>
              <a:gd name="connsiteX10" fmla="*/ 5826968 w 5895013"/>
              <a:gd name="connsiteY10" fmla="*/ 342026 h 917382"/>
              <a:gd name="connsiteX11" fmla="*/ 5881334 w 5895013"/>
              <a:gd name="connsiteY11" fmla="*/ 513728 h 917382"/>
              <a:gd name="connsiteX12" fmla="*/ 5858357 w 5895013"/>
              <a:gd name="connsiteY12" fmla="*/ 544154 h 917382"/>
              <a:gd name="connsiteX13" fmla="*/ 5889436 w 5895013"/>
              <a:gd name="connsiteY13" fmla="*/ 585099 h 917382"/>
              <a:gd name="connsiteX14" fmla="*/ 5881378 w 5895013"/>
              <a:gd name="connsiteY14" fmla="*/ 674024 h 917382"/>
              <a:gd name="connsiteX15" fmla="*/ 5889436 w 5895013"/>
              <a:gd name="connsiteY15" fmla="*/ 684640 h 917382"/>
              <a:gd name="connsiteX16" fmla="*/ 5881334 w 5895013"/>
              <a:gd name="connsiteY16" fmla="*/ 774045 h 917382"/>
              <a:gd name="connsiteX17" fmla="*/ 5642547 w 5895013"/>
              <a:gd name="connsiteY17" fmla="*/ 909483 h 917382"/>
              <a:gd name="connsiteX18" fmla="*/ 5313005 w 5895013"/>
              <a:gd name="connsiteY18" fmla="*/ 868914 h 917382"/>
              <a:gd name="connsiteX19" fmla="*/ 4892195 w 5895013"/>
              <a:gd name="connsiteY19" fmla="*/ 734299 h 917382"/>
              <a:gd name="connsiteX20" fmla="*/ 4417447 w 5895013"/>
              <a:gd name="connsiteY20" fmla="*/ 677677 h 917382"/>
              <a:gd name="connsiteX21" fmla="*/ 3793552 w 5895013"/>
              <a:gd name="connsiteY21" fmla="*/ 678306 h 917382"/>
              <a:gd name="connsiteX22" fmla="*/ 2997651 w 5895013"/>
              <a:gd name="connsiteY22" fmla="*/ 740923 h 917382"/>
              <a:gd name="connsiteX23" fmla="*/ 2124438 w 5895013"/>
              <a:gd name="connsiteY23" fmla="*/ 798174 h 917382"/>
              <a:gd name="connsiteX24" fmla="*/ 1387785 w 5895013"/>
              <a:gd name="connsiteY24" fmla="*/ 819836 h 917382"/>
              <a:gd name="connsiteX25" fmla="*/ 541798 w 5895013"/>
              <a:gd name="connsiteY25" fmla="*/ 785844 h 917382"/>
              <a:gd name="connsiteX26" fmla="*/ 69703 w 5895013"/>
              <a:gd name="connsiteY26" fmla="*/ 687493 h 917382"/>
              <a:gd name="connsiteX27" fmla="*/ 13196 w 5895013"/>
              <a:gd name="connsiteY27" fmla="*/ 0 h 917382"/>
              <a:gd name="connsiteX0" fmla="*/ 17507 w 5842817"/>
              <a:gd name="connsiteY0" fmla="*/ 678091 h 907980"/>
              <a:gd name="connsiteX1" fmla="*/ 124358 w 5842817"/>
              <a:gd name="connsiteY1" fmla="*/ 28289 h 907980"/>
              <a:gd name="connsiteX2" fmla="*/ 345080 w 5842817"/>
              <a:gd name="connsiteY2" fmla="*/ 120837 h 907980"/>
              <a:gd name="connsiteX3" fmla="*/ 689861 w 5842817"/>
              <a:gd name="connsiteY3" fmla="*/ 161937 h 907980"/>
              <a:gd name="connsiteX4" fmla="*/ 1770868 w 5842817"/>
              <a:gd name="connsiteY4" fmla="*/ 167063 h 907980"/>
              <a:gd name="connsiteX5" fmla="*/ 2902218 w 5842817"/>
              <a:gd name="connsiteY5" fmla="*/ 95935 h 907980"/>
              <a:gd name="connsiteX6" fmla="*/ 3603169 w 5842817"/>
              <a:gd name="connsiteY6" fmla="*/ 36654 h 907980"/>
              <a:gd name="connsiteX7" fmla="*/ 4272184 w 5842817"/>
              <a:gd name="connsiteY7" fmla="*/ 9431 h 907980"/>
              <a:gd name="connsiteX8" fmla="*/ 4882637 w 5842817"/>
              <a:gd name="connsiteY8" fmla="*/ 57688 h 907980"/>
              <a:gd name="connsiteX9" fmla="*/ 5621773 w 5842817"/>
              <a:gd name="connsiteY9" fmla="*/ 254389 h 907980"/>
              <a:gd name="connsiteX10" fmla="*/ 5774772 w 5842817"/>
              <a:gd name="connsiteY10" fmla="*/ 332624 h 907980"/>
              <a:gd name="connsiteX11" fmla="*/ 5829138 w 5842817"/>
              <a:gd name="connsiteY11" fmla="*/ 504326 h 907980"/>
              <a:gd name="connsiteX12" fmla="*/ 5806161 w 5842817"/>
              <a:gd name="connsiteY12" fmla="*/ 534752 h 907980"/>
              <a:gd name="connsiteX13" fmla="*/ 5837240 w 5842817"/>
              <a:gd name="connsiteY13" fmla="*/ 575697 h 907980"/>
              <a:gd name="connsiteX14" fmla="*/ 5829182 w 5842817"/>
              <a:gd name="connsiteY14" fmla="*/ 664622 h 907980"/>
              <a:gd name="connsiteX15" fmla="*/ 5837240 w 5842817"/>
              <a:gd name="connsiteY15" fmla="*/ 675238 h 907980"/>
              <a:gd name="connsiteX16" fmla="*/ 5829138 w 5842817"/>
              <a:gd name="connsiteY16" fmla="*/ 764643 h 907980"/>
              <a:gd name="connsiteX17" fmla="*/ 5590351 w 5842817"/>
              <a:gd name="connsiteY17" fmla="*/ 900081 h 907980"/>
              <a:gd name="connsiteX18" fmla="*/ 5260809 w 5842817"/>
              <a:gd name="connsiteY18" fmla="*/ 859512 h 907980"/>
              <a:gd name="connsiteX19" fmla="*/ 4839999 w 5842817"/>
              <a:gd name="connsiteY19" fmla="*/ 724897 h 907980"/>
              <a:gd name="connsiteX20" fmla="*/ 4365251 w 5842817"/>
              <a:gd name="connsiteY20" fmla="*/ 668275 h 907980"/>
              <a:gd name="connsiteX21" fmla="*/ 3741356 w 5842817"/>
              <a:gd name="connsiteY21" fmla="*/ 668904 h 907980"/>
              <a:gd name="connsiteX22" fmla="*/ 2945455 w 5842817"/>
              <a:gd name="connsiteY22" fmla="*/ 731521 h 907980"/>
              <a:gd name="connsiteX23" fmla="*/ 2072242 w 5842817"/>
              <a:gd name="connsiteY23" fmla="*/ 788772 h 907980"/>
              <a:gd name="connsiteX24" fmla="*/ 1335589 w 5842817"/>
              <a:gd name="connsiteY24" fmla="*/ 810434 h 907980"/>
              <a:gd name="connsiteX25" fmla="*/ 489602 w 5842817"/>
              <a:gd name="connsiteY25" fmla="*/ 776442 h 907980"/>
              <a:gd name="connsiteX26" fmla="*/ 17507 w 5842817"/>
              <a:gd name="connsiteY26" fmla="*/ 678091 h 907980"/>
              <a:gd name="connsiteX0" fmla="*/ 246440 w 6071750"/>
              <a:gd name="connsiteY0" fmla="*/ 669016 h 898905"/>
              <a:gd name="connsiteX1" fmla="*/ 10391 w 6071750"/>
              <a:gd name="connsiteY1" fmla="*/ 49694 h 898905"/>
              <a:gd name="connsiteX2" fmla="*/ 574013 w 6071750"/>
              <a:gd name="connsiteY2" fmla="*/ 111762 h 898905"/>
              <a:gd name="connsiteX3" fmla="*/ 918794 w 6071750"/>
              <a:gd name="connsiteY3" fmla="*/ 152862 h 898905"/>
              <a:gd name="connsiteX4" fmla="*/ 1999801 w 6071750"/>
              <a:gd name="connsiteY4" fmla="*/ 157988 h 898905"/>
              <a:gd name="connsiteX5" fmla="*/ 3131151 w 6071750"/>
              <a:gd name="connsiteY5" fmla="*/ 86860 h 898905"/>
              <a:gd name="connsiteX6" fmla="*/ 3832102 w 6071750"/>
              <a:gd name="connsiteY6" fmla="*/ 27579 h 898905"/>
              <a:gd name="connsiteX7" fmla="*/ 4501117 w 6071750"/>
              <a:gd name="connsiteY7" fmla="*/ 356 h 898905"/>
              <a:gd name="connsiteX8" fmla="*/ 5111570 w 6071750"/>
              <a:gd name="connsiteY8" fmla="*/ 48613 h 898905"/>
              <a:gd name="connsiteX9" fmla="*/ 5850706 w 6071750"/>
              <a:gd name="connsiteY9" fmla="*/ 245314 h 898905"/>
              <a:gd name="connsiteX10" fmla="*/ 6003705 w 6071750"/>
              <a:gd name="connsiteY10" fmla="*/ 323549 h 898905"/>
              <a:gd name="connsiteX11" fmla="*/ 6058071 w 6071750"/>
              <a:gd name="connsiteY11" fmla="*/ 495251 h 898905"/>
              <a:gd name="connsiteX12" fmla="*/ 6035094 w 6071750"/>
              <a:gd name="connsiteY12" fmla="*/ 525677 h 898905"/>
              <a:gd name="connsiteX13" fmla="*/ 6066173 w 6071750"/>
              <a:gd name="connsiteY13" fmla="*/ 566622 h 898905"/>
              <a:gd name="connsiteX14" fmla="*/ 6058115 w 6071750"/>
              <a:gd name="connsiteY14" fmla="*/ 655547 h 898905"/>
              <a:gd name="connsiteX15" fmla="*/ 6066173 w 6071750"/>
              <a:gd name="connsiteY15" fmla="*/ 666163 h 898905"/>
              <a:gd name="connsiteX16" fmla="*/ 6058071 w 6071750"/>
              <a:gd name="connsiteY16" fmla="*/ 755568 h 898905"/>
              <a:gd name="connsiteX17" fmla="*/ 5819284 w 6071750"/>
              <a:gd name="connsiteY17" fmla="*/ 891006 h 898905"/>
              <a:gd name="connsiteX18" fmla="*/ 5489742 w 6071750"/>
              <a:gd name="connsiteY18" fmla="*/ 850437 h 898905"/>
              <a:gd name="connsiteX19" fmla="*/ 5068932 w 6071750"/>
              <a:gd name="connsiteY19" fmla="*/ 715822 h 898905"/>
              <a:gd name="connsiteX20" fmla="*/ 4594184 w 6071750"/>
              <a:gd name="connsiteY20" fmla="*/ 659200 h 898905"/>
              <a:gd name="connsiteX21" fmla="*/ 3970289 w 6071750"/>
              <a:gd name="connsiteY21" fmla="*/ 659829 h 898905"/>
              <a:gd name="connsiteX22" fmla="*/ 3174388 w 6071750"/>
              <a:gd name="connsiteY22" fmla="*/ 722446 h 898905"/>
              <a:gd name="connsiteX23" fmla="*/ 2301175 w 6071750"/>
              <a:gd name="connsiteY23" fmla="*/ 779697 h 898905"/>
              <a:gd name="connsiteX24" fmla="*/ 1564522 w 6071750"/>
              <a:gd name="connsiteY24" fmla="*/ 801359 h 898905"/>
              <a:gd name="connsiteX25" fmla="*/ 718535 w 6071750"/>
              <a:gd name="connsiteY25" fmla="*/ 767367 h 898905"/>
              <a:gd name="connsiteX26" fmla="*/ 246440 w 6071750"/>
              <a:gd name="connsiteY26" fmla="*/ 669016 h 898905"/>
              <a:gd name="connsiteX0" fmla="*/ 248034 w 6073344"/>
              <a:gd name="connsiteY0" fmla="*/ 681433 h 911322"/>
              <a:gd name="connsiteX1" fmla="*/ 11985 w 6073344"/>
              <a:gd name="connsiteY1" fmla="*/ 62111 h 911322"/>
              <a:gd name="connsiteX2" fmla="*/ 575607 w 6073344"/>
              <a:gd name="connsiteY2" fmla="*/ 124179 h 911322"/>
              <a:gd name="connsiteX3" fmla="*/ 920388 w 6073344"/>
              <a:gd name="connsiteY3" fmla="*/ 165279 h 911322"/>
              <a:gd name="connsiteX4" fmla="*/ 2001395 w 6073344"/>
              <a:gd name="connsiteY4" fmla="*/ 170405 h 911322"/>
              <a:gd name="connsiteX5" fmla="*/ 3132745 w 6073344"/>
              <a:gd name="connsiteY5" fmla="*/ 99277 h 911322"/>
              <a:gd name="connsiteX6" fmla="*/ 3833696 w 6073344"/>
              <a:gd name="connsiteY6" fmla="*/ 39996 h 911322"/>
              <a:gd name="connsiteX7" fmla="*/ 4502711 w 6073344"/>
              <a:gd name="connsiteY7" fmla="*/ 12773 h 911322"/>
              <a:gd name="connsiteX8" fmla="*/ 5113164 w 6073344"/>
              <a:gd name="connsiteY8" fmla="*/ 61030 h 911322"/>
              <a:gd name="connsiteX9" fmla="*/ 5852300 w 6073344"/>
              <a:gd name="connsiteY9" fmla="*/ 257731 h 911322"/>
              <a:gd name="connsiteX10" fmla="*/ 6005299 w 6073344"/>
              <a:gd name="connsiteY10" fmla="*/ 335966 h 911322"/>
              <a:gd name="connsiteX11" fmla="*/ 6059665 w 6073344"/>
              <a:gd name="connsiteY11" fmla="*/ 507668 h 911322"/>
              <a:gd name="connsiteX12" fmla="*/ 6036688 w 6073344"/>
              <a:gd name="connsiteY12" fmla="*/ 538094 h 911322"/>
              <a:gd name="connsiteX13" fmla="*/ 6067767 w 6073344"/>
              <a:gd name="connsiteY13" fmla="*/ 579039 h 911322"/>
              <a:gd name="connsiteX14" fmla="*/ 6059709 w 6073344"/>
              <a:gd name="connsiteY14" fmla="*/ 667964 h 911322"/>
              <a:gd name="connsiteX15" fmla="*/ 6067767 w 6073344"/>
              <a:gd name="connsiteY15" fmla="*/ 678580 h 911322"/>
              <a:gd name="connsiteX16" fmla="*/ 6059665 w 6073344"/>
              <a:gd name="connsiteY16" fmla="*/ 767985 h 911322"/>
              <a:gd name="connsiteX17" fmla="*/ 5820878 w 6073344"/>
              <a:gd name="connsiteY17" fmla="*/ 903423 h 911322"/>
              <a:gd name="connsiteX18" fmla="*/ 5491336 w 6073344"/>
              <a:gd name="connsiteY18" fmla="*/ 862854 h 911322"/>
              <a:gd name="connsiteX19" fmla="*/ 5070526 w 6073344"/>
              <a:gd name="connsiteY19" fmla="*/ 728239 h 911322"/>
              <a:gd name="connsiteX20" fmla="*/ 4595778 w 6073344"/>
              <a:gd name="connsiteY20" fmla="*/ 671617 h 911322"/>
              <a:gd name="connsiteX21" fmla="*/ 3971883 w 6073344"/>
              <a:gd name="connsiteY21" fmla="*/ 672246 h 911322"/>
              <a:gd name="connsiteX22" fmla="*/ 3175982 w 6073344"/>
              <a:gd name="connsiteY22" fmla="*/ 734863 h 911322"/>
              <a:gd name="connsiteX23" fmla="*/ 2302769 w 6073344"/>
              <a:gd name="connsiteY23" fmla="*/ 792114 h 911322"/>
              <a:gd name="connsiteX24" fmla="*/ 1566116 w 6073344"/>
              <a:gd name="connsiteY24" fmla="*/ 813776 h 911322"/>
              <a:gd name="connsiteX25" fmla="*/ 720129 w 6073344"/>
              <a:gd name="connsiteY25" fmla="*/ 779784 h 911322"/>
              <a:gd name="connsiteX26" fmla="*/ 248034 w 6073344"/>
              <a:gd name="connsiteY26" fmla="*/ 681433 h 911322"/>
              <a:gd name="connsiteX0" fmla="*/ 275085 w 6100395"/>
              <a:gd name="connsiteY0" fmla="*/ 677655 h 907544"/>
              <a:gd name="connsiteX1" fmla="*/ 39036 w 6100395"/>
              <a:gd name="connsiteY1" fmla="*/ 58333 h 907544"/>
              <a:gd name="connsiteX2" fmla="*/ 602658 w 6100395"/>
              <a:gd name="connsiteY2" fmla="*/ 120401 h 907544"/>
              <a:gd name="connsiteX3" fmla="*/ 947439 w 6100395"/>
              <a:gd name="connsiteY3" fmla="*/ 161501 h 907544"/>
              <a:gd name="connsiteX4" fmla="*/ 2028446 w 6100395"/>
              <a:gd name="connsiteY4" fmla="*/ 166627 h 907544"/>
              <a:gd name="connsiteX5" fmla="*/ 3159796 w 6100395"/>
              <a:gd name="connsiteY5" fmla="*/ 95499 h 907544"/>
              <a:gd name="connsiteX6" fmla="*/ 3860747 w 6100395"/>
              <a:gd name="connsiteY6" fmla="*/ 36218 h 907544"/>
              <a:gd name="connsiteX7" fmla="*/ 4529762 w 6100395"/>
              <a:gd name="connsiteY7" fmla="*/ 8995 h 907544"/>
              <a:gd name="connsiteX8" fmla="*/ 5140215 w 6100395"/>
              <a:gd name="connsiteY8" fmla="*/ 57252 h 907544"/>
              <a:gd name="connsiteX9" fmla="*/ 5879351 w 6100395"/>
              <a:gd name="connsiteY9" fmla="*/ 253953 h 907544"/>
              <a:gd name="connsiteX10" fmla="*/ 6032350 w 6100395"/>
              <a:gd name="connsiteY10" fmla="*/ 332188 h 907544"/>
              <a:gd name="connsiteX11" fmla="*/ 6086716 w 6100395"/>
              <a:gd name="connsiteY11" fmla="*/ 503890 h 907544"/>
              <a:gd name="connsiteX12" fmla="*/ 6063739 w 6100395"/>
              <a:gd name="connsiteY12" fmla="*/ 534316 h 907544"/>
              <a:gd name="connsiteX13" fmla="*/ 6094818 w 6100395"/>
              <a:gd name="connsiteY13" fmla="*/ 575261 h 907544"/>
              <a:gd name="connsiteX14" fmla="*/ 6086760 w 6100395"/>
              <a:gd name="connsiteY14" fmla="*/ 664186 h 907544"/>
              <a:gd name="connsiteX15" fmla="*/ 6094818 w 6100395"/>
              <a:gd name="connsiteY15" fmla="*/ 674802 h 907544"/>
              <a:gd name="connsiteX16" fmla="*/ 6086716 w 6100395"/>
              <a:gd name="connsiteY16" fmla="*/ 764207 h 907544"/>
              <a:gd name="connsiteX17" fmla="*/ 5847929 w 6100395"/>
              <a:gd name="connsiteY17" fmla="*/ 899645 h 907544"/>
              <a:gd name="connsiteX18" fmla="*/ 5518387 w 6100395"/>
              <a:gd name="connsiteY18" fmla="*/ 859076 h 907544"/>
              <a:gd name="connsiteX19" fmla="*/ 5097577 w 6100395"/>
              <a:gd name="connsiteY19" fmla="*/ 724461 h 907544"/>
              <a:gd name="connsiteX20" fmla="*/ 4622829 w 6100395"/>
              <a:gd name="connsiteY20" fmla="*/ 667839 h 907544"/>
              <a:gd name="connsiteX21" fmla="*/ 3998934 w 6100395"/>
              <a:gd name="connsiteY21" fmla="*/ 668468 h 907544"/>
              <a:gd name="connsiteX22" fmla="*/ 3203033 w 6100395"/>
              <a:gd name="connsiteY22" fmla="*/ 731085 h 907544"/>
              <a:gd name="connsiteX23" fmla="*/ 2329820 w 6100395"/>
              <a:gd name="connsiteY23" fmla="*/ 788336 h 907544"/>
              <a:gd name="connsiteX24" fmla="*/ 1593167 w 6100395"/>
              <a:gd name="connsiteY24" fmla="*/ 809998 h 907544"/>
              <a:gd name="connsiteX25" fmla="*/ 747180 w 6100395"/>
              <a:gd name="connsiteY25" fmla="*/ 776006 h 907544"/>
              <a:gd name="connsiteX26" fmla="*/ 275085 w 6100395"/>
              <a:gd name="connsiteY26" fmla="*/ 677655 h 907544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5994151 w 6062196"/>
              <a:gd name="connsiteY10" fmla="*/ 323549 h 898905"/>
              <a:gd name="connsiteX11" fmla="*/ 6048517 w 6062196"/>
              <a:gd name="connsiteY11" fmla="*/ 495251 h 898905"/>
              <a:gd name="connsiteX12" fmla="*/ 6025540 w 6062196"/>
              <a:gd name="connsiteY12" fmla="*/ 525677 h 898905"/>
              <a:gd name="connsiteX13" fmla="*/ 6056619 w 6062196"/>
              <a:gd name="connsiteY13" fmla="*/ 566622 h 898905"/>
              <a:gd name="connsiteX14" fmla="*/ 6048561 w 6062196"/>
              <a:gd name="connsiteY14" fmla="*/ 655547 h 898905"/>
              <a:gd name="connsiteX15" fmla="*/ 6056619 w 6062196"/>
              <a:gd name="connsiteY15" fmla="*/ 666163 h 898905"/>
              <a:gd name="connsiteX16" fmla="*/ 6048517 w 6062196"/>
              <a:gd name="connsiteY16" fmla="*/ 755568 h 898905"/>
              <a:gd name="connsiteX17" fmla="*/ 5809730 w 6062196"/>
              <a:gd name="connsiteY17" fmla="*/ 891006 h 898905"/>
              <a:gd name="connsiteX18" fmla="*/ 5480188 w 6062196"/>
              <a:gd name="connsiteY18" fmla="*/ 850437 h 898905"/>
              <a:gd name="connsiteX19" fmla="*/ 5059378 w 6062196"/>
              <a:gd name="connsiteY19" fmla="*/ 715822 h 898905"/>
              <a:gd name="connsiteX20" fmla="*/ 4584630 w 6062196"/>
              <a:gd name="connsiteY20" fmla="*/ 659200 h 898905"/>
              <a:gd name="connsiteX21" fmla="*/ 3960735 w 6062196"/>
              <a:gd name="connsiteY21" fmla="*/ 659829 h 898905"/>
              <a:gd name="connsiteX22" fmla="*/ 3164834 w 6062196"/>
              <a:gd name="connsiteY22" fmla="*/ 722446 h 898905"/>
              <a:gd name="connsiteX23" fmla="*/ 2291621 w 6062196"/>
              <a:gd name="connsiteY23" fmla="*/ 779697 h 898905"/>
              <a:gd name="connsiteX24" fmla="*/ 1554968 w 6062196"/>
              <a:gd name="connsiteY24" fmla="*/ 801359 h 898905"/>
              <a:gd name="connsiteX25" fmla="*/ 708981 w 6062196"/>
              <a:gd name="connsiteY25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25540 w 6062196"/>
              <a:gd name="connsiteY11" fmla="*/ 525677 h 898905"/>
              <a:gd name="connsiteX12" fmla="*/ 6056619 w 6062196"/>
              <a:gd name="connsiteY12" fmla="*/ 566622 h 898905"/>
              <a:gd name="connsiteX13" fmla="*/ 6048561 w 6062196"/>
              <a:gd name="connsiteY13" fmla="*/ 655547 h 898905"/>
              <a:gd name="connsiteX14" fmla="*/ 6056619 w 6062196"/>
              <a:gd name="connsiteY14" fmla="*/ 666163 h 898905"/>
              <a:gd name="connsiteX15" fmla="*/ 6048517 w 6062196"/>
              <a:gd name="connsiteY15" fmla="*/ 755568 h 898905"/>
              <a:gd name="connsiteX16" fmla="*/ 5809730 w 6062196"/>
              <a:gd name="connsiteY16" fmla="*/ 891006 h 898905"/>
              <a:gd name="connsiteX17" fmla="*/ 5480188 w 6062196"/>
              <a:gd name="connsiteY17" fmla="*/ 850437 h 898905"/>
              <a:gd name="connsiteX18" fmla="*/ 5059378 w 6062196"/>
              <a:gd name="connsiteY18" fmla="*/ 715822 h 898905"/>
              <a:gd name="connsiteX19" fmla="*/ 4584630 w 6062196"/>
              <a:gd name="connsiteY19" fmla="*/ 659200 h 898905"/>
              <a:gd name="connsiteX20" fmla="*/ 3960735 w 6062196"/>
              <a:gd name="connsiteY20" fmla="*/ 659829 h 898905"/>
              <a:gd name="connsiteX21" fmla="*/ 3164834 w 6062196"/>
              <a:gd name="connsiteY21" fmla="*/ 722446 h 898905"/>
              <a:gd name="connsiteX22" fmla="*/ 2291621 w 6062196"/>
              <a:gd name="connsiteY22" fmla="*/ 779697 h 898905"/>
              <a:gd name="connsiteX23" fmla="*/ 1554968 w 6062196"/>
              <a:gd name="connsiteY23" fmla="*/ 801359 h 898905"/>
              <a:gd name="connsiteX24" fmla="*/ 708981 w 6062196"/>
              <a:gd name="connsiteY24" fmla="*/ 767367 h 898905"/>
              <a:gd name="connsiteX0" fmla="*/ 708981 w 6062196"/>
              <a:gd name="connsiteY0" fmla="*/ 767367 h 898905"/>
              <a:gd name="connsiteX1" fmla="*/ 837 w 6062196"/>
              <a:gd name="connsiteY1" fmla="*/ 49694 h 898905"/>
              <a:gd name="connsiteX2" fmla="*/ 564459 w 6062196"/>
              <a:gd name="connsiteY2" fmla="*/ 111762 h 898905"/>
              <a:gd name="connsiteX3" fmla="*/ 909240 w 6062196"/>
              <a:gd name="connsiteY3" fmla="*/ 152862 h 898905"/>
              <a:gd name="connsiteX4" fmla="*/ 1990247 w 6062196"/>
              <a:gd name="connsiteY4" fmla="*/ 157988 h 898905"/>
              <a:gd name="connsiteX5" fmla="*/ 3121597 w 6062196"/>
              <a:gd name="connsiteY5" fmla="*/ 86860 h 898905"/>
              <a:gd name="connsiteX6" fmla="*/ 3822548 w 6062196"/>
              <a:gd name="connsiteY6" fmla="*/ 27579 h 898905"/>
              <a:gd name="connsiteX7" fmla="*/ 4491563 w 6062196"/>
              <a:gd name="connsiteY7" fmla="*/ 356 h 898905"/>
              <a:gd name="connsiteX8" fmla="*/ 5102016 w 6062196"/>
              <a:gd name="connsiteY8" fmla="*/ 48613 h 898905"/>
              <a:gd name="connsiteX9" fmla="*/ 5841152 w 6062196"/>
              <a:gd name="connsiteY9" fmla="*/ 245314 h 898905"/>
              <a:gd name="connsiteX10" fmla="*/ 6048517 w 6062196"/>
              <a:gd name="connsiteY10" fmla="*/ 495251 h 898905"/>
              <a:gd name="connsiteX11" fmla="*/ 6056619 w 6062196"/>
              <a:gd name="connsiteY11" fmla="*/ 566622 h 898905"/>
              <a:gd name="connsiteX12" fmla="*/ 6048561 w 6062196"/>
              <a:gd name="connsiteY12" fmla="*/ 655547 h 898905"/>
              <a:gd name="connsiteX13" fmla="*/ 6056619 w 6062196"/>
              <a:gd name="connsiteY13" fmla="*/ 666163 h 898905"/>
              <a:gd name="connsiteX14" fmla="*/ 6048517 w 6062196"/>
              <a:gd name="connsiteY14" fmla="*/ 755568 h 898905"/>
              <a:gd name="connsiteX15" fmla="*/ 5809730 w 6062196"/>
              <a:gd name="connsiteY15" fmla="*/ 891006 h 898905"/>
              <a:gd name="connsiteX16" fmla="*/ 5480188 w 6062196"/>
              <a:gd name="connsiteY16" fmla="*/ 850437 h 898905"/>
              <a:gd name="connsiteX17" fmla="*/ 5059378 w 6062196"/>
              <a:gd name="connsiteY17" fmla="*/ 715822 h 898905"/>
              <a:gd name="connsiteX18" fmla="*/ 4584630 w 6062196"/>
              <a:gd name="connsiteY18" fmla="*/ 659200 h 898905"/>
              <a:gd name="connsiteX19" fmla="*/ 3960735 w 6062196"/>
              <a:gd name="connsiteY19" fmla="*/ 659829 h 898905"/>
              <a:gd name="connsiteX20" fmla="*/ 3164834 w 6062196"/>
              <a:gd name="connsiteY20" fmla="*/ 722446 h 898905"/>
              <a:gd name="connsiteX21" fmla="*/ 2291621 w 6062196"/>
              <a:gd name="connsiteY21" fmla="*/ 779697 h 898905"/>
              <a:gd name="connsiteX22" fmla="*/ 1554968 w 6062196"/>
              <a:gd name="connsiteY22" fmla="*/ 801359 h 898905"/>
              <a:gd name="connsiteX23" fmla="*/ 708981 w 6062196"/>
              <a:gd name="connsiteY23" fmla="*/ 767367 h 898905"/>
              <a:gd name="connsiteX0" fmla="*/ 708981 w 6056619"/>
              <a:gd name="connsiteY0" fmla="*/ 767367 h 898905"/>
              <a:gd name="connsiteX1" fmla="*/ 837 w 6056619"/>
              <a:gd name="connsiteY1" fmla="*/ 49694 h 898905"/>
              <a:gd name="connsiteX2" fmla="*/ 564459 w 6056619"/>
              <a:gd name="connsiteY2" fmla="*/ 111762 h 898905"/>
              <a:gd name="connsiteX3" fmla="*/ 909240 w 6056619"/>
              <a:gd name="connsiteY3" fmla="*/ 152862 h 898905"/>
              <a:gd name="connsiteX4" fmla="*/ 1990247 w 6056619"/>
              <a:gd name="connsiteY4" fmla="*/ 157988 h 898905"/>
              <a:gd name="connsiteX5" fmla="*/ 3121597 w 6056619"/>
              <a:gd name="connsiteY5" fmla="*/ 86860 h 898905"/>
              <a:gd name="connsiteX6" fmla="*/ 3822548 w 6056619"/>
              <a:gd name="connsiteY6" fmla="*/ 27579 h 898905"/>
              <a:gd name="connsiteX7" fmla="*/ 4491563 w 6056619"/>
              <a:gd name="connsiteY7" fmla="*/ 356 h 898905"/>
              <a:gd name="connsiteX8" fmla="*/ 5102016 w 6056619"/>
              <a:gd name="connsiteY8" fmla="*/ 48613 h 898905"/>
              <a:gd name="connsiteX9" fmla="*/ 5841152 w 6056619"/>
              <a:gd name="connsiteY9" fmla="*/ 245314 h 898905"/>
              <a:gd name="connsiteX10" fmla="*/ 6048517 w 6056619"/>
              <a:gd name="connsiteY10" fmla="*/ 495251 h 898905"/>
              <a:gd name="connsiteX11" fmla="*/ 6056619 w 6056619"/>
              <a:gd name="connsiteY11" fmla="*/ 566622 h 898905"/>
              <a:gd name="connsiteX12" fmla="*/ 6048561 w 6056619"/>
              <a:gd name="connsiteY12" fmla="*/ 655547 h 898905"/>
              <a:gd name="connsiteX13" fmla="*/ 6048517 w 6056619"/>
              <a:gd name="connsiteY13" fmla="*/ 755568 h 898905"/>
              <a:gd name="connsiteX14" fmla="*/ 5809730 w 6056619"/>
              <a:gd name="connsiteY14" fmla="*/ 891006 h 898905"/>
              <a:gd name="connsiteX15" fmla="*/ 5480188 w 6056619"/>
              <a:gd name="connsiteY15" fmla="*/ 850437 h 898905"/>
              <a:gd name="connsiteX16" fmla="*/ 5059378 w 6056619"/>
              <a:gd name="connsiteY16" fmla="*/ 715822 h 898905"/>
              <a:gd name="connsiteX17" fmla="*/ 4584630 w 6056619"/>
              <a:gd name="connsiteY17" fmla="*/ 659200 h 898905"/>
              <a:gd name="connsiteX18" fmla="*/ 3960735 w 6056619"/>
              <a:gd name="connsiteY18" fmla="*/ 659829 h 898905"/>
              <a:gd name="connsiteX19" fmla="*/ 3164834 w 6056619"/>
              <a:gd name="connsiteY19" fmla="*/ 722446 h 898905"/>
              <a:gd name="connsiteX20" fmla="*/ 2291621 w 6056619"/>
              <a:gd name="connsiteY20" fmla="*/ 779697 h 898905"/>
              <a:gd name="connsiteX21" fmla="*/ 1554968 w 6056619"/>
              <a:gd name="connsiteY21" fmla="*/ 801359 h 898905"/>
              <a:gd name="connsiteX22" fmla="*/ 708981 w 6056619"/>
              <a:gd name="connsiteY22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17 w 6048561"/>
              <a:gd name="connsiteY10" fmla="*/ 495251 h 898905"/>
              <a:gd name="connsiteX11" fmla="*/ 6048561 w 6048561"/>
              <a:gd name="connsiteY11" fmla="*/ 655547 h 898905"/>
              <a:gd name="connsiteX12" fmla="*/ 6048517 w 6048561"/>
              <a:gd name="connsiteY12" fmla="*/ 755568 h 898905"/>
              <a:gd name="connsiteX13" fmla="*/ 5809730 w 6048561"/>
              <a:gd name="connsiteY13" fmla="*/ 891006 h 898905"/>
              <a:gd name="connsiteX14" fmla="*/ 5480188 w 6048561"/>
              <a:gd name="connsiteY14" fmla="*/ 850437 h 898905"/>
              <a:gd name="connsiteX15" fmla="*/ 5059378 w 6048561"/>
              <a:gd name="connsiteY15" fmla="*/ 715822 h 898905"/>
              <a:gd name="connsiteX16" fmla="*/ 4584630 w 6048561"/>
              <a:gd name="connsiteY16" fmla="*/ 659200 h 898905"/>
              <a:gd name="connsiteX17" fmla="*/ 3960735 w 6048561"/>
              <a:gd name="connsiteY17" fmla="*/ 659829 h 898905"/>
              <a:gd name="connsiteX18" fmla="*/ 3164834 w 6048561"/>
              <a:gd name="connsiteY18" fmla="*/ 722446 h 898905"/>
              <a:gd name="connsiteX19" fmla="*/ 2291621 w 6048561"/>
              <a:gd name="connsiteY19" fmla="*/ 779697 h 898905"/>
              <a:gd name="connsiteX20" fmla="*/ 1554968 w 6048561"/>
              <a:gd name="connsiteY20" fmla="*/ 801359 h 898905"/>
              <a:gd name="connsiteX21" fmla="*/ 708981 w 6048561"/>
              <a:gd name="connsiteY21" fmla="*/ 767367 h 898905"/>
              <a:gd name="connsiteX0" fmla="*/ 708981 w 6048561"/>
              <a:gd name="connsiteY0" fmla="*/ 767367 h 898905"/>
              <a:gd name="connsiteX1" fmla="*/ 837 w 6048561"/>
              <a:gd name="connsiteY1" fmla="*/ 49694 h 898905"/>
              <a:gd name="connsiteX2" fmla="*/ 564459 w 6048561"/>
              <a:gd name="connsiteY2" fmla="*/ 111762 h 898905"/>
              <a:gd name="connsiteX3" fmla="*/ 909240 w 6048561"/>
              <a:gd name="connsiteY3" fmla="*/ 152862 h 898905"/>
              <a:gd name="connsiteX4" fmla="*/ 1990247 w 6048561"/>
              <a:gd name="connsiteY4" fmla="*/ 157988 h 898905"/>
              <a:gd name="connsiteX5" fmla="*/ 3121597 w 6048561"/>
              <a:gd name="connsiteY5" fmla="*/ 86860 h 898905"/>
              <a:gd name="connsiteX6" fmla="*/ 3822548 w 6048561"/>
              <a:gd name="connsiteY6" fmla="*/ 27579 h 898905"/>
              <a:gd name="connsiteX7" fmla="*/ 4491563 w 6048561"/>
              <a:gd name="connsiteY7" fmla="*/ 356 h 898905"/>
              <a:gd name="connsiteX8" fmla="*/ 5102016 w 6048561"/>
              <a:gd name="connsiteY8" fmla="*/ 48613 h 898905"/>
              <a:gd name="connsiteX9" fmla="*/ 5841152 w 6048561"/>
              <a:gd name="connsiteY9" fmla="*/ 245314 h 898905"/>
              <a:gd name="connsiteX10" fmla="*/ 6048561 w 6048561"/>
              <a:gd name="connsiteY10" fmla="*/ 655547 h 898905"/>
              <a:gd name="connsiteX11" fmla="*/ 6048517 w 6048561"/>
              <a:gd name="connsiteY11" fmla="*/ 755568 h 898905"/>
              <a:gd name="connsiteX12" fmla="*/ 5809730 w 6048561"/>
              <a:gd name="connsiteY12" fmla="*/ 891006 h 898905"/>
              <a:gd name="connsiteX13" fmla="*/ 5480188 w 6048561"/>
              <a:gd name="connsiteY13" fmla="*/ 850437 h 898905"/>
              <a:gd name="connsiteX14" fmla="*/ 5059378 w 6048561"/>
              <a:gd name="connsiteY14" fmla="*/ 715822 h 898905"/>
              <a:gd name="connsiteX15" fmla="*/ 4584630 w 6048561"/>
              <a:gd name="connsiteY15" fmla="*/ 659200 h 898905"/>
              <a:gd name="connsiteX16" fmla="*/ 3960735 w 6048561"/>
              <a:gd name="connsiteY16" fmla="*/ 659829 h 898905"/>
              <a:gd name="connsiteX17" fmla="*/ 3164834 w 6048561"/>
              <a:gd name="connsiteY17" fmla="*/ 722446 h 898905"/>
              <a:gd name="connsiteX18" fmla="*/ 2291621 w 6048561"/>
              <a:gd name="connsiteY18" fmla="*/ 779697 h 898905"/>
              <a:gd name="connsiteX19" fmla="*/ 1554968 w 6048561"/>
              <a:gd name="connsiteY19" fmla="*/ 801359 h 898905"/>
              <a:gd name="connsiteX20" fmla="*/ 708981 w 6048561"/>
              <a:gd name="connsiteY20" fmla="*/ 767367 h 898905"/>
              <a:gd name="connsiteX0" fmla="*/ 708981 w 6048855"/>
              <a:gd name="connsiteY0" fmla="*/ 767367 h 898905"/>
              <a:gd name="connsiteX1" fmla="*/ 837 w 6048855"/>
              <a:gd name="connsiteY1" fmla="*/ 49694 h 898905"/>
              <a:gd name="connsiteX2" fmla="*/ 564459 w 6048855"/>
              <a:gd name="connsiteY2" fmla="*/ 111762 h 898905"/>
              <a:gd name="connsiteX3" fmla="*/ 909240 w 6048855"/>
              <a:gd name="connsiteY3" fmla="*/ 152862 h 898905"/>
              <a:gd name="connsiteX4" fmla="*/ 1990247 w 6048855"/>
              <a:gd name="connsiteY4" fmla="*/ 157988 h 898905"/>
              <a:gd name="connsiteX5" fmla="*/ 3121597 w 6048855"/>
              <a:gd name="connsiteY5" fmla="*/ 86860 h 898905"/>
              <a:gd name="connsiteX6" fmla="*/ 3822548 w 6048855"/>
              <a:gd name="connsiteY6" fmla="*/ 27579 h 898905"/>
              <a:gd name="connsiteX7" fmla="*/ 4491563 w 6048855"/>
              <a:gd name="connsiteY7" fmla="*/ 356 h 898905"/>
              <a:gd name="connsiteX8" fmla="*/ 5102016 w 6048855"/>
              <a:gd name="connsiteY8" fmla="*/ 48613 h 898905"/>
              <a:gd name="connsiteX9" fmla="*/ 5841152 w 6048855"/>
              <a:gd name="connsiteY9" fmla="*/ 245314 h 898905"/>
              <a:gd name="connsiteX10" fmla="*/ 6048517 w 6048855"/>
              <a:gd name="connsiteY10" fmla="*/ 755568 h 898905"/>
              <a:gd name="connsiteX11" fmla="*/ 5809730 w 6048855"/>
              <a:gd name="connsiteY11" fmla="*/ 891006 h 898905"/>
              <a:gd name="connsiteX12" fmla="*/ 5480188 w 6048855"/>
              <a:gd name="connsiteY12" fmla="*/ 850437 h 898905"/>
              <a:gd name="connsiteX13" fmla="*/ 5059378 w 6048855"/>
              <a:gd name="connsiteY13" fmla="*/ 715822 h 898905"/>
              <a:gd name="connsiteX14" fmla="*/ 4584630 w 6048855"/>
              <a:gd name="connsiteY14" fmla="*/ 659200 h 898905"/>
              <a:gd name="connsiteX15" fmla="*/ 3960735 w 6048855"/>
              <a:gd name="connsiteY15" fmla="*/ 659829 h 898905"/>
              <a:gd name="connsiteX16" fmla="*/ 3164834 w 6048855"/>
              <a:gd name="connsiteY16" fmla="*/ 722446 h 898905"/>
              <a:gd name="connsiteX17" fmla="*/ 2291621 w 6048855"/>
              <a:gd name="connsiteY17" fmla="*/ 779697 h 898905"/>
              <a:gd name="connsiteX18" fmla="*/ 1554968 w 6048855"/>
              <a:gd name="connsiteY18" fmla="*/ 801359 h 898905"/>
              <a:gd name="connsiteX19" fmla="*/ 708981 w 6048855"/>
              <a:gd name="connsiteY19" fmla="*/ 767367 h 898905"/>
              <a:gd name="connsiteX0" fmla="*/ 708981 w 5899017"/>
              <a:gd name="connsiteY0" fmla="*/ 767367 h 934953"/>
              <a:gd name="connsiteX1" fmla="*/ 837 w 5899017"/>
              <a:gd name="connsiteY1" fmla="*/ 49694 h 934953"/>
              <a:gd name="connsiteX2" fmla="*/ 564459 w 5899017"/>
              <a:gd name="connsiteY2" fmla="*/ 111762 h 934953"/>
              <a:gd name="connsiteX3" fmla="*/ 909240 w 5899017"/>
              <a:gd name="connsiteY3" fmla="*/ 152862 h 934953"/>
              <a:gd name="connsiteX4" fmla="*/ 1990247 w 5899017"/>
              <a:gd name="connsiteY4" fmla="*/ 157988 h 934953"/>
              <a:gd name="connsiteX5" fmla="*/ 3121597 w 5899017"/>
              <a:gd name="connsiteY5" fmla="*/ 86860 h 934953"/>
              <a:gd name="connsiteX6" fmla="*/ 3822548 w 5899017"/>
              <a:gd name="connsiteY6" fmla="*/ 27579 h 934953"/>
              <a:gd name="connsiteX7" fmla="*/ 4491563 w 5899017"/>
              <a:gd name="connsiteY7" fmla="*/ 356 h 934953"/>
              <a:gd name="connsiteX8" fmla="*/ 5102016 w 5899017"/>
              <a:gd name="connsiteY8" fmla="*/ 48613 h 934953"/>
              <a:gd name="connsiteX9" fmla="*/ 5841152 w 5899017"/>
              <a:gd name="connsiteY9" fmla="*/ 245314 h 934953"/>
              <a:gd name="connsiteX10" fmla="*/ 5809730 w 5899017"/>
              <a:gd name="connsiteY10" fmla="*/ 891006 h 934953"/>
              <a:gd name="connsiteX11" fmla="*/ 5480188 w 5899017"/>
              <a:gd name="connsiteY11" fmla="*/ 850437 h 934953"/>
              <a:gd name="connsiteX12" fmla="*/ 5059378 w 5899017"/>
              <a:gd name="connsiteY12" fmla="*/ 715822 h 934953"/>
              <a:gd name="connsiteX13" fmla="*/ 4584630 w 5899017"/>
              <a:gd name="connsiteY13" fmla="*/ 659200 h 934953"/>
              <a:gd name="connsiteX14" fmla="*/ 3960735 w 5899017"/>
              <a:gd name="connsiteY14" fmla="*/ 659829 h 934953"/>
              <a:gd name="connsiteX15" fmla="*/ 3164834 w 5899017"/>
              <a:gd name="connsiteY15" fmla="*/ 722446 h 934953"/>
              <a:gd name="connsiteX16" fmla="*/ 2291621 w 5899017"/>
              <a:gd name="connsiteY16" fmla="*/ 779697 h 934953"/>
              <a:gd name="connsiteX17" fmla="*/ 1554968 w 5899017"/>
              <a:gd name="connsiteY17" fmla="*/ 801359 h 934953"/>
              <a:gd name="connsiteX18" fmla="*/ 708981 w 5899017"/>
              <a:gd name="connsiteY18" fmla="*/ 767367 h 934953"/>
              <a:gd name="connsiteX0" fmla="*/ 708981 w 5849902"/>
              <a:gd name="connsiteY0" fmla="*/ 767367 h 869780"/>
              <a:gd name="connsiteX1" fmla="*/ 837 w 5849902"/>
              <a:gd name="connsiteY1" fmla="*/ 49694 h 869780"/>
              <a:gd name="connsiteX2" fmla="*/ 564459 w 5849902"/>
              <a:gd name="connsiteY2" fmla="*/ 111762 h 869780"/>
              <a:gd name="connsiteX3" fmla="*/ 909240 w 5849902"/>
              <a:gd name="connsiteY3" fmla="*/ 152862 h 869780"/>
              <a:gd name="connsiteX4" fmla="*/ 1990247 w 5849902"/>
              <a:gd name="connsiteY4" fmla="*/ 157988 h 869780"/>
              <a:gd name="connsiteX5" fmla="*/ 3121597 w 5849902"/>
              <a:gd name="connsiteY5" fmla="*/ 86860 h 869780"/>
              <a:gd name="connsiteX6" fmla="*/ 3822548 w 5849902"/>
              <a:gd name="connsiteY6" fmla="*/ 27579 h 869780"/>
              <a:gd name="connsiteX7" fmla="*/ 4491563 w 5849902"/>
              <a:gd name="connsiteY7" fmla="*/ 356 h 869780"/>
              <a:gd name="connsiteX8" fmla="*/ 5102016 w 5849902"/>
              <a:gd name="connsiteY8" fmla="*/ 48613 h 869780"/>
              <a:gd name="connsiteX9" fmla="*/ 5841152 w 5849902"/>
              <a:gd name="connsiteY9" fmla="*/ 245314 h 869780"/>
              <a:gd name="connsiteX10" fmla="*/ 5480188 w 5849902"/>
              <a:gd name="connsiteY10" fmla="*/ 850437 h 869780"/>
              <a:gd name="connsiteX11" fmla="*/ 5059378 w 5849902"/>
              <a:gd name="connsiteY11" fmla="*/ 715822 h 869780"/>
              <a:gd name="connsiteX12" fmla="*/ 4584630 w 5849902"/>
              <a:gd name="connsiteY12" fmla="*/ 659200 h 869780"/>
              <a:gd name="connsiteX13" fmla="*/ 3960735 w 5849902"/>
              <a:gd name="connsiteY13" fmla="*/ 659829 h 869780"/>
              <a:gd name="connsiteX14" fmla="*/ 3164834 w 5849902"/>
              <a:gd name="connsiteY14" fmla="*/ 722446 h 869780"/>
              <a:gd name="connsiteX15" fmla="*/ 2291621 w 5849902"/>
              <a:gd name="connsiteY15" fmla="*/ 779697 h 869780"/>
              <a:gd name="connsiteX16" fmla="*/ 1554968 w 5849902"/>
              <a:gd name="connsiteY16" fmla="*/ 801359 h 869780"/>
              <a:gd name="connsiteX17" fmla="*/ 708981 w 5849902"/>
              <a:gd name="connsiteY17" fmla="*/ 767367 h 869780"/>
              <a:gd name="connsiteX0" fmla="*/ 708981 w 6203964"/>
              <a:gd name="connsiteY0" fmla="*/ 767367 h 875806"/>
              <a:gd name="connsiteX1" fmla="*/ 837 w 6203964"/>
              <a:gd name="connsiteY1" fmla="*/ 49694 h 875806"/>
              <a:gd name="connsiteX2" fmla="*/ 564459 w 6203964"/>
              <a:gd name="connsiteY2" fmla="*/ 111762 h 875806"/>
              <a:gd name="connsiteX3" fmla="*/ 909240 w 6203964"/>
              <a:gd name="connsiteY3" fmla="*/ 152862 h 875806"/>
              <a:gd name="connsiteX4" fmla="*/ 1990247 w 6203964"/>
              <a:gd name="connsiteY4" fmla="*/ 157988 h 875806"/>
              <a:gd name="connsiteX5" fmla="*/ 3121597 w 6203964"/>
              <a:gd name="connsiteY5" fmla="*/ 86860 h 875806"/>
              <a:gd name="connsiteX6" fmla="*/ 3822548 w 6203964"/>
              <a:gd name="connsiteY6" fmla="*/ 27579 h 875806"/>
              <a:gd name="connsiteX7" fmla="*/ 4491563 w 6203964"/>
              <a:gd name="connsiteY7" fmla="*/ 356 h 875806"/>
              <a:gd name="connsiteX8" fmla="*/ 5102016 w 6203964"/>
              <a:gd name="connsiteY8" fmla="*/ 48613 h 875806"/>
              <a:gd name="connsiteX9" fmla="*/ 6199292 w 6203964"/>
              <a:gd name="connsiteY9" fmla="*/ 146254 h 875806"/>
              <a:gd name="connsiteX10" fmla="*/ 5480188 w 6203964"/>
              <a:gd name="connsiteY10" fmla="*/ 850437 h 875806"/>
              <a:gd name="connsiteX11" fmla="*/ 5059378 w 6203964"/>
              <a:gd name="connsiteY11" fmla="*/ 715822 h 875806"/>
              <a:gd name="connsiteX12" fmla="*/ 4584630 w 6203964"/>
              <a:gd name="connsiteY12" fmla="*/ 659200 h 875806"/>
              <a:gd name="connsiteX13" fmla="*/ 3960735 w 6203964"/>
              <a:gd name="connsiteY13" fmla="*/ 659829 h 875806"/>
              <a:gd name="connsiteX14" fmla="*/ 3164834 w 6203964"/>
              <a:gd name="connsiteY14" fmla="*/ 722446 h 875806"/>
              <a:gd name="connsiteX15" fmla="*/ 2291621 w 6203964"/>
              <a:gd name="connsiteY15" fmla="*/ 779697 h 875806"/>
              <a:gd name="connsiteX16" fmla="*/ 1554968 w 6203964"/>
              <a:gd name="connsiteY16" fmla="*/ 801359 h 875806"/>
              <a:gd name="connsiteX17" fmla="*/ 708981 w 6203964"/>
              <a:gd name="connsiteY17" fmla="*/ 767367 h 875806"/>
              <a:gd name="connsiteX0" fmla="*/ 708981 w 6199337"/>
              <a:gd name="connsiteY0" fmla="*/ 767367 h 833393"/>
              <a:gd name="connsiteX1" fmla="*/ 837 w 6199337"/>
              <a:gd name="connsiteY1" fmla="*/ 49694 h 833393"/>
              <a:gd name="connsiteX2" fmla="*/ 564459 w 6199337"/>
              <a:gd name="connsiteY2" fmla="*/ 111762 h 833393"/>
              <a:gd name="connsiteX3" fmla="*/ 909240 w 6199337"/>
              <a:gd name="connsiteY3" fmla="*/ 152862 h 833393"/>
              <a:gd name="connsiteX4" fmla="*/ 1990247 w 6199337"/>
              <a:gd name="connsiteY4" fmla="*/ 157988 h 833393"/>
              <a:gd name="connsiteX5" fmla="*/ 3121597 w 6199337"/>
              <a:gd name="connsiteY5" fmla="*/ 86860 h 833393"/>
              <a:gd name="connsiteX6" fmla="*/ 3822548 w 6199337"/>
              <a:gd name="connsiteY6" fmla="*/ 27579 h 833393"/>
              <a:gd name="connsiteX7" fmla="*/ 4491563 w 6199337"/>
              <a:gd name="connsiteY7" fmla="*/ 356 h 833393"/>
              <a:gd name="connsiteX8" fmla="*/ 5102016 w 6199337"/>
              <a:gd name="connsiteY8" fmla="*/ 48613 h 833393"/>
              <a:gd name="connsiteX9" fmla="*/ 6199292 w 6199337"/>
              <a:gd name="connsiteY9" fmla="*/ 146254 h 833393"/>
              <a:gd name="connsiteX10" fmla="*/ 5059378 w 6199337"/>
              <a:gd name="connsiteY10" fmla="*/ 715822 h 833393"/>
              <a:gd name="connsiteX11" fmla="*/ 4584630 w 6199337"/>
              <a:gd name="connsiteY11" fmla="*/ 659200 h 833393"/>
              <a:gd name="connsiteX12" fmla="*/ 3960735 w 6199337"/>
              <a:gd name="connsiteY12" fmla="*/ 659829 h 833393"/>
              <a:gd name="connsiteX13" fmla="*/ 3164834 w 6199337"/>
              <a:gd name="connsiteY13" fmla="*/ 722446 h 833393"/>
              <a:gd name="connsiteX14" fmla="*/ 2291621 w 6199337"/>
              <a:gd name="connsiteY14" fmla="*/ 779697 h 833393"/>
              <a:gd name="connsiteX15" fmla="*/ 1554968 w 6199337"/>
              <a:gd name="connsiteY15" fmla="*/ 801359 h 833393"/>
              <a:gd name="connsiteX16" fmla="*/ 708981 w 6199337"/>
              <a:gd name="connsiteY16" fmla="*/ 767367 h 833393"/>
              <a:gd name="connsiteX0" fmla="*/ 708981 w 5152855"/>
              <a:gd name="connsiteY0" fmla="*/ 787980 h 854006"/>
              <a:gd name="connsiteX1" fmla="*/ 837 w 5152855"/>
              <a:gd name="connsiteY1" fmla="*/ 70307 h 854006"/>
              <a:gd name="connsiteX2" fmla="*/ 564459 w 5152855"/>
              <a:gd name="connsiteY2" fmla="*/ 132375 h 854006"/>
              <a:gd name="connsiteX3" fmla="*/ 909240 w 5152855"/>
              <a:gd name="connsiteY3" fmla="*/ 173475 h 854006"/>
              <a:gd name="connsiteX4" fmla="*/ 1990247 w 5152855"/>
              <a:gd name="connsiteY4" fmla="*/ 178601 h 854006"/>
              <a:gd name="connsiteX5" fmla="*/ 3121597 w 5152855"/>
              <a:gd name="connsiteY5" fmla="*/ 107473 h 854006"/>
              <a:gd name="connsiteX6" fmla="*/ 3822548 w 5152855"/>
              <a:gd name="connsiteY6" fmla="*/ 48192 h 854006"/>
              <a:gd name="connsiteX7" fmla="*/ 4491563 w 5152855"/>
              <a:gd name="connsiteY7" fmla="*/ 20969 h 854006"/>
              <a:gd name="connsiteX8" fmla="*/ 5102016 w 5152855"/>
              <a:gd name="connsiteY8" fmla="*/ 69226 h 854006"/>
              <a:gd name="connsiteX9" fmla="*/ 5059378 w 5152855"/>
              <a:gd name="connsiteY9" fmla="*/ 736435 h 854006"/>
              <a:gd name="connsiteX10" fmla="*/ 4584630 w 5152855"/>
              <a:gd name="connsiteY10" fmla="*/ 679813 h 854006"/>
              <a:gd name="connsiteX11" fmla="*/ 3960735 w 5152855"/>
              <a:gd name="connsiteY11" fmla="*/ 680442 h 854006"/>
              <a:gd name="connsiteX12" fmla="*/ 3164834 w 5152855"/>
              <a:gd name="connsiteY12" fmla="*/ 743059 h 854006"/>
              <a:gd name="connsiteX13" fmla="*/ 2291621 w 5152855"/>
              <a:gd name="connsiteY13" fmla="*/ 800310 h 854006"/>
              <a:gd name="connsiteX14" fmla="*/ 1554968 w 5152855"/>
              <a:gd name="connsiteY14" fmla="*/ 821972 h 854006"/>
              <a:gd name="connsiteX15" fmla="*/ 708981 w 5152855"/>
              <a:gd name="connsiteY15" fmla="*/ 787980 h 854006"/>
              <a:gd name="connsiteX0" fmla="*/ 708981 w 6099729"/>
              <a:gd name="connsiteY0" fmla="*/ 773643 h 839669"/>
              <a:gd name="connsiteX1" fmla="*/ 837 w 6099729"/>
              <a:gd name="connsiteY1" fmla="*/ 55970 h 839669"/>
              <a:gd name="connsiteX2" fmla="*/ 564459 w 6099729"/>
              <a:gd name="connsiteY2" fmla="*/ 118038 h 839669"/>
              <a:gd name="connsiteX3" fmla="*/ 909240 w 6099729"/>
              <a:gd name="connsiteY3" fmla="*/ 159138 h 839669"/>
              <a:gd name="connsiteX4" fmla="*/ 1990247 w 6099729"/>
              <a:gd name="connsiteY4" fmla="*/ 164264 h 839669"/>
              <a:gd name="connsiteX5" fmla="*/ 3121597 w 6099729"/>
              <a:gd name="connsiteY5" fmla="*/ 93136 h 839669"/>
              <a:gd name="connsiteX6" fmla="*/ 3822548 w 6099729"/>
              <a:gd name="connsiteY6" fmla="*/ 33855 h 839669"/>
              <a:gd name="connsiteX7" fmla="*/ 4491563 w 6099729"/>
              <a:gd name="connsiteY7" fmla="*/ 6632 h 839669"/>
              <a:gd name="connsiteX8" fmla="*/ 6092616 w 6099729"/>
              <a:gd name="connsiteY8" fmla="*/ 77749 h 839669"/>
              <a:gd name="connsiteX9" fmla="*/ 5059378 w 6099729"/>
              <a:gd name="connsiteY9" fmla="*/ 722098 h 839669"/>
              <a:gd name="connsiteX10" fmla="*/ 4584630 w 6099729"/>
              <a:gd name="connsiteY10" fmla="*/ 665476 h 839669"/>
              <a:gd name="connsiteX11" fmla="*/ 3960735 w 6099729"/>
              <a:gd name="connsiteY11" fmla="*/ 666105 h 839669"/>
              <a:gd name="connsiteX12" fmla="*/ 3164834 w 6099729"/>
              <a:gd name="connsiteY12" fmla="*/ 728722 h 839669"/>
              <a:gd name="connsiteX13" fmla="*/ 2291621 w 6099729"/>
              <a:gd name="connsiteY13" fmla="*/ 785973 h 839669"/>
              <a:gd name="connsiteX14" fmla="*/ 1554968 w 6099729"/>
              <a:gd name="connsiteY14" fmla="*/ 807635 h 839669"/>
              <a:gd name="connsiteX15" fmla="*/ 708981 w 6099729"/>
              <a:gd name="connsiteY15" fmla="*/ 773643 h 839669"/>
              <a:gd name="connsiteX0" fmla="*/ 708981 w 6167018"/>
              <a:gd name="connsiteY0" fmla="*/ 768771 h 834797"/>
              <a:gd name="connsiteX1" fmla="*/ 837 w 6167018"/>
              <a:gd name="connsiteY1" fmla="*/ 51098 h 834797"/>
              <a:gd name="connsiteX2" fmla="*/ 564459 w 6167018"/>
              <a:gd name="connsiteY2" fmla="*/ 113166 h 834797"/>
              <a:gd name="connsiteX3" fmla="*/ 909240 w 6167018"/>
              <a:gd name="connsiteY3" fmla="*/ 154266 h 834797"/>
              <a:gd name="connsiteX4" fmla="*/ 1990247 w 6167018"/>
              <a:gd name="connsiteY4" fmla="*/ 159392 h 834797"/>
              <a:gd name="connsiteX5" fmla="*/ 3121597 w 6167018"/>
              <a:gd name="connsiteY5" fmla="*/ 88264 h 834797"/>
              <a:gd name="connsiteX6" fmla="*/ 3822548 w 6167018"/>
              <a:gd name="connsiteY6" fmla="*/ 28983 h 834797"/>
              <a:gd name="connsiteX7" fmla="*/ 4491563 w 6167018"/>
              <a:gd name="connsiteY7" fmla="*/ 1760 h 834797"/>
              <a:gd name="connsiteX8" fmla="*/ 6092616 w 6167018"/>
              <a:gd name="connsiteY8" fmla="*/ 72877 h 834797"/>
              <a:gd name="connsiteX9" fmla="*/ 5768038 w 6167018"/>
              <a:gd name="connsiteY9" fmla="*/ 625786 h 834797"/>
              <a:gd name="connsiteX10" fmla="*/ 4584630 w 6167018"/>
              <a:gd name="connsiteY10" fmla="*/ 660604 h 834797"/>
              <a:gd name="connsiteX11" fmla="*/ 3960735 w 6167018"/>
              <a:gd name="connsiteY11" fmla="*/ 661233 h 834797"/>
              <a:gd name="connsiteX12" fmla="*/ 3164834 w 6167018"/>
              <a:gd name="connsiteY12" fmla="*/ 723850 h 834797"/>
              <a:gd name="connsiteX13" fmla="*/ 2291621 w 6167018"/>
              <a:gd name="connsiteY13" fmla="*/ 781101 h 834797"/>
              <a:gd name="connsiteX14" fmla="*/ 1554968 w 6167018"/>
              <a:gd name="connsiteY14" fmla="*/ 802763 h 834797"/>
              <a:gd name="connsiteX15" fmla="*/ 708981 w 6167018"/>
              <a:gd name="connsiteY15" fmla="*/ 768771 h 834797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960735 w 6239630"/>
              <a:gd name="connsiteY11" fmla="*/ 661136 h 834700"/>
              <a:gd name="connsiteX12" fmla="*/ 3164834 w 6239630"/>
              <a:gd name="connsiteY12" fmla="*/ 723753 h 834700"/>
              <a:gd name="connsiteX13" fmla="*/ 2291621 w 6239630"/>
              <a:gd name="connsiteY13" fmla="*/ 781004 h 834700"/>
              <a:gd name="connsiteX14" fmla="*/ 1554968 w 6239630"/>
              <a:gd name="connsiteY14" fmla="*/ 802666 h 834700"/>
              <a:gd name="connsiteX15" fmla="*/ 708981 w 6239630"/>
              <a:gd name="connsiteY15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3164834 w 6239630"/>
              <a:gd name="connsiteY11" fmla="*/ 723753 h 834700"/>
              <a:gd name="connsiteX12" fmla="*/ 2291621 w 6239630"/>
              <a:gd name="connsiteY12" fmla="*/ 781004 h 834700"/>
              <a:gd name="connsiteX13" fmla="*/ 1554968 w 6239630"/>
              <a:gd name="connsiteY13" fmla="*/ 802666 h 834700"/>
              <a:gd name="connsiteX14" fmla="*/ 708981 w 6239630"/>
              <a:gd name="connsiteY14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2291621 w 6239630"/>
              <a:gd name="connsiteY11" fmla="*/ 781004 h 834700"/>
              <a:gd name="connsiteX12" fmla="*/ 1554968 w 6239630"/>
              <a:gd name="connsiteY12" fmla="*/ 802666 h 834700"/>
              <a:gd name="connsiteX13" fmla="*/ 708981 w 6239630"/>
              <a:gd name="connsiteY13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1990247 w 6239630"/>
              <a:gd name="connsiteY4" fmla="*/ 159295 h 834700"/>
              <a:gd name="connsiteX5" fmla="*/ 3121597 w 6239630"/>
              <a:gd name="connsiteY5" fmla="*/ 88167 h 834700"/>
              <a:gd name="connsiteX6" fmla="*/ 3822548 w 6239630"/>
              <a:gd name="connsiteY6" fmla="*/ 28886 h 834700"/>
              <a:gd name="connsiteX7" fmla="*/ 4491563 w 6239630"/>
              <a:gd name="connsiteY7" fmla="*/ 1663 h 834700"/>
              <a:gd name="connsiteX8" fmla="*/ 6092616 w 6239630"/>
              <a:gd name="connsiteY8" fmla="*/ 72780 h 834700"/>
              <a:gd name="connsiteX9" fmla="*/ 5996638 w 6239630"/>
              <a:gd name="connsiteY9" fmla="*/ 610449 h 834700"/>
              <a:gd name="connsiteX10" fmla="*/ 4584630 w 6239630"/>
              <a:gd name="connsiteY10" fmla="*/ 660507 h 834700"/>
              <a:gd name="connsiteX11" fmla="*/ 1554968 w 6239630"/>
              <a:gd name="connsiteY11" fmla="*/ 802666 h 834700"/>
              <a:gd name="connsiteX12" fmla="*/ 708981 w 6239630"/>
              <a:gd name="connsiteY12" fmla="*/ 768674 h 834700"/>
              <a:gd name="connsiteX0" fmla="*/ 708981 w 6239630"/>
              <a:gd name="connsiteY0" fmla="*/ 768674 h 834700"/>
              <a:gd name="connsiteX1" fmla="*/ 837 w 6239630"/>
              <a:gd name="connsiteY1" fmla="*/ 51001 h 834700"/>
              <a:gd name="connsiteX2" fmla="*/ 564459 w 6239630"/>
              <a:gd name="connsiteY2" fmla="*/ 113069 h 834700"/>
              <a:gd name="connsiteX3" fmla="*/ 909240 w 6239630"/>
              <a:gd name="connsiteY3" fmla="*/ 154169 h 834700"/>
              <a:gd name="connsiteX4" fmla="*/ 3121597 w 6239630"/>
              <a:gd name="connsiteY4" fmla="*/ 88167 h 834700"/>
              <a:gd name="connsiteX5" fmla="*/ 3822548 w 6239630"/>
              <a:gd name="connsiteY5" fmla="*/ 28886 h 834700"/>
              <a:gd name="connsiteX6" fmla="*/ 4491563 w 6239630"/>
              <a:gd name="connsiteY6" fmla="*/ 1663 h 834700"/>
              <a:gd name="connsiteX7" fmla="*/ 6092616 w 6239630"/>
              <a:gd name="connsiteY7" fmla="*/ 72780 h 834700"/>
              <a:gd name="connsiteX8" fmla="*/ 5996638 w 6239630"/>
              <a:gd name="connsiteY8" fmla="*/ 610449 h 834700"/>
              <a:gd name="connsiteX9" fmla="*/ 4584630 w 6239630"/>
              <a:gd name="connsiteY9" fmla="*/ 660507 h 834700"/>
              <a:gd name="connsiteX10" fmla="*/ 1554968 w 6239630"/>
              <a:gd name="connsiteY10" fmla="*/ 802666 h 834700"/>
              <a:gd name="connsiteX11" fmla="*/ 708981 w 6239630"/>
              <a:gd name="connsiteY11" fmla="*/ 768674 h 834700"/>
              <a:gd name="connsiteX0" fmla="*/ 708981 w 6239630"/>
              <a:gd name="connsiteY0" fmla="*/ 769454 h 835480"/>
              <a:gd name="connsiteX1" fmla="*/ 837 w 6239630"/>
              <a:gd name="connsiteY1" fmla="*/ 51781 h 835480"/>
              <a:gd name="connsiteX2" fmla="*/ 564459 w 6239630"/>
              <a:gd name="connsiteY2" fmla="*/ 113849 h 835480"/>
              <a:gd name="connsiteX3" fmla="*/ 909240 w 6239630"/>
              <a:gd name="connsiteY3" fmla="*/ 154949 h 835480"/>
              <a:gd name="connsiteX4" fmla="*/ 3822548 w 6239630"/>
              <a:gd name="connsiteY4" fmla="*/ 29666 h 835480"/>
              <a:gd name="connsiteX5" fmla="*/ 4491563 w 6239630"/>
              <a:gd name="connsiteY5" fmla="*/ 2443 h 835480"/>
              <a:gd name="connsiteX6" fmla="*/ 6092616 w 6239630"/>
              <a:gd name="connsiteY6" fmla="*/ 73560 h 835480"/>
              <a:gd name="connsiteX7" fmla="*/ 5996638 w 6239630"/>
              <a:gd name="connsiteY7" fmla="*/ 611229 h 835480"/>
              <a:gd name="connsiteX8" fmla="*/ 4584630 w 6239630"/>
              <a:gd name="connsiteY8" fmla="*/ 661287 h 835480"/>
              <a:gd name="connsiteX9" fmla="*/ 1554968 w 6239630"/>
              <a:gd name="connsiteY9" fmla="*/ 803446 h 835480"/>
              <a:gd name="connsiteX10" fmla="*/ 708981 w 6239630"/>
              <a:gd name="connsiteY10" fmla="*/ 769454 h 835480"/>
              <a:gd name="connsiteX0" fmla="*/ 708981 w 6239630"/>
              <a:gd name="connsiteY0" fmla="*/ 777245 h 843271"/>
              <a:gd name="connsiteX1" fmla="*/ 837 w 6239630"/>
              <a:gd name="connsiteY1" fmla="*/ 59572 h 843271"/>
              <a:gd name="connsiteX2" fmla="*/ 564459 w 6239630"/>
              <a:gd name="connsiteY2" fmla="*/ 121640 h 843271"/>
              <a:gd name="connsiteX3" fmla="*/ 909240 w 6239630"/>
              <a:gd name="connsiteY3" fmla="*/ 162740 h 843271"/>
              <a:gd name="connsiteX4" fmla="*/ 4491563 w 6239630"/>
              <a:gd name="connsiteY4" fmla="*/ 10234 h 843271"/>
              <a:gd name="connsiteX5" fmla="*/ 6092616 w 6239630"/>
              <a:gd name="connsiteY5" fmla="*/ 81351 h 843271"/>
              <a:gd name="connsiteX6" fmla="*/ 5996638 w 6239630"/>
              <a:gd name="connsiteY6" fmla="*/ 619020 h 843271"/>
              <a:gd name="connsiteX7" fmla="*/ 4584630 w 6239630"/>
              <a:gd name="connsiteY7" fmla="*/ 669078 h 843271"/>
              <a:gd name="connsiteX8" fmla="*/ 1554968 w 6239630"/>
              <a:gd name="connsiteY8" fmla="*/ 811237 h 843271"/>
              <a:gd name="connsiteX9" fmla="*/ 708981 w 6239630"/>
              <a:gd name="connsiteY9" fmla="*/ 777245 h 843271"/>
              <a:gd name="connsiteX0" fmla="*/ 205060 w 5735709"/>
              <a:gd name="connsiteY0" fmla="*/ 777245 h 843271"/>
              <a:gd name="connsiteX1" fmla="*/ 60538 w 5735709"/>
              <a:gd name="connsiteY1" fmla="*/ 121640 h 843271"/>
              <a:gd name="connsiteX2" fmla="*/ 405319 w 5735709"/>
              <a:gd name="connsiteY2" fmla="*/ 162740 h 843271"/>
              <a:gd name="connsiteX3" fmla="*/ 3987642 w 5735709"/>
              <a:gd name="connsiteY3" fmla="*/ 10234 h 843271"/>
              <a:gd name="connsiteX4" fmla="*/ 5588695 w 5735709"/>
              <a:gd name="connsiteY4" fmla="*/ 81351 h 843271"/>
              <a:gd name="connsiteX5" fmla="*/ 5492717 w 5735709"/>
              <a:gd name="connsiteY5" fmla="*/ 619020 h 843271"/>
              <a:gd name="connsiteX6" fmla="*/ 4080709 w 5735709"/>
              <a:gd name="connsiteY6" fmla="*/ 669078 h 843271"/>
              <a:gd name="connsiteX7" fmla="*/ 1051047 w 5735709"/>
              <a:gd name="connsiteY7" fmla="*/ 811237 h 843271"/>
              <a:gd name="connsiteX8" fmla="*/ 205060 w 5735709"/>
              <a:gd name="connsiteY8" fmla="*/ 777245 h 843271"/>
              <a:gd name="connsiteX0" fmla="*/ 178464 w 5709113"/>
              <a:gd name="connsiteY0" fmla="*/ 777245 h 843271"/>
              <a:gd name="connsiteX1" fmla="*/ 378723 w 5709113"/>
              <a:gd name="connsiteY1" fmla="*/ 162740 h 843271"/>
              <a:gd name="connsiteX2" fmla="*/ 3961046 w 5709113"/>
              <a:gd name="connsiteY2" fmla="*/ 10234 h 843271"/>
              <a:gd name="connsiteX3" fmla="*/ 5562099 w 5709113"/>
              <a:gd name="connsiteY3" fmla="*/ 81351 h 843271"/>
              <a:gd name="connsiteX4" fmla="*/ 5466121 w 5709113"/>
              <a:gd name="connsiteY4" fmla="*/ 619020 h 843271"/>
              <a:gd name="connsiteX5" fmla="*/ 4054113 w 5709113"/>
              <a:gd name="connsiteY5" fmla="*/ 669078 h 843271"/>
              <a:gd name="connsiteX6" fmla="*/ 1024451 w 5709113"/>
              <a:gd name="connsiteY6" fmla="*/ 811237 h 843271"/>
              <a:gd name="connsiteX7" fmla="*/ 178464 w 5709113"/>
              <a:gd name="connsiteY7" fmla="*/ 777245 h 843271"/>
              <a:gd name="connsiteX0" fmla="*/ 615645 w 6146294"/>
              <a:gd name="connsiteY0" fmla="*/ 773321 h 835791"/>
              <a:gd name="connsiteX1" fmla="*/ 236784 w 6146294"/>
              <a:gd name="connsiteY1" fmla="*/ 105476 h 835791"/>
              <a:gd name="connsiteX2" fmla="*/ 4398227 w 6146294"/>
              <a:gd name="connsiteY2" fmla="*/ 6310 h 835791"/>
              <a:gd name="connsiteX3" fmla="*/ 5999280 w 6146294"/>
              <a:gd name="connsiteY3" fmla="*/ 77427 h 835791"/>
              <a:gd name="connsiteX4" fmla="*/ 5903302 w 6146294"/>
              <a:gd name="connsiteY4" fmla="*/ 615096 h 835791"/>
              <a:gd name="connsiteX5" fmla="*/ 4491294 w 6146294"/>
              <a:gd name="connsiteY5" fmla="*/ 665154 h 835791"/>
              <a:gd name="connsiteX6" fmla="*/ 1461632 w 6146294"/>
              <a:gd name="connsiteY6" fmla="*/ 807313 h 835791"/>
              <a:gd name="connsiteX7" fmla="*/ 615645 w 6146294"/>
              <a:gd name="connsiteY7" fmla="*/ 773321 h 835791"/>
              <a:gd name="connsiteX0" fmla="*/ 317956 w 6298185"/>
              <a:gd name="connsiteY0" fmla="*/ 697121 h 809146"/>
              <a:gd name="connsiteX1" fmla="*/ 388675 w 6298185"/>
              <a:gd name="connsiteY1" fmla="*/ 105476 h 809146"/>
              <a:gd name="connsiteX2" fmla="*/ 4550118 w 6298185"/>
              <a:gd name="connsiteY2" fmla="*/ 6310 h 809146"/>
              <a:gd name="connsiteX3" fmla="*/ 6151171 w 6298185"/>
              <a:gd name="connsiteY3" fmla="*/ 77427 h 809146"/>
              <a:gd name="connsiteX4" fmla="*/ 6055193 w 6298185"/>
              <a:gd name="connsiteY4" fmla="*/ 615096 h 809146"/>
              <a:gd name="connsiteX5" fmla="*/ 4643185 w 6298185"/>
              <a:gd name="connsiteY5" fmla="*/ 665154 h 809146"/>
              <a:gd name="connsiteX6" fmla="*/ 1613523 w 6298185"/>
              <a:gd name="connsiteY6" fmla="*/ 807313 h 809146"/>
              <a:gd name="connsiteX7" fmla="*/ 317956 w 6298185"/>
              <a:gd name="connsiteY7" fmla="*/ 697121 h 809146"/>
              <a:gd name="connsiteX0" fmla="*/ 346441 w 6326670"/>
              <a:gd name="connsiteY0" fmla="*/ 697121 h 749226"/>
              <a:gd name="connsiteX1" fmla="*/ 417160 w 6326670"/>
              <a:gd name="connsiteY1" fmla="*/ 105476 h 749226"/>
              <a:gd name="connsiteX2" fmla="*/ 4578603 w 6326670"/>
              <a:gd name="connsiteY2" fmla="*/ 6310 h 749226"/>
              <a:gd name="connsiteX3" fmla="*/ 6179656 w 6326670"/>
              <a:gd name="connsiteY3" fmla="*/ 77427 h 749226"/>
              <a:gd name="connsiteX4" fmla="*/ 6083678 w 6326670"/>
              <a:gd name="connsiteY4" fmla="*/ 615096 h 749226"/>
              <a:gd name="connsiteX5" fmla="*/ 4671670 w 6326670"/>
              <a:gd name="connsiteY5" fmla="*/ 665154 h 749226"/>
              <a:gd name="connsiteX6" fmla="*/ 2190648 w 6326670"/>
              <a:gd name="connsiteY6" fmla="*/ 715873 h 749226"/>
              <a:gd name="connsiteX7" fmla="*/ 346441 w 6326670"/>
              <a:gd name="connsiteY7" fmla="*/ 697121 h 749226"/>
              <a:gd name="connsiteX0" fmla="*/ 349609 w 6326572"/>
              <a:gd name="connsiteY0" fmla="*/ 658870 h 710975"/>
              <a:gd name="connsiteX1" fmla="*/ 420328 w 6326572"/>
              <a:gd name="connsiteY1" fmla="*/ 67225 h 710975"/>
              <a:gd name="connsiteX2" fmla="*/ 4627491 w 6326572"/>
              <a:gd name="connsiteY2" fmla="*/ 44259 h 710975"/>
              <a:gd name="connsiteX3" fmla="*/ 6182824 w 6326572"/>
              <a:gd name="connsiteY3" fmla="*/ 39176 h 710975"/>
              <a:gd name="connsiteX4" fmla="*/ 6086846 w 6326572"/>
              <a:gd name="connsiteY4" fmla="*/ 576845 h 710975"/>
              <a:gd name="connsiteX5" fmla="*/ 4674838 w 6326572"/>
              <a:gd name="connsiteY5" fmla="*/ 626903 h 710975"/>
              <a:gd name="connsiteX6" fmla="*/ 2193816 w 6326572"/>
              <a:gd name="connsiteY6" fmla="*/ 677622 h 710975"/>
              <a:gd name="connsiteX7" fmla="*/ 349609 w 6326572"/>
              <a:gd name="connsiteY7" fmla="*/ 658870 h 710975"/>
              <a:gd name="connsiteX0" fmla="*/ 349609 w 6302093"/>
              <a:gd name="connsiteY0" fmla="*/ 669028 h 753409"/>
              <a:gd name="connsiteX1" fmla="*/ 420328 w 6302093"/>
              <a:gd name="connsiteY1" fmla="*/ 77383 h 753409"/>
              <a:gd name="connsiteX2" fmla="*/ 4627491 w 6302093"/>
              <a:gd name="connsiteY2" fmla="*/ 54417 h 753409"/>
              <a:gd name="connsiteX3" fmla="*/ 6182824 w 6302093"/>
              <a:gd name="connsiteY3" fmla="*/ 49334 h 753409"/>
              <a:gd name="connsiteX4" fmla="*/ 6025886 w 6302093"/>
              <a:gd name="connsiteY4" fmla="*/ 724163 h 753409"/>
              <a:gd name="connsiteX5" fmla="*/ 4674838 w 6302093"/>
              <a:gd name="connsiteY5" fmla="*/ 637061 h 753409"/>
              <a:gd name="connsiteX6" fmla="*/ 2193816 w 6302093"/>
              <a:gd name="connsiteY6" fmla="*/ 687780 h 753409"/>
              <a:gd name="connsiteX7" fmla="*/ 349609 w 6302093"/>
              <a:gd name="connsiteY7" fmla="*/ 669028 h 753409"/>
              <a:gd name="connsiteX0" fmla="*/ 349609 w 6361421"/>
              <a:gd name="connsiteY0" fmla="*/ 649016 h 725012"/>
              <a:gd name="connsiteX1" fmla="*/ 420328 w 6361421"/>
              <a:gd name="connsiteY1" fmla="*/ 57371 h 725012"/>
              <a:gd name="connsiteX2" fmla="*/ 4627491 w 6361421"/>
              <a:gd name="connsiteY2" fmla="*/ 34405 h 725012"/>
              <a:gd name="connsiteX3" fmla="*/ 6259024 w 6361421"/>
              <a:gd name="connsiteY3" fmla="*/ 158862 h 725012"/>
              <a:gd name="connsiteX4" fmla="*/ 6025886 w 6361421"/>
              <a:gd name="connsiteY4" fmla="*/ 704151 h 725012"/>
              <a:gd name="connsiteX5" fmla="*/ 4674838 w 6361421"/>
              <a:gd name="connsiteY5" fmla="*/ 617049 h 725012"/>
              <a:gd name="connsiteX6" fmla="*/ 2193816 w 6361421"/>
              <a:gd name="connsiteY6" fmla="*/ 667768 h 725012"/>
              <a:gd name="connsiteX7" fmla="*/ 349609 w 6361421"/>
              <a:gd name="connsiteY7" fmla="*/ 649016 h 725012"/>
              <a:gd name="connsiteX0" fmla="*/ 349609 w 6363738"/>
              <a:gd name="connsiteY0" fmla="*/ 649016 h 701121"/>
              <a:gd name="connsiteX1" fmla="*/ 420328 w 6363738"/>
              <a:gd name="connsiteY1" fmla="*/ 57371 h 701121"/>
              <a:gd name="connsiteX2" fmla="*/ 4627491 w 6363738"/>
              <a:gd name="connsiteY2" fmla="*/ 34405 h 701121"/>
              <a:gd name="connsiteX3" fmla="*/ 6259024 w 6363738"/>
              <a:gd name="connsiteY3" fmla="*/ 158862 h 701121"/>
              <a:gd name="connsiteX4" fmla="*/ 6033506 w 6363738"/>
              <a:gd name="connsiteY4" fmla="*/ 666051 h 701121"/>
              <a:gd name="connsiteX5" fmla="*/ 4674838 w 6363738"/>
              <a:gd name="connsiteY5" fmla="*/ 617049 h 701121"/>
              <a:gd name="connsiteX6" fmla="*/ 2193816 w 6363738"/>
              <a:gd name="connsiteY6" fmla="*/ 667768 h 701121"/>
              <a:gd name="connsiteX7" fmla="*/ 349609 w 6363738"/>
              <a:gd name="connsiteY7" fmla="*/ 649016 h 701121"/>
              <a:gd name="connsiteX0" fmla="*/ 349609 w 6365036"/>
              <a:gd name="connsiteY0" fmla="*/ 649016 h 700128"/>
              <a:gd name="connsiteX1" fmla="*/ 420328 w 6365036"/>
              <a:gd name="connsiteY1" fmla="*/ 57371 h 700128"/>
              <a:gd name="connsiteX2" fmla="*/ 4627491 w 6365036"/>
              <a:gd name="connsiteY2" fmla="*/ 34405 h 700128"/>
              <a:gd name="connsiteX3" fmla="*/ 6259024 w 6365036"/>
              <a:gd name="connsiteY3" fmla="*/ 158862 h 700128"/>
              <a:gd name="connsiteX4" fmla="*/ 6033506 w 6365036"/>
              <a:gd name="connsiteY4" fmla="*/ 666051 h 700128"/>
              <a:gd name="connsiteX5" fmla="*/ 4636738 w 6365036"/>
              <a:gd name="connsiteY5" fmla="*/ 655149 h 700128"/>
              <a:gd name="connsiteX6" fmla="*/ 2193816 w 6365036"/>
              <a:gd name="connsiteY6" fmla="*/ 667768 h 700128"/>
              <a:gd name="connsiteX7" fmla="*/ 349609 w 6365036"/>
              <a:gd name="connsiteY7" fmla="*/ 649016 h 700128"/>
              <a:gd name="connsiteX0" fmla="*/ 150130 w 6165557"/>
              <a:gd name="connsiteY0" fmla="*/ 682470 h 736189"/>
              <a:gd name="connsiteX1" fmla="*/ 594229 w 6165557"/>
              <a:gd name="connsiteY1" fmla="*/ 45105 h 736189"/>
              <a:gd name="connsiteX2" fmla="*/ 4428012 w 6165557"/>
              <a:gd name="connsiteY2" fmla="*/ 67859 h 736189"/>
              <a:gd name="connsiteX3" fmla="*/ 6059545 w 6165557"/>
              <a:gd name="connsiteY3" fmla="*/ 192316 h 736189"/>
              <a:gd name="connsiteX4" fmla="*/ 5834027 w 6165557"/>
              <a:gd name="connsiteY4" fmla="*/ 699505 h 736189"/>
              <a:gd name="connsiteX5" fmla="*/ 4437259 w 6165557"/>
              <a:gd name="connsiteY5" fmla="*/ 688603 h 736189"/>
              <a:gd name="connsiteX6" fmla="*/ 1994337 w 6165557"/>
              <a:gd name="connsiteY6" fmla="*/ 701222 h 736189"/>
              <a:gd name="connsiteX7" fmla="*/ 150130 w 6165557"/>
              <a:gd name="connsiteY7" fmla="*/ 682470 h 736189"/>
              <a:gd name="connsiteX0" fmla="*/ 115291 w 6275498"/>
              <a:gd name="connsiteY0" fmla="*/ 641550 h 730762"/>
              <a:gd name="connsiteX1" fmla="*/ 704170 w 6275498"/>
              <a:gd name="connsiteY1" fmla="*/ 42285 h 730762"/>
              <a:gd name="connsiteX2" fmla="*/ 4537953 w 6275498"/>
              <a:gd name="connsiteY2" fmla="*/ 65039 h 730762"/>
              <a:gd name="connsiteX3" fmla="*/ 6169486 w 6275498"/>
              <a:gd name="connsiteY3" fmla="*/ 189496 h 730762"/>
              <a:gd name="connsiteX4" fmla="*/ 5943968 w 6275498"/>
              <a:gd name="connsiteY4" fmla="*/ 696685 h 730762"/>
              <a:gd name="connsiteX5" fmla="*/ 4547200 w 6275498"/>
              <a:gd name="connsiteY5" fmla="*/ 685783 h 730762"/>
              <a:gd name="connsiteX6" fmla="*/ 2104278 w 6275498"/>
              <a:gd name="connsiteY6" fmla="*/ 698402 h 730762"/>
              <a:gd name="connsiteX7" fmla="*/ 115291 w 6275498"/>
              <a:gd name="connsiteY7" fmla="*/ 641550 h 730762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2147087 w 6318307"/>
              <a:gd name="connsiteY6" fmla="*/ 716913 h 749273"/>
              <a:gd name="connsiteX7" fmla="*/ 158100 w 6318307"/>
              <a:gd name="connsiteY7" fmla="*/ 660061 h 749273"/>
              <a:gd name="connsiteX0" fmla="*/ 158100 w 6318307"/>
              <a:gd name="connsiteY0" fmla="*/ 660061 h 749273"/>
              <a:gd name="connsiteX1" fmla="*/ 625059 w 6318307"/>
              <a:gd name="connsiteY1" fmla="*/ 37936 h 749273"/>
              <a:gd name="connsiteX2" fmla="*/ 4580762 w 6318307"/>
              <a:gd name="connsiteY2" fmla="*/ 83550 h 749273"/>
              <a:gd name="connsiteX3" fmla="*/ 6212295 w 6318307"/>
              <a:gd name="connsiteY3" fmla="*/ 208007 h 749273"/>
              <a:gd name="connsiteX4" fmla="*/ 5986777 w 6318307"/>
              <a:gd name="connsiteY4" fmla="*/ 715196 h 749273"/>
              <a:gd name="connsiteX5" fmla="*/ 4590009 w 6318307"/>
              <a:gd name="connsiteY5" fmla="*/ 704294 h 749273"/>
              <a:gd name="connsiteX6" fmla="*/ 158100 w 6318307"/>
              <a:gd name="connsiteY6" fmla="*/ 660061 h 749273"/>
              <a:gd name="connsiteX0" fmla="*/ 145695 w 6305902"/>
              <a:gd name="connsiteY0" fmla="*/ 660061 h 790600"/>
              <a:gd name="connsiteX1" fmla="*/ 612654 w 6305902"/>
              <a:gd name="connsiteY1" fmla="*/ 37936 h 790600"/>
              <a:gd name="connsiteX2" fmla="*/ 4568357 w 6305902"/>
              <a:gd name="connsiteY2" fmla="*/ 83550 h 790600"/>
              <a:gd name="connsiteX3" fmla="*/ 6199890 w 6305902"/>
              <a:gd name="connsiteY3" fmla="*/ 208007 h 790600"/>
              <a:gd name="connsiteX4" fmla="*/ 5974372 w 6305902"/>
              <a:gd name="connsiteY4" fmla="*/ 715196 h 790600"/>
              <a:gd name="connsiteX5" fmla="*/ 4577604 w 6305902"/>
              <a:gd name="connsiteY5" fmla="*/ 704294 h 790600"/>
              <a:gd name="connsiteX6" fmla="*/ 145695 w 6305902"/>
              <a:gd name="connsiteY6" fmla="*/ 660061 h 790600"/>
              <a:gd name="connsiteX0" fmla="*/ 145695 w 6305902"/>
              <a:gd name="connsiteY0" fmla="*/ 660061 h 761778"/>
              <a:gd name="connsiteX1" fmla="*/ 612654 w 6305902"/>
              <a:gd name="connsiteY1" fmla="*/ 37936 h 761778"/>
              <a:gd name="connsiteX2" fmla="*/ 4568357 w 6305902"/>
              <a:gd name="connsiteY2" fmla="*/ 83550 h 761778"/>
              <a:gd name="connsiteX3" fmla="*/ 6199890 w 6305902"/>
              <a:gd name="connsiteY3" fmla="*/ 208007 h 761778"/>
              <a:gd name="connsiteX4" fmla="*/ 5974372 w 6305902"/>
              <a:gd name="connsiteY4" fmla="*/ 715196 h 761778"/>
              <a:gd name="connsiteX5" fmla="*/ 4577604 w 6305902"/>
              <a:gd name="connsiteY5" fmla="*/ 704294 h 761778"/>
              <a:gd name="connsiteX6" fmla="*/ 145695 w 6305902"/>
              <a:gd name="connsiteY6" fmla="*/ 660061 h 761778"/>
              <a:gd name="connsiteX0" fmla="*/ 145695 w 6305902"/>
              <a:gd name="connsiteY0" fmla="*/ 660061 h 759511"/>
              <a:gd name="connsiteX1" fmla="*/ 612654 w 6305902"/>
              <a:gd name="connsiteY1" fmla="*/ 37936 h 759511"/>
              <a:gd name="connsiteX2" fmla="*/ 4568357 w 6305902"/>
              <a:gd name="connsiteY2" fmla="*/ 83550 h 759511"/>
              <a:gd name="connsiteX3" fmla="*/ 6199890 w 6305902"/>
              <a:gd name="connsiteY3" fmla="*/ 208007 h 759511"/>
              <a:gd name="connsiteX4" fmla="*/ 5974372 w 6305902"/>
              <a:gd name="connsiteY4" fmla="*/ 715196 h 759511"/>
              <a:gd name="connsiteX5" fmla="*/ 4577604 w 6305902"/>
              <a:gd name="connsiteY5" fmla="*/ 704294 h 759511"/>
              <a:gd name="connsiteX6" fmla="*/ 145695 w 6305902"/>
              <a:gd name="connsiteY6" fmla="*/ 660061 h 759511"/>
              <a:gd name="connsiteX0" fmla="*/ 145695 w 6353656"/>
              <a:gd name="connsiteY0" fmla="*/ 660061 h 864844"/>
              <a:gd name="connsiteX1" fmla="*/ 612654 w 6353656"/>
              <a:gd name="connsiteY1" fmla="*/ 37936 h 864844"/>
              <a:gd name="connsiteX2" fmla="*/ 4568357 w 6353656"/>
              <a:gd name="connsiteY2" fmla="*/ 83550 h 864844"/>
              <a:gd name="connsiteX3" fmla="*/ 6199890 w 6353656"/>
              <a:gd name="connsiteY3" fmla="*/ 208007 h 864844"/>
              <a:gd name="connsiteX4" fmla="*/ 6101372 w 6353656"/>
              <a:gd name="connsiteY4" fmla="*/ 844325 h 864844"/>
              <a:gd name="connsiteX5" fmla="*/ 4577604 w 6353656"/>
              <a:gd name="connsiteY5" fmla="*/ 704294 h 864844"/>
              <a:gd name="connsiteX6" fmla="*/ 145695 w 6353656"/>
              <a:gd name="connsiteY6" fmla="*/ 660061 h 864844"/>
              <a:gd name="connsiteX0" fmla="*/ 145695 w 6305902"/>
              <a:gd name="connsiteY0" fmla="*/ 660061 h 936658"/>
              <a:gd name="connsiteX1" fmla="*/ 612654 w 6305902"/>
              <a:gd name="connsiteY1" fmla="*/ 37936 h 936658"/>
              <a:gd name="connsiteX2" fmla="*/ 4568357 w 6305902"/>
              <a:gd name="connsiteY2" fmla="*/ 83550 h 936658"/>
              <a:gd name="connsiteX3" fmla="*/ 6199890 w 6305902"/>
              <a:gd name="connsiteY3" fmla="*/ 208007 h 936658"/>
              <a:gd name="connsiteX4" fmla="*/ 5974372 w 6305902"/>
              <a:gd name="connsiteY4" fmla="*/ 920283 h 936658"/>
              <a:gd name="connsiteX5" fmla="*/ 4577604 w 6305902"/>
              <a:gd name="connsiteY5" fmla="*/ 704294 h 936658"/>
              <a:gd name="connsiteX6" fmla="*/ 145695 w 6305902"/>
              <a:gd name="connsiteY6" fmla="*/ 660061 h 936658"/>
              <a:gd name="connsiteX0" fmla="*/ 301714 w 6480492"/>
              <a:gd name="connsiteY0" fmla="*/ 660061 h 942033"/>
              <a:gd name="connsiteX1" fmla="*/ 768673 w 6480492"/>
              <a:gd name="connsiteY1" fmla="*/ 37936 h 942033"/>
              <a:gd name="connsiteX2" fmla="*/ 4724376 w 6480492"/>
              <a:gd name="connsiteY2" fmla="*/ 83550 h 942033"/>
              <a:gd name="connsiteX3" fmla="*/ 6355909 w 6480492"/>
              <a:gd name="connsiteY3" fmla="*/ 208007 h 942033"/>
              <a:gd name="connsiteX4" fmla="*/ 6130391 w 6480492"/>
              <a:gd name="connsiteY4" fmla="*/ 920283 h 942033"/>
              <a:gd name="connsiteX5" fmla="*/ 4244673 w 6480492"/>
              <a:gd name="connsiteY5" fmla="*/ 749869 h 942033"/>
              <a:gd name="connsiteX6" fmla="*/ 301714 w 6480492"/>
              <a:gd name="connsiteY6" fmla="*/ 660061 h 942033"/>
              <a:gd name="connsiteX0" fmla="*/ 308739 w 6483618"/>
              <a:gd name="connsiteY0" fmla="*/ 660061 h 942033"/>
              <a:gd name="connsiteX1" fmla="*/ 775698 w 6483618"/>
              <a:gd name="connsiteY1" fmla="*/ 37936 h 942033"/>
              <a:gd name="connsiteX2" fmla="*/ 4731401 w 6483618"/>
              <a:gd name="connsiteY2" fmla="*/ 83550 h 942033"/>
              <a:gd name="connsiteX3" fmla="*/ 6362934 w 6483618"/>
              <a:gd name="connsiteY3" fmla="*/ 208007 h 942033"/>
              <a:gd name="connsiteX4" fmla="*/ 6137416 w 6483618"/>
              <a:gd name="connsiteY4" fmla="*/ 920283 h 942033"/>
              <a:gd name="connsiteX5" fmla="*/ 4346948 w 6483618"/>
              <a:gd name="connsiteY5" fmla="*/ 749869 h 942033"/>
              <a:gd name="connsiteX6" fmla="*/ 308739 w 6483618"/>
              <a:gd name="connsiteY6" fmla="*/ 660061 h 942033"/>
              <a:gd name="connsiteX0" fmla="*/ 308739 w 6500577"/>
              <a:gd name="connsiteY0" fmla="*/ 660061 h 865601"/>
              <a:gd name="connsiteX1" fmla="*/ 775698 w 6500577"/>
              <a:gd name="connsiteY1" fmla="*/ 37936 h 865601"/>
              <a:gd name="connsiteX2" fmla="*/ 4731401 w 6500577"/>
              <a:gd name="connsiteY2" fmla="*/ 83550 h 865601"/>
              <a:gd name="connsiteX3" fmla="*/ 6362934 w 6500577"/>
              <a:gd name="connsiteY3" fmla="*/ 208007 h 865601"/>
              <a:gd name="connsiteX4" fmla="*/ 6181866 w 6500577"/>
              <a:gd name="connsiteY4" fmla="*/ 836728 h 865601"/>
              <a:gd name="connsiteX5" fmla="*/ 4346948 w 6500577"/>
              <a:gd name="connsiteY5" fmla="*/ 749869 h 865601"/>
              <a:gd name="connsiteX6" fmla="*/ 308739 w 6500577"/>
              <a:gd name="connsiteY6" fmla="*/ 660061 h 865601"/>
              <a:gd name="connsiteX0" fmla="*/ 300879 w 6524467"/>
              <a:gd name="connsiteY0" fmla="*/ 814941 h 873479"/>
              <a:gd name="connsiteX1" fmla="*/ 799588 w 6524467"/>
              <a:gd name="connsiteY1" fmla="*/ 48495 h 873479"/>
              <a:gd name="connsiteX2" fmla="*/ 4755291 w 6524467"/>
              <a:gd name="connsiteY2" fmla="*/ 94109 h 873479"/>
              <a:gd name="connsiteX3" fmla="*/ 6386824 w 6524467"/>
              <a:gd name="connsiteY3" fmla="*/ 218566 h 873479"/>
              <a:gd name="connsiteX4" fmla="*/ 6205756 w 6524467"/>
              <a:gd name="connsiteY4" fmla="*/ 847287 h 873479"/>
              <a:gd name="connsiteX5" fmla="*/ 4370838 w 6524467"/>
              <a:gd name="connsiteY5" fmla="*/ 760428 h 873479"/>
              <a:gd name="connsiteX6" fmla="*/ 300879 w 6524467"/>
              <a:gd name="connsiteY6" fmla="*/ 814941 h 873479"/>
              <a:gd name="connsiteX0" fmla="*/ 380534 w 6331072"/>
              <a:gd name="connsiteY0" fmla="*/ 814941 h 873479"/>
              <a:gd name="connsiteX1" fmla="*/ 606193 w 6331072"/>
              <a:gd name="connsiteY1" fmla="*/ 48495 h 873479"/>
              <a:gd name="connsiteX2" fmla="*/ 4561896 w 6331072"/>
              <a:gd name="connsiteY2" fmla="*/ 94109 h 873479"/>
              <a:gd name="connsiteX3" fmla="*/ 6193429 w 6331072"/>
              <a:gd name="connsiteY3" fmla="*/ 218566 h 873479"/>
              <a:gd name="connsiteX4" fmla="*/ 6012361 w 6331072"/>
              <a:gd name="connsiteY4" fmla="*/ 847287 h 873479"/>
              <a:gd name="connsiteX5" fmla="*/ 4177443 w 6331072"/>
              <a:gd name="connsiteY5" fmla="*/ 760428 h 873479"/>
              <a:gd name="connsiteX6" fmla="*/ 380534 w 6331072"/>
              <a:gd name="connsiteY6" fmla="*/ 814941 h 873479"/>
              <a:gd name="connsiteX0" fmla="*/ 380534 w 6331072"/>
              <a:gd name="connsiteY0" fmla="*/ 814941 h 877598"/>
              <a:gd name="connsiteX1" fmla="*/ 606193 w 6331072"/>
              <a:gd name="connsiteY1" fmla="*/ 48495 h 877598"/>
              <a:gd name="connsiteX2" fmla="*/ 4561896 w 6331072"/>
              <a:gd name="connsiteY2" fmla="*/ 94109 h 877598"/>
              <a:gd name="connsiteX3" fmla="*/ 6193429 w 6331072"/>
              <a:gd name="connsiteY3" fmla="*/ 218566 h 877598"/>
              <a:gd name="connsiteX4" fmla="*/ 6012361 w 6331072"/>
              <a:gd name="connsiteY4" fmla="*/ 847287 h 877598"/>
              <a:gd name="connsiteX5" fmla="*/ 4177443 w 6331072"/>
              <a:gd name="connsiteY5" fmla="*/ 760428 h 877598"/>
              <a:gd name="connsiteX6" fmla="*/ 380534 w 6331072"/>
              <a:gd name="connsiteY6" fmla="*/ 814941 h 877598"/>
              <a:gd name="connsiteX0" fmla="*/ 380534 w 6345659"/>
              <a:gd name="connsiteY0" fmla="*/ 814941 h 846357"/>
              <a:gd name="connsiteX1" fmla="*/ 606193 w 6345659"/>
              <a:gd name="connsiteY1" fmla="*/ 48495 h 846357"/>
              <a:gd name="connsiteX2" fmla="*/ 4561896 w 6345659"/>
              <a:gd name="connsiteY2" fmla="*/ 94109 h 846357"/>
              <a:gd name="connsiteX3" fmla="*/ 6193429 w 6345659"/>
              <a:gd name="connsiteY3" fmla="*/ 218566 h 846357"/>
              <a:gd name="connsiteX4" fmla="*/ 6046851 w 6345659"/>
              <a:gd name="connsiteY4" fmla="*/ 744744 h 846357"/>
              <a:gd name="connsiteX5" fmla="*/ 4177443 w 6345659"/>
              <a:gd name="connsiteY5" fmla="*/ 760428 h 846357"/>
              <a:gd name="connsiteX6" fmla="*/ 380534 w 6345659"/>
              <a:gd name="connsiteY6" fmla="*/ 814941 h 846357"/>
              <a:gd name="connsiteX0" fmla="*/ 412125 w 6291026"/>
              <a:gd name="connsiteY0" fmla="*/ 686551 h 793232"/>
              <a:gd name="connsiteX1" fmla="*/ 551560 w 6291026"/>
              <a:gd name="connsiteY1" fmla="*/ 39739 h 793232"/>
              <a:gd name="connsiteX2" fmla="*/ 4507263 w 6291026"/>
              <a:gd name="connsiteY2" fmla="*/ 85353 h 793232"/>
              <a:gd name="connsiteX3" fmla="*/ 6138796 w 6291026"/>
              <a:gd name="connsiteY3" fmla="*/ 209810 h 793232"/>
              <a:gd name="connsiteX4" fmla="*/ 5992218 w 6291026"/>
              <a:gd name="connsiteY4" fmla="*/ 735988 h 793232"/>
              <a:gd name="connsiteX5" fmla="*/ 4122810 w 6291026"/>
              <a:gd name="connsiteY5" fmla="*/ 751672 h 793232"/>
              <a:gd name="connsiteX6" fmla="*/ 412125 w 6291026"/>
              <a:gd name="connsiteY6" fmla="*/ 686551 h 793232"/>
              <a:gd name="connsiteX0" fmla="*/ 412123 w 6291024"/>
              <a:gd name="connsiteY0" fmla="*/ 729344 h 796146"/>
              <a:gd name="connsiteX1" fmla="*/ 551558 w 6291024"/>
              <a:gd name="connsiteY1" fmla="*/ 42653 h 796146"/>
              <a:gd name="connsiteX2" fmla="*/ 4507261 w 6291024"/>
              <a:gd name="connsiteY2" fmla="*/ 88267 h 796146"/>
              <a:gd name="connsiteX3" fmla="*/ 6138794 w 6291024"/>
              <a:gd name="connsiteY3" fmla="*/ 212724 h 796146"/>
              <a:gd name="connsiteX4" fmla="*/ 5992216 w 6291024"/>
              <a:gd name="connsiteY4" fmla="*/ 738902 h 796146"/>
              <a:gd name="connsiteX5" fmla="*/ 4122808 w 6291024"/>
              <a:gd name="connsiteY5" fmla="*/ 754586 h 796146"/>
              <a:gd name="connsiteX6" fmla="*/ 412123 w 6291024"/>
              <a:gd name="connsiteY6" fmla="*/ 729344 h 796146"/>
              <a:gd name="connsiteX0" fmla="*/ 390573 w 6269474"/>
              <a:gd name="connsiteY0" fmla="*/ 702108 h 768910"/>
              <a:gd name="connsiteX1" fmla="*/ 573121 w 6269474"/>
              <a:gd name="connsiteY1" fmla="*/ 49598 h 768910"/>
              <a:gd name="connsiteX2" fmla="*/ 4485711 w 6269474"/>
              <a:gd name="connsiteY2" fmla="*/ 61031 h 768910"/>
              <a:gd name="connsiteX3" fmla="*/ 6117244 w 6269474"/>
              <a:gd name="connsiteY3" fmla="*/ 185488 h 768910"/>
              <a:gd name="connsiteX4" fmla="*/ 5970666 w 6269474"/>
              <a:gd name="connsiteY4" fmla="*/ 711666 h 768910"/>
              <a:gd name="connsiteX5" fmla="*/ 4101258 w 6269474"/>
              <a:gd name="connsiteY5" fmla="*/ 727350 h 768910"/>
              <a:gd name="connsiteX6" fmla="*/ 390573 w 6269474"/>
              <a:gd name="connsiteY6" fmla="*/ 702108 h 768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69474" h="768910">
                <a:moveTo>
                  <a:pt x="390573" y="702108"/>
                </a:moveTo>
                <a:cubicBezTo>
                  <a:pt x="-197450" y="589149"/>
                  <a:pt x="-109402" y="156444"/>
                  <a:pt x="573121" y="49598"/>
                </a:cubicBezTo>
                <a:cubicBezTo>
                  <a:pt x="1255644" y="-57248"/>
                  <a:pt x="3561691" y="38383"/>
                  <a:pt x="4485711" y="61031"/>
                </a:cubicBezTo>
                <a:cubicBezTo>
                  <a:pt x="5409731" y="83679"/>
                  <a:pt x="5869752" y="77049"/>
                  <a:pt x="6117244" y="185488"/>
                </a:cubicBezTo>
                <a:cubicBezTo>
                  <a:pt x="6364736" y="293927"/>
                  <a:pt x="6306664" y="621356"/>
                  <a:pt x="5970666" y="711666"/>
                </a:cubicBezTo>
                <a:cubicBezTo>
                  <a:pt x="5634668" y="801976"/>
                  <a:pt x="5039024" y="768167"/>
                  <a:pt x="4101258" y="727350"/>
                </a:cubicBezTo>
                <a:cubicBezTo>
                  <a:pt x="2057720" y="638404"/>
                  <a:pt x="978596" y="815067"/>
                  <a:pt x="390573" y="702108"/>
                </a:cubicBezTo>
                <a:close/>
              </a:path>
            </a:pathLst>
          </a:custGeom>
          <a:solidFill>
            <a:srgbClr val="474F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</a:endParaRPr>
          </a:p>
        </p:txBody>
      </p:sp>
      <p:sp>
        <p:nvSpPr>
          <p:cNvPr id="13" name="文本框 27">
            <a:extLst>
              <a:ext uri="{FF2B5EF4-FFF2-40B4-BE49-F238E27FC236}">
                <a16:creationId xmlns:a16="http://schemas.microsoft.com/office/drawing/2014/main" id="{CFE6D3D4-D978-9077-F5C1-9A1B94533785}"/>
              </a:ext>
            </a:extLst>
          </p:cNvPr>
          <p:cNvSpPr txBox="1"/>
          <p:nvPr/>
        </p:nvSpPr>
        <p:spPr>
          <a:xfrm>
            <a:off x="3038458" y="2362701"/>
            <a:ext cx="8494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rPr>
              <a:t>01</a:t>
            </a:r>
            <a:endParaRPr lang="zh-CN" altLang="en-US" sz="2400" dirty="0">
              <a:solidFill>
                <a:schemeClr val="bg1"/>
              </a:solidFill>
              <a:latin typeface="HarmonyOS Sans SC Black" panose="00000A00000000000000" pitchFamily="2" charset="-122"/>
              <a:ea typeface="HarmonyOS Sans SC Black" panose="00000A00000000000000" pitchFamily="2" charset="-122"/>
            </a:endParaRPr>
          </a:p>
        </p:txBody>
      </p:sp>
      <p:sp>
        <p:nvSpPr>
          <p:cNvPr id="14" name="文本框 28">
            <a:extLst>
              <a:ext uri="{FF2B5EF4-FFF2-40B4-BE49-F238E27FC236}">
                <a16:creationId xmlns:a16="http://schemas.microsoft.com/office/drawing/2014/main" id="{A93F5952-3E45-F24D-299C-C87AB3D09D7B}"/>
              </a:ext>
            </a:extLst>
          </p:cNvPr>
          <p:cNvSpPr txBox="1"/>
          <p:nvPr/>
        </p:nvSpPr>
        <p:spPr>
          <a:xfrm>
            <a:off x="3637034" y="2365491"/>
            <a:ext cx="18212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</a:rPr>
              <a:t>Team</a:t>
            </a:r>
            <a:r>
              <a:rPr lang="zh-CN" altLang="en-US" b="1" dirty="0">
                <a:solidFill>
                  <a:schemeClr val="bg1"/>
                </a:solidFill>
              </a:rPr>
              <a:t> </a:t>
            </a:r>
            <a:r>
              <a:rPr lang="en-US" altLang="zh-CN" b="1" dirty="0">
                <a:solidFill>
                  <a:schemeClr val="bg1"/>
                </a:solidFill>
              </a:rPr>
              <a:t>Introduction</a:t>
            </a:r>
            <a:endParaRPr lang="zh-CN" alt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3457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24BF9-D10A-4DF1-B832-FCD98EFEB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0AB84BA7-E0F4-4BB8-3FF1-C0493085C82A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F8BF0273-9991-E5CB-0EDE-69D33A82B9E9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4645742D-FB68-A971-0274-B885EF8C98DF}"/>
                </a:ext>
              </a:extLst>
            </p:cNvPr>
            <p:cNvSpPr txBox="1"/>
            <p:nvPr/>
          </p:nvSpPr>
          <p:spPr>
            <a:xfrm>
              <a:off x="2701173" y="2364250"/>
              <a:ext cx="248406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Team</a:t>
              </a:r>
              <a:r>
                <a:rPr lang="zh-CN" altLang="en-US" b="1" dirty="0">
                  <a:solidFill>
                    <a:schemeClr val="bg1"/>
                  </a:solidFill>
                </a:rPr>
                <a:t> </a:t>
              </a:r>
              <a:r>
                <a:rPr lang="en-US" altLang="zh-CN" b="1" dirty="0">
                  <a:solidFill>
                    <a:schemeClr val="bg1"/>
                  </a:solidFill>
                </a:rPr>
                <a:t>Introduction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0" name="矩形 9"/>
          <p:cNvSpPr/>
          <p:nvPr/>
        </p:nvSpPr>
        <p:spPr>
          <a:xfrm>
            <a:off x="1045769" y="2228769"/>
            <a:ext cx="10296525" cy="186754"/>
          </a:xfrm>
          <a:prstGeom prst="rect">
            <a:avLst/>
          </a:prstGeom>
          <a:solidFill>
            <a:srgbClr val="A1B4D5"/>
          </a:solidFill>
          <a:ln w="952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en-US" sz="2000">
              <a:latin typeface="+mn-ea"/>
              <a:cs typeface="+mn-ea"/>
              <a:sym typeface="+mn-lt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045769" y="2380663"/>
            <a:ext cx="10296525" cy="3285649"/>
          </a:xfrm>
          <a:prstGeom prst="rect">
            <a:avLst/>
          </a:prstGeom>
          <a:solidFill>
            <a:srgbClr val="A1B4D5">
              <a:alpha val="11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5311417" y="2618452"/>
            <a:ext cx="1946151" cy="2549562"/>
          </a:xfrm>
          <a:prstGeom prst="rect">
            <a:avLst/>
          </a:prstGeom>
          <a:blipFill dpi="0" rotWithShape="1">
            <a:blip r:embed="rId3"/>
            <a:srcRect/>
            <a:tile tx="-476250" ty="-5715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7375342" y="2618452"/>
            <a:ext cx="1946151" cy="2549562"/>
          </a:xfrm>
          <a:prstGeom prst="rect">
            <a:avLst/>
          </a:prstGeom>
          <a:blipFill dpi="0" rotWithShape="1">
            <a:blip r:embed="rId4"/>
            <a:srcRect/>
            <a:tile tx="-1092200" ty="-1270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9439268" y="2618452"/>
            <a:ext cx="1946151" cy="2549562"/>
          </a:xfrm>
          <a:prstGeom prst="rect">
            <a:avLst/>
          </a:prstGeom>
          <a:blipFill dpi="0" rotWithShape="1">
            <a:blip r:embed="rId5"/>
            <a:srcRect/>
            <a:tile tx="-1270000" ty="-1270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5311417" y="5336131"/>
            <a:ext cx="1946151" cy="620826"/>
            <a:chOff x="4901583" y="4844059"/>
            <a:chExt cx="1946151" cy="620826"/>
          </a:xfrm>
        </p:grpSpPr>
        <p:sp>
          <p:nvSpPr>
            <p:cNvPr id="4" name="矩形 3"/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000" dirty="0">
                  <a:solidFill>
                    <a:schemeClr val="bg1"/>
                  </a:solidFill>
                  <a:cs typeface="+mn-ea"/>
                  <a:sym typeface="+mn-lt"/>
                </a:rPr>
                <a:t>请在此添加文字说明</a:t>
              </a:r>
              <a:endParaRPr lang="en-US" altLang="zh-CN" sz="1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b="1" dirty="0">
                  <a:solidFill>
                    <a:schemeClr val="bg1"/>
                  </a:solidFill>
                  <a:cs typeface="+mn-ea"/>
                  <a:sym typeface="+mn-lt"/>
                </a:rPr>
                <a:t>张先生</a:t>
              </a:r>
              <a:endParaRPr lang="en-US" altLang="zh-CN" sz="14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7375342" y="5336131"/>
            <a:ext cx="1946151" cy="620826"/>
            <a:chOff x="4901583" y="4844059"/>
            <a:chExt cx="1946151" cy="620826"/>
          </a:xfrm>
        </p:grpSpPr>
        <p:sp>
          <p:nvSpPr>
            <p:cNvPr id="31" name="矩形 30"/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000" dirty="0">
                  <a:solidFill>
                    <a:schemeClr val="bg1"/>
                  </a:solidFill>
                  <a:cs typeface="+mn-ea"/>
                  <a:sym typeface="+mn-lt"/>
                </a:rPr>
                <a:t>请在此添加文字说明</a:t>
              </a:r>
              <a:endParaRPr lang="en-US" altLang="zh-CN" sz="1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b="1" dirty="0">
                  <a:solidFill>
                    <a:schemeClr val="bg1"/>
                  </a:solidFill>
                  <a:cs typeface="+mn-ea"/>
                  <a:sym typeface="+mn-lt"/>
                </a:rPr>
                <a:t>李先生</a:t>
              </a:r>
              <a:endParaRPr lang="en-US" altLang="zh-CN" sz="14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9439267" y="5336131"/>
            <a:ext cx="1946151" cy="620826"/>
            <a:chOff x="4901583" y="4844059"/>
            <a:chExt cx="1946151" cy="620826"/>
          </a:xfrm>
        </p:grpSpPr>
        <p:sp>
          <p:nvSpPr>
            <p:cNvPr id="35" name="矩形 34"/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000" dirty="0">
                  <a:solidFill>
                    <a:schemeClr val="bg1"/>
                  </a:solidFill>
                  <a:cs typeface="+mn-ea"/>
                  <a:sym typeface="+mn-lt"/>
                </a:rPr>
                <a:t>请在此添加文字说明</a:t>
              </a:r>
              <a:endParaRPr lang="en-US" altLang="zh-CN" sz="1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b="1" dirty="0">
                  <a:solidFill>
                    <a:schemeClr val="bg1"/>
                  </a:solidFill>
                  <a:cs typeface="+mn-ea"/>
                  <a:sym typeface="+mn-lt"/>
                </a:rPr>
                <a:t>王女士</a:t>
              </a:r>
              <a:endParaRPr lang="en-US" altLang="zh-CN" sz="14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49079-B535-F488-D0A9-4E8D30389019}"/>
              </a:ext>
            </a:extLst>
          </p:cNvPr>
          <p:cNvSpPr txBox="1"/>
          <p:nvPr/>
        </p:nvSpPr>
        <p:spPr>
          <a:xfrm>
            <a:off x="892371" y="1353291"/>
            <a:ext cx="10407257" cy="33669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10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Team</a:t>
            </a:r>
            <a:r>
              <a:rPr lang="zh-CN" altLang="en-US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 </a:t>
            </a:r>
            <a:r>
              <a:rPr lang="en-US" altLang="zh-CN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Profile</a:t>
            </a:r>
            <a:r>
              <a:rPr lang="zh-CN" altLang="en-US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， </a:t>
            </a:r>
            <a:r>
              <a:rPr lang="en-US" altLang="zh-CN" sz="1200" dirty="0">
                <a:solidFill>
                  <a:schemeClr val="tx1"/>
                </a:solidFill>
                <a:latin typeface="+mn-lt"/>
                <a:ea typeface="+mn-ea"/>
                <a:cs typeface="+mn-ea"/>
                <a:sym typeface="+mn-lt"/>
              </a:rPr>
              <a:t>short</a:t>
            </a:r>
          </a:p>
        </p:txBody>
      </p:sp>
      <p:sp>
        <p:nvSpPr>
          <p:cNvPr id="14" name="矩形 2">
            <a:extLst>
              <a:ext uri="{FF2B5EF4-FFF2-40B4-BE49-F238E27FC236}">
                <a16:creationId xmlns:a16="http://schemas.microsoft.com/office/drawing/2014/main" id="{04279198-873E-095E-CEB7-EFA91E05E694}"/>
              </a:ext>
            </a:extLst>
          </p:cNvPr>
          <p:cNvSpPr/>
          <p:nvPr/>
        </p:nvSpPr>
        <p:spPr>
          <a:xfrm>
            <a:off x="3202580" y="2618451"/>
            <a:ext cx="1946151" cy="2549562"/>
          </a:xfrm>
          <a:prstGeom prst="rect">
            <a:avLst/>
          </a:prstGeom>
          <a:blipFill dpi="0" rotWithShape="1">
            <a:blip r:embed="rId3"/>
            <a:srcRect/>
            <a:tile tx="-476250" ty="-5715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grpSp>
        <p:nvGrpSpPr>
          <p:cNvPr id="15" name="组合 1">
            <a:extLst>
              <a:ext uri="{FF2B5EF4-FFF2-40B4-BE49-F238E27FC236}">
                <a16:creationId xmlns:a16="http://schemas.microsoft.com/office/drawing/2014/main" id="{821928F4-4127-B87B-3C5C-7B88B8383D31}"/>
              </a:ext>
            </a:extLst>
          </p:cNvPr>
          <p:cNvGrpSpPr/>
          <p:nvPr/>
        </p:nvGrpSpPr>
        <p:grpSpPr>
          <a:xfrm>
            <a:off x="3202580" y="5336130"/>
            <a:ext cx="1946151" cy="620826"/>
            <a:chOff x="4901583" y="4844059"/>
            <a:chExt cx="1946151" cy="620826"/>
          </a:xfrm>
        </p:grpSpPr>
        <p:sp>
          <p:nvSpPr>
            <p:cNvPr id="16" name="矩形 3">
              <a:extLst>
                <a:ext uri="{FF2B5EF4-FFF2-40B4-BE49-F238E27FC236}">
                  <a16:creationId xmlns:a16="http://schemas.microsoft.com/office/drawing/2014/main" id="{1CD43ADE-62C1-E557-61EC-6D787F3F6AB6}"/>
                </a:ext>
              </a:extLst>
            </p:cNvPr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7" name="文本框 6">
              <a:extLst>
                <a:ext uri="{FF2B5EF4-FFF2-40B4-BE49-F238E27FC236}">
                  <a16:creationId xmlns:a16="http://schemas.microsoft.com/office/drawing/2014/main" id="{7463165D-5DBD-2C8F-3B69-19DBAF1CA7AF}"/>
                </a:ext>
              </a:extLst>
            </p:cNvPr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000" dirty="0">
                  <a:solidFill>
                    <a:schemeClr val="bg1"/>
                  </a:solidFill>
                  <a:cs typeface="+mn-ea"/>
                  <a:sym typeface="+mn-lt"/>
                </a:rPr>
                <a:t>请在此添加文字说明</a:t>
              </a:r>
              <a:endParaRPr lang="en-US" altLang="zh-CN" sz="1000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18" name="文本框 7">
              <a:extLst>
                <a:ext uri="{FF2B5EF4-FFF2-40B4-BE49-F238E27FC236}">
                  <a16:creationId xmlns:a16="http://schemas.microsoft.com/office/drawing/2014/main" id="{C3B44383-39C3-8A64-A1C1-E570F82A9F43}"/>
                </a:ext>
              </a:extLst>
            </p:cNvPr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zh-CN" altLang="en-US" sz="1400" b="1" dirty="0">
                  <a:solidFill>
                    <a:schemeClr val="bg1"/>
                  </a:solidFill>
                  <a:cs typeface="+mn-ea"/>
                  <a:sym typeface="+mn-lt"/>
                </a:rPr>
                <a:t>张先生</a:t>
              </a:r>
              <a:endParaRPr lang="en-US" altLang="zh-CN" sz="1400" b="1" dirty="0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sp>
        <p:nvSpPr>
          <p:cNvPr id="19" name="矩形 2">
            <a:extLst>
              <a:ext uri="{FF2B5EF4-FFF2-40B4-BE49-F238E27FC236}">
                <a16:creationId xmlns:a16="http://schemas.microsoft.com/office/drawing/2014/main" id="{2F4DB050-7D83-67BA-C75A-47D3AF62A55C}"/>
              </a:ext>
            </a:extLst>
          </p:cNvPr>
          <p:cNvSpPr/>
          <p:nvPr/>
        </p:nvSpPr>
        <p:spPr>
          <a:xfrm>
            <a:off x="1080833" y="2618452"/>
            <a:ext cx="1946151" cy="2549562"/>
          </a:xfrm>
          <a:prstGeom prst="rect">
            <a:avLst/>
          </a:prstGeom>
          <a:blipFill dpi="0" rotWithShape="1">
            <a:blip r:embed="rId3"/>
            <a:srcRect/>
            <a:tile tx="-476250" ty="-57150" sx="100000" sy="100000" flip="none" algn="tl"/>
          </a:blip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  <p:grpSp>
        <p:nvGrpSpPr>
          <p:cNvPr id="20" name="组合 1">
            <a:extLst>
              <a:ext uri="{FF2B5EF4-FFF2-40B4-BE49-F238E27FC236}">
                <a16:creationId xmlns:a16="http://schemas.microsoft.com/office/drawing/2014/main" id="{D38C1B6F-28EF-DD66-6675-5FD3B711F98C}"/>
              </a:ext>
            </a:extLst>
          </p:cNvPr>
          <p:cNvGrpSpPr/>
          <p:nvPr/>
        </p:nvGrpSpPr>
        <p:grpSpPr>
          <a:xfrm>
            <a:off x="1080833" y="5336131"/>
            <a:ext cx="1946151" cy="620826"/>
            <a:chOff x="4901583" y="4844059"/>
            <a:chExt cx="1946151" cy="620826"/>
          </a:xfrm>
        </p:grpSpPr>
        <p:sp>
          <p:nvSpPr>
            <p:cNvPr id="21" name="矩形 3">
              <a:extLst>
                <a:ext uri="{FF2B5EF4-FFF2-40B4-BE49-F238E27FC236}">
                  <a16:creationId xmlns:a16="http://schemas.microsoft.com/office/drawing/2014/main" id="{9DED9DFA-010D-DD10-B01A-1DBD332CDD68}"/>
                </a:ext>
              </a:extLst>
            </p:cNvPr>
            <p:cNvSpPr/>
            <p:nvPr/>
          </p:nvSpPr>
          <p:spPr>
            <a:xfrm>
              <a:off x="4901583" y="4844059"/>
              <a:ext cx="1946151" cy="620826"/>
            </a:xfrm>
            <a:prstGeom prst="rect">
              <a:avLst/>
            </a:prstGeom>
            <a:solidFill>
              <a:srgbClr val="E09292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  <p:sp>
          <p:nvSpPr>
            <p:cNvPr id="22" name="文本框 6">
              <a:extLst>
                <a:ext uri="{FF2B5EF4-FFF2-40B4-BE49-F238E27FC236}">
                  <a16:creationId xmlns:a16="http://schemas.microsoft.com/office/drawing/2014/main" id="{1A2EC777-D79C-50B2-076E-0D044E60A785}"/>
                </a:ext>
              </a:extLst>
            </p:cNvPr>
            <p:cNvSpPr txBox="1"/>
            <p:nvPr/>
          </p:nvSpPr>
          <p:spPr>
            <a:xfrm>
              <a:off x="5099465" y="5130548"/>
              <a:ext cx="1591792" cy="27975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US" altLang="zh-CN" sz="1000" dirty="0">
                  <a:solidFill>
                    <a:schemeClr val="bg1"/>
                  </a:solidFill>
                  <a:cs typeface="+mn-ea"/>
                  <a:sym typeface="+mn-lt"/>
                </a:rPr>
                <a:t>DSAI</a:t>
              </a:r>
            </a:p>
          </p:txBody>
        </p:sp>
        <p:sp>
          <p:nvSpPr>
            <p:cNvPr id="23" name="文本框 7">
              <a:extLst>
                <a:ext uri="{FF2B5EF4-FFF2-40B4-BE49-F238E27FC236}">
                  <a16:creationId xmlns:a16="http://schemas.microsoft.com/office/drawing/2014/main" id="{45B86F59-AB52-48A7-A8D5-A3ABD3B61B34}"/>
                </a:ext>
              </a:extLst>
            </p:cNvPr>
            <p:cNvSpPr txBox="1"/>
            <p:nvPr/>
          </p:nvSpPr>
          <p:spPr>
            <a:xfrm>
              <a:off x="5217798" y="4856374"/>
              <a:ext cx="1355124" cy="35471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30000"/>
                </a:lnSpc>
              </a:pPr>
              <a:r>
                <a:rPr lang="en-US" altLang="zh-CN" sz="1400" b="1" dirty="0">
                  <a:solidFill>
                    <a:schemeClr val="bg1"/>
                  </a:solidFill>
                  <a:cs typeface="+mn-ea"/>
                  <a:sym typeface="+mn-lt"/>
                </a:rPr>
                <a:t>Moli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6993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B2D200-3FE6-7407-DFE4-5F536B4F1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92A5F36D-10CF-8944-C88E-6FFF69B4DCCC}"/>
              </a:ext>
            </a:extLst>
          </p:cNvPr>
          <p:cNvGrpSpPr/>
          <p:nvPr/>
        </p:nvGrpSpPr>
        <p:grpSpPr>
          <a:xfrm>
            <a:off x="4364567" y="233619"/>
            <a:ext cx="3947095" cy="642795"/>
            <a:chOff x="2274830" y="2252919"/>
            <a:chExt cx="3947095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6BB5E745-B44D-D2F2-5551-CD602A6145B3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765C5DAA-3101-EB50-AC86-10F54A11682F}"/>
                </a:ext>
              </a:extLst>
            </p:cNvPr>
            <p:cNvSpPr txBox="1"/>
            <p:nvPr/>
          </p:nvSpPr>
          <p:spPr>
            <a:xfrm>
              <a:off x="2569088" y="2361459"/>
              <a:ext cx="5629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chemeClr val="bg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</a:rPr>
                <a:t>01</a:t>
              </a:r>
              <a:endParaRPr lang="zh-CN" altLang="en-US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FC7BC287-0AC1-8D84-C9EF-CFA0719398A0}"/>
                </a:ext>
              </a:extLst>
            </p:cNvPr>
            <p:cNvSpPr txBox="1"/>
            <p:nvPr/>
          </p:nvSpPr>
          <p:spPr>
            <a:xfrm>
              <a:off x="3426321" y="2364250"/>
              <a:ext cx="279560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The Invisible Struggle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矩形 1"/>
          <p:cNvSpPr/>
          <p:nvPr/>
        </p:nvSpPr>
        <p:spPr>
          <a:xfrm>
            <a:off x="6159499" y="1678021"/>
            <a:ext cx="5084763" cy="1750979"/>
          </a:xfrm>
          <a:prstGeom prst="rect">
            <a:avLst/>
          </a:prstGeom>
          <a:solidFill>
            <a:srgbClr val="A1B4D5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947738" y="3526273"/>
            <a:ext cx="5092838" cy="1750979"/>
          </a:xfrm>
          <a:prstGeom prst="rect">
            <a:avLst/>
          </a:prstGeom>
          <a:solidFill>
            <a:srgbClr val="E09292"/>
          </a:solidFill>
          <a:ln w="254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fontAlgn="base"/>
            <a:endParaRPr lang="zh-CN" altLang="en-US">
              <a:solidFill>
                <a:schemeClr val="tx1"/>
              </a:solidFill>
              <a:latin typeface="Arial" charset="0"/>
              <a:sym typeface="+mn-lt"/>
            </a:endParaRPr>
          </a:p>
        </p:txBody>
      </p:sp>
      <p:pic>
        <p:nvPicPr>
          <p:cNvPr id="32" name="图片占位符 27" descr="D:\51PPT模板网\51pptmoban.com\图片.jpg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59500" y="3526273"/>
            <a:ext cx="1809344" cy="1750979"/>
          </a:xfrm>
          <a:prstGeom prst="rect">
            <a:avLst/>
          </a:prstGeom>
        </p:spPr>
      </p:pic>
      <p:pic>
        <p:nvPicPr>
          <p:cNvPr id="33" name="图片占位符 33" descr="D:\51PPT模板网\51pptmoban.com\图片.jpg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31232" y="1678021"/>
            <a:ext cx="1809344" cy="1750979"/>
          </a:xfrm>
          <a:prstGeom prst="rect">
            <a:avLst/>
          </a:prstGeom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3D9A3964-419E-7057-6428-3AB8472E1116}"/>
              </a:ext>
            </a:extLst>
          </p:cNvPr>
          <p:cNvGrpSpPr/>
          <p:nvPr/>
        </p:nvGrpSpPr>
        <p:grpSpPr>
          <a:xfrm>
            <a:off x="1167818" y="2129403"/>
            <a:ext cx="2984540" cy="816522"/>
            <a:chOff x="283598" y="1906534"/>
            <a:chExt cx="2984540" cy="816522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3223F16-5753-F8DE-66E1-236662139193}"/>
                </a:ext>
              </a:extLst>
            </p:cNvPr>
            <p:cNvSpPr txBox="1"/>
            <p:nvPr/>
          </p:nvSpPr>
          <p:spPr>
            <a:xfrm>
              <a:off x="283598" y="2190603"/>
              <a:ext cx="2966425" cy="5324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zh-CN" altLang="en-US" sz="1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根据自己的需要添加适当的文字，此处添加详细文本描述，建议与标题相关尽量简洁</a:t>
              </a:r>
              <a:r>
                <a:rPr lang="en-US" altLang="zh-CN" sz="1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... ...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327A09D-89BF-A2AA-3016-1DF263006DF8}"/>
                </a:ext>
              </a:extLst>
            </p:cNvPr>
            <p:cNvSpPr txBox="1"/>
            <p:nvPr/>
          </p:nvSpPr>
          <p:spPr>
            <a:xfrm>
              <a:off x="522550" y="1906534"/>
              <a:ext cx="274558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sz="16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Long time to diagnose</a:t>
              </a:r>
              <a:endParaRPr lang="zh-CN" altLang="en-US" sz="16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A9B23A3-9612-A7E6-F3A0-BC72C5C67ED6}"/>
              </a:ext>
            </a:extLst>
          </p:cNvPr>
          <p:cNvGrpSpPr/>
          <p:nvPr/>
        </p:nvGrpSpPr>
        <p:grpSpPr>
          <a:xfrm>
            <a:off x="8057757" y="4062816"/>
            <a:ext cx="2966425" cy="816522"/>
            <a:chOff x="283598" y="1906534"/>
            <a:chExt cx="2966425" cy="816522"/>
          </a:xfrm>
        </p:grpSpPr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81A6335-49D6-0A9F-FA81-6F04A786C462}"/>
                </a:ext>
              </a:extLst>
            </p:cNvPr>
            <p:cNvSpPr txBox="1"/>
            <p:nvPr/>
          </p:nvSpPr>
          <p:spPr>
            <a:xfrm>
              <a:off x="283598" y="2190603"/>
              <a:ext cx="2966425" cy="5324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zh-CN" altLang="en-US" sz="1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根据自己的需要添加适当的文字，此处添加详细文本描述，建议与标题相关尽量简洁</a:t>
              </a:r>
              <a:r>
                <a:rPr lang="en-US" altLang="zh-CN" sz="1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... ...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BBBA437C-7834-77CD-E646-9E88EEE28F68}"/>
                </a:ext>
              </a:extLst>
            </p:cNvPr>
            <p:cNvSpPr txBox="1"/>
            <p:nvPr/>
          </p:nvSpPr>
          <p:spPr>
            <a:xfrm>
              <a:off x="283599" y="1906534"/>
              <a:ext cx="22355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tx1">
                      <a:lumMod val="95000"/>
                      <a:lumOff val="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Stressed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out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B386449E-128B-06C3-7E32-CDE6EDD6EEE0}"/>
              </a:ext>
            </a:extLst>
          </p:cNvPr>
          <p:cNvGrpSpPr/>
          <p:nvPr/>
        </p:nvGrpSpPr>
        <p:grpSpPr>
          <a:xfrm>
            <a:off x="4868862" y="3970647"/>
            <a:ext cx="752475" cy="752475"/>
            <a:chOff x="4868862" y="3918496"/>
            <a:chExt cx="752475" cy="752475"/>
          </a:xfrm>
          <a:solidFill>
            <a:schemeClr val="bg1"/>
          </a:solidFill>
        </p:grpSpPr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38B45E6E-A86C-97FD-B7B9-1DE42B71BFA5}"/>
                </a:ext>
              </a:extLst>
            </p:cNvPr>
            <p:cNvSpPr/>
            <p:nvPr/>
          </p:nvSpPr>
          <p:spPr>
            <a:xfrm>
              <a:off x="5134610" y="3918496"/>
              <a:ext cx="486727" cy="485775"/>
            </a:xfrm>
            <a:custGeom>
              <a:avLst/>
              <a:gdLst>
                <a:gd name="connsiteX0" fmla="*/ 401003 w 486727"/>
                <a:gd name="connsiteY0" fmla="*/ 85725 h 485775"/>
                <a:gd name="connsiteX1" fmla="*/ 391478 w 486727"/>
                <a:gd name="connsiteY1" fmla="*/ 0 h 485775"/>
                <a:gd name="connsiteX2" fmla="*/ 286703 w 486727"/>
                <a:gd name="connsiteY2" fmla="*/ 104775 h 485775"/>
                <a:gd name="connsiteX3" fmla="*/ 292417 w 486727"/>
                <a:gd name="connsiteY3" fmla="*/ 154305 h 485775"/>
                <a:gd name="connsiteX4" fmla="*/ 140017 w 486727"/>
                <a:gd name="connsiteY4" fmla="*/ 306705 h 485775"/>
                <a:gd name="connsiteX5" fmla="*/ 95250 w 486727"/>
                <a:gd name="connsiteY5" fmla="*/ 295275 h 485775"/>
                <a:gd name="connsiteX6" fmla="*/ 0 w 486727"/>
                <a:gd name="connsiteY6" fmla="*/ 390525 h 485775"/>
                <a:gd name="connsiteX7" fmla="*/ 95250 w 486727"/>
                <a:gd name="connsiteY7" fmla="*/ 485775 h 485775"/>
                <a:gd name="connsiteX8" fmla="*/ 190500 w 486727"/>
                <a:gd name="connsiteY8" fmla="*/ 390525 h 485775"/>
                <a:gd name="connsiteX9" fmla="*/ 180022 w 486727"/>
                <a:gd name="connsiteY9" fmla="*/ 346710 h 485775"/>
                <a:gd name="connsiteX10" fmla="*/ 332423 w 486727"/>
                <a:gd name="connsiteY10" fmla="*/ 194310 h 485775"/>
                <a:gd name="connsiteX11" fmla="*/ 381953 w 486727"/>
                <a:gd name="connsiteY11" fmla="*/ 200025 h 485775"/>
                <a:gd name="connsiteX12" fmla="*/ 486728 w 486727"/>
                <a:gd name="connsiteY12" fmla="*/ 95250 h 485775"/>
                <a:gd name="connsiteX13" fmla="*/ 401003 w 486727"/>
                <a:gd name="connsiteY13" fmla="*/ 85725 h 485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86727" h="485775">
                  <a:moveTo>
                    <a:pt x="401003" y="85725"/>
                  </a:moveTo>
                  <a:lnTo>
                    <a:pt x="391478" y="0"/>
                  </a:lnTo>
                  <a:lnTo>
                    <a:pt x="286703" y="104775"/>
                  </a:lnTo>
                  <a:lnTo>
                    <a:pt x="292417" y="154305"/>
                  </a:lnTo>
                  <a:lnTo>
                    <a:pt x="140017" y="306705"/>
                  </a:lnTo>
                  <a:cubicBezTo>
                    <a:pt x="126682" y="300038"/>
                    <a:pt x="111442" y="295275"/>
                    <a:pt x="95250" y="295275"/>
                  </a:cubicBezTo>
                  <a:cubicBezTo>
                    <a:pt x="42863" y="295275"/>
                    <a:pt x="0" y="338138"/>
                    <a:pt x="0" y="390525"/>
                  </a:cubicBezTo>
                  <a:cubicBezTo>
                    <a:pt x="0" y="442913"/>
                    <a:pt x="42863" y="485775"/>
                    <a:pt x="95250" y="485775"/>
                  </a:cubicBezTo>
                  <a:cubicBezTo>
                    <a:pt x="147638" y="485775"/>
                    <a:pt x="190500" y="442913"/>
                    <a:pt x="190500" y="390525"/>
                  </a:cubicBezTo>
                  <a:cubicBezTo>
                    <a:pt x="190500" y="374333"/>
                    <a:pt x="186690" y="360045"/>
                    <a:pt x="180022" y="346710"/>
                  </a:cubicBezTo>
                  <a:lnTo>
                    <a:pt x="332423" y="194310"/>
                  </a:lnTo>
                  <a:lnTo>
                    <a:pt x="381953" y="200025"/>
                  </a:lnTo>
                  <a:lnTo>
                    <a:pt x="486728" y="95250"/>
                  </a:lnTo>
                  <a:lnTo>
                    <a:pt x="401003" y="8572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 lang="zh-CN" altLang="en-US" sz="1700">
                <a:solidFill>
                  <a:srgbClr val="FFFFFF"/>
                </a:solidFill>
                <a:latin typeface="+mn-ea"/>
              </a:endParaRPr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E92C4277-8124-4A2C-3284-170DAF787AB1}"/>
                </a:ext>
              </a:extLst>
            </p:cNvPr>
            <p:cNvSpPr/>
            <p:nvPr/>
          </p:nvSpPr>
          <p:spPr>
            <a:xfrm>
              <a:off x="4868862" y="3947071"/>
              <a:ext cx="723900" cy="723900"/>
            </a:xfrm>
            <a:custGeom>
              <a:avLst/>
              <a:gdLst>
                <a:gd name="connsiteX0" fmla="*/ 674370 w 723900"/>
                <a:gd name="connsiteY0" fmla="*/ 198120 h 723900"/>
                <a:gd name="connsiteX1" fmla="*/ 661988 w 723900"/>
                <a:gd name="connsiteY1" fmla="*/ 211455 h 723900"/>
                <a:gd name="connsiteX2" fmla="*/ 643890 w 723900"/>
                <a:gd name="connsiteY2" fmla="*/ 209550 h 723900"/>
                <a:gd name="connsiteX3" fmla="*/ 623888 w 723900"/>
                <a:gd name="connsiteY3" fmla="*/ 206693 h 723900"/>
                <a:gd name="connsiteX4" fmla="*/ 666750 w 723900"/>
                <a:gd name="connsiteY4" fmla="*/ 361950 h 723900"/>
                <a:gd name="connsiteX5" fmla="*/ 361950 w 723900"/>
                <a:gd name="connsiteY5" fmla="*/ 666750 h 723900"/>
                <a:gd name="connsiteX6" fmla="*/ 57150 w 723900"/>
                <a:gd name="connsiteY6" fmla="*/ 361950 h 723900"/>
                <a:gd name="connsiteX7" fmla="*/ 361950 w 723900"/>
                <a:gd name="connsiteY7" fmla="*/ 57150 h 723900"/>
                <a:gd name="connsiteX8" fmla="*/ 517208 w 723900"/>
                <a:gd name="connsiteY8" fmla="*/ 100013 h 723900"/>
                <a:gd name="connsiteX9" fmla="*/ 515303 w 723900"/>
                <a:gd name="connsiteY9" fmla="*/ 80963 h 723900"/>
                <a:gd name="connsiteX10" fmla="*/ 512445 w 723900"/>
                <a:gd name="connsiteY10" fmla="*/ 61913 h 723900"/>
                <a:gd name="connsiteX11" fmla="*/ 525780 w 723900"/>
                <a:gd name="connsiteY11" fmla="*/ 48578 h 723900"/>
                <a:gd name="connsiteX12" fmla="*/ 532448 w 723900"/>
                <a:gd name="connsiteY12" fmla="*/ 41910 h 723900"/>
                <a:gd name="connsiteX13" fmla="*/ 361950 w 723900"/>
                <a:gd name="connsiteY13" fmla="*/ 0 h 723900"/>
                <a:gd name="connsiteX14" fmla="*/ 0 w 723900"/>
                <a:gd name="connsiteY14" fmla="*/ 361950 h 723900"/>
                <a:gd name="connsiteX15" fmla="*/ 361950 w 723900"/>
                <a:gd name="connsiteY15" fmla="*/ 723900 h 723900"/>
                <a:gd name="connsiteX16" fmla="*/ 723900 w 723900"/>
                <a:gd name="connsiteY16" fmla="*/ 361950 h 723900"/>
                <a:gd name="connsiteX17" fmla="*/ 681038 w 723900"/>
                <a:gd name="connsiteY17" fmla="*/ 192405 h 723900"/>
                <a:gd name="connsiteX18" fmla="*/ 674370 w 723900"/>
                <a:gd name="connsiteY18" fmla="*/ 198120 h 72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23900" h="723900">
                  <a:moveTo>
                    <a:pt x="674370" y="198120"/>
                  </a:moveTo>
                  <a:lnTo>
                    <a:pt x="661988" y="211455"/>
                  </a:lnTo>
                  <a:lnTo>
                    <a:pt x="643890" y="209550"/>
                  </a:lnTo>
                  <a:lnTo>
                    <a:pt x="623888" y="206693"/>
                  </a:lnTo>
                  <a:cubicBezTo>
                    <a:pt x="650558" y="252413"/>
                    <a:pt x="666750" y="304800"/>
                    <a:pt x="666750" y="361950"/>
                  </a:cubicBezTo>
                  <a:cubicBezTo>
                    <a:pt x="666750" y="529590"/>
                    <a:pt x="529590" y="666750"/>
                    <a:pt x="361950" y="666750"/>
                  </a:cubicBezTo>
                  <a:cubicBezTo>
                    <a:pt x="194310" y="666750"/>
                    <a:pt x="57150" y="529590"/>
                    <a:pt x="57150" y="361950"/>
                  </a:cubicBezTo>
                  <a:cubicBezTo>
                    <a:pt x="57150" y="194310"/>
                    <a:pt x="194310" y="57150"/>
                    <a:pt x="361950" y="57150"/>
                  </a:cubicBezTo>
                  <a:cubicBezTo>
                    <a:pt x="418148" y="57150"/>
                    <a:pt x="471488" y="72390"/>
                    <a:pt x="517208" y="100013"/>
                  </a:cubicBezTo>
                  <a:lnTo>
                    <a:pt x="515303" y="80963"/>
                  </a:lnTo>
                  <a:lnTo>
                    <a:pt x="512445" y="61913"/>
                  </a:lnTo>
                  <a:lnTo>
                    <a:pt x="525780" y="48578"/>
                  </a:lnTo>
                  <a:lnTo>
                    <a:pt x="532448" y="41910"/>
                  </a:lnTo>
                  <a:cubicBezTo>
                    <a:pt x="481013" y="15240"/>
                    <a:pt x="423863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300038"/>
                    <a:pt x="708660" y="242888"/>
                    <a:pt x="681038" y="192405"/>
                  </a:cubicBezTo>
                  <a:lnTo>
                    <a:pt x="674370" y="198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 lang="zh-CN" altLang="en-US" sz="1700">
                <a:solidFill>
                  <a:srgbClr val="FFFFFF"/>
                </a:solidFill>
                <a:latin typeface="+mn-ea"/>
              </a:endParaRPr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3E316244-636D-E63D-5740-3D60C297270C}"/>
                </a:ext>
              </a:extLst>
            </p:cNvPr>
            <p:cNvSpPr/>
            <p:nvPr/>
          </p:nvSpPr>
          <p:spPr>
            <a:xfrm>
              <a:off x="5002212" y="4080421"/>
              <a:ext cx="457200" cy="457200"/>
            </a:xfrm>
            <a:custGeom>
              <a:avLst/>
              <a:gdLst>
                <a:gd name="connsiteX0" fmla="*/ 387668 w 457200"/>
                <a:gd name="connsiteY0" fmla="*/ 163830 h 457200"/>
                <a:gd name="connsiteX1" fmla="*/ 400050 w 457200"/>
                <a:gd name="connsiteY1" fmla="*/ 228600 h 457200"/>
                <a:gd name="connsiteX2" fmla="*/ 228600 w 457200"/>
                <a:gd name="connsiteY2" fmla="*/ 400050 h 457200"/>
                <a:gd name="connsiteX3" fmla="*/ 57150 w 457200"/>
                <a:gd name="connsiteY3" fmla="*/ 228600 h 457200"/>
                <a:gd name="connsiteX4" fmla="*/ 228600 w 457200"/>
                <a:gd name="connsiteY4" fmla="*/ 57150 h 457200"/>
                <a:gd name="connsiteX5" fmla="*/ 293370 w 457200"/>
                <a:gd name="connsiteY5" fmla="*/ 69532 h 457200"/>
                <a:gd name="connsiteX6" fmla="*/ 336233 w 457200"/>
                <a:gd name="connsiteY6" fmla="*/ 26670 h 457200"/>
                <a:gd name="connsiteX7" fmla="*/ 228600 w 457200"/>
                <a:gd name="connsiteY7" fmla="*/ 0 h 457200"/>
                <a:gd name="connsiteX8" fmla="*/ 0 w 457200"/>
                <a:gd name="connsiteY8" fmla="*/ 228600 h 457200"/>
                <a:gd name="connsiteX9" fmla="*/ 228600 w 457200"/>
                <a:gd name="connsiteY9" fmla="*/ 457200 h 457200"/>
                <a:gd name="connsiteX10" fmla="*/ 457200 w 457200"/>
                <a:gd name="connsiteY10" fmla="*/ 228600 h 457200"/>
                <a:gd name="connsiteX11" fmla="*/ 430530 w 457200"/>
                <a:gd name="connsiteY11" fmla="*/ 120968 h 457200"/>
                <a:gd name="connsiteX12" fmla="*/ 387668 w 457200"/>
                <a:gd name="connsiteY12" fmla="*/ 163830 h 457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7200" h="457200">
                  <a:moveTo>
                    <a:pt x="387668" y="163830"/>
                  </a:moveTo>
                  <a:cubicBezTo>
                    <a:pt x="396240" y="183833"/>
                    <a:pt x="400050" y="205740"/>
                    <a:pt x="400050" y="228600"/>
                  </a:cubicBezTo>
                  <a:cubicBezTo>
                    <a:pt x="400050" y="322898"/>
                    <a:pt x="322898" y="400050"/>
                    <a:pt x="228600" y="400050"/>
                  </a:cubicBezTo>
                  <a:cubicBezTo>
                    <a:pt x="134302" y="400050"/>
                    <a:pt x="57150" y="322898"/>
                    <a:pt x="57150" y="228600"/>
                  </a:cubicBezTo>
                  <a:cubicBezTo>
                    <a:pt x="57150" y="134302"/>
                    <a:pt x="134302" y="57150"/>
                    <a:pt x="228600" y="57150"/>
                  </a:cubicBezTo>
                  <a:cubicBezTo>
                    <a:pt x="251460" y="57150"/>
                    <a:pt x="273368" y="61913"/>
                    <a:pt x="293370" y="69532"/>
                  </a:cubicBezTo>
                  <a:lnTo>
                    <a:pt x="336233" y="26670"/>
                  </a:lnTo>
                  <a:cubicBezTo>
                    <a:pt x="303848" y="9525"/>
                    <a:pt x="267653" y="0"/>
                    <a:pt x="228600" y="0"/>
                  </a:cubicBezTo>
                  <a:cubicBezTo>
                    <a:pt x="102870" y="0"/>
                    <a:pt x="0" y="102870"/>
                    <a:pt x="0" y="228600"/>
                  </a:cubicBezTo>
                  <a:cubicBezTo>
                    <a:pt x="0" y="354330"/>
                    <a:pt x="102870" y="457200"/>
                    <a:pt x="228600" y="457200"/>
                  </a:cubicBezTo>
                  <a:cubicBezTo>
                    <a:pt x="354330" y="457200"/>
                    <a:pt x="457200" y="354330"/>
                    <a:pt x="457200" y="228600"/>
                  </a:cubicBezTo>
                  <a:cubicBezTo>
                    <a:pt x="457200" y="189548"/>
                    <a:pt x="447675" y="153352"/>
                    <a:pt x="430530" y="120968"/>
                  </a:cubicBezTo>
                  <a:lnTo>
                    <a:pt x="387668" y="16383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 lang="zh-CN" altLang="en-US" sz="1700">
                <a:solidFill>
                  <a:srgbClr val="FFFFFF"/>
                </a:solidFill>
                <a:latin typeface="+mn-ea"/>
              </a:endParaRPr>
            </a:p>
          </p:txBody>
        </p:sp>
      </p:grpSp>
      <p:grpSp>
        <p:nvGrpSpPr>
          <p:cNvPr id="8" name="组合 7" descr="D:\51PPT模板网\51pptmoban.com\图片.jpg">
            <a:extLst>
              <a:ext uri="{FF2B5EF4-FFF2-40B4-BE49-F238E27FC236}">
                <a16:creationId xmlns:a16="http://schemas.microsoft.com/office/drawing/2014/main" id="{B5BDAE34-06BA-6CF2-AB6A-9ABAF9C22C12}"/>
              </a:ext>
            </a:extLst>
          </p:cNvPr>
          <p:cNvGrpSpPr/>
          <p:nvPr/>
        </p:nvGrpSpPr>
        <p:grpSpPr>
          <a:xfrm>
            <a:off x="6766039" y="2086957"/>
            <a:ext cx="595312" cy="762000"/>
            <a:chOff x="6766039" y="2034806"/>
            <a:chExt cx="595312" cy="762000"/>
          </a:xfrm>
          <a:solidFill>
            <a:schemeClr val="bg1"/>
          </a:solidFill>
        </p:grpSpPr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B4D3949D-2B48-BC55-B325-15BC034B6604}"/>
                </a:ext>
              </a:extLst>
            </p:cNvPr>
            <p:cNvSpPr/>
            <p:nvPr/>
          </p:nvSpPr>
          <p:spPr>
            <a:xfrm>
              <a:off x="6766039" y="2320556"/>
              <a:ext cx="595312" cy="476250"/>
            </a:xfrm>
            <a:custGeom>
              <a:avLst/>
              <a:gdLst>
                <a:gd name="connsiteX0" fmla="*/ 595312 w 595312"/>
                <a:gd name="connsiteY0" fmla="*/ 201930 h 476250"/>
                <a:gd name="connsiteX1" fmla="*/ 457200 w 595312"/>
                <a:gd name="connsiteY1" fmla="*/ 57150 h 476250"/>
                <a:gd name="connsiteX2" fmla="*/ 457200 w 595312"/>
                <a:gd name="connsiteY2" fmla="*/ 0 h 476250"/>
                <a:gd name="connsiteX3" fmla="*/ 0 w 595312"/>
                <a:gd name="connsiteY3" fmla="*/ 0 h 476250"/>
                <a:gd name="connsiteX4" fmla="*/ 0 w 595312"/>
                <a:gd name="connsiteY4" fmla="*/ 438150 h 476250"/>
                <a:gd name="connsiteX5" fmla="*/ 38100 w 595312"/>
                <a:gd name="connsiteY5" fmla="*/ 476250 h 476250"/>
                <a:gd name="connsiteX6" fmla="*/ 419100 w 595312"/>
                <a:gd name="connsiteY6" fmla="*/ 476250 h 476250"/>
                <a:gd name="connsiteX7" fmla="*/ 457200 w 595312"/>
                <a:gd name="connsiteY7" fmla="*/ 438150 h 476250"/>
                <a:gd name="connsiteX8" fmla="*/ 457200 w 595312"/>
                <a:gd name="connsiteY8" fmla="*/ 347663 h 476250"/>
                <a:gd name="connsiteX9" fmla="*/ 595312 w 595312"/>
                <a:gd name="connsiteY9" fmla="*/ 201930 h 476250"/>
                <a:gd name="connsiteX10" fmla="*/ 458153 w 595312"/>
                <a:gd name="connsiteY10" fmla="*/ 290513 h 476250"/>
                <a:gd name="connsiteX11" fmla="*/ 458153 w 595312"/>
                <a:gd name="connsiteY11" fmla="*/ 114300 h 476250"/>
                <a:gd name="connsiteX12" fmla="*/ 539115 w 595312"/>
                <a:gd name="connsiteY12" fmla="*/ 201930 h 476250"/>
                <a:gd name="connsiteX13" fmla="*/ 458153 w 595312"/>
                <a:gd name="connsiteY13" fmla="*/ 290513 h 476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95312" h="476250">
                  <a:moveTo>
                    <a:pt x="595312" y="201930"/>
                  </a:moveTo>
                  <a:cubicBezTo>
                    <a:pt x="595312" y="123825"/>
                    <a:pt x="534353" y="60960"/>
                    <a:pt x="457200" y="57150"/>
                  </a:cubicBezTo>
                  <a:lnTo>
                    <a:pt x="457200" y="0"/>
                  </a:lnTo>
                  <a:lnTo>
                    <a:pt x="0" y="0"/>
                  </a:lnTo>
                  <a:lnTo>
                    <a:pt x="0" y="438150"/>
                  </a:lnTo>
                  <a:cubicBezTo>
                    <a:pt x="0" y="459105"/>
                    <a:pt x="17145" y="476250"/>
                    <a:pt x="38100" y="476250"/>
                  </a:cubicBezTo>
                  <a:lnTo>
                    <a:pt x="419100" y="476250"/>
                  </a:lnTo>
                  <a:cubicBezTo>
                    <a:pt x="440055" y="476250"/>
                    <a:pt x="457200" y="459105"/>
                    <a:pt x="457200" y="438150"/>
                  </a:cubicBezTo>
                  <a:lnTo>
                    <a:pt x="457200" y="347663"/>
                  </a:lnTo>
                  <a:cubicBezTo>
                    <a:pt x="534353" y="343853"/>
                    <a:pt x="595312" y="280035"/>
                    <a:pt x="595312" y="201930"/>
                  </a:cubicBezTo>
                  <a:close/>
                  <a:moveTo>
                    <a:pt x="458153" y="290513"/>
                  </a:moveTo>
                  <a:lnTo>
                    <a:pt x="458153" y="114300"/>
                  </a:lnTo>
                  <a:cubicBezTo>
                    <a:pt x="503872" y="118110"/>
                    <a:pt x="539115" y="156210"/>
                    <a:pt x="539115" y="201930"/>
                  </a:cubicBezTo>
                  <a:cubicBezTo>
                    <a:pt x="539115" y="247650"/>
                    <a:pt x="502920" y="286703"/>
                    <a:pt x="458153" y="2905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8969728A-C18F-4097-88FE-BB5924E1B49E}"/>
                </a:ext>
              </a:extLst>
            </p:cNvPr>
            <p:cNvSpPr/>
            <p:nvPr/>
          </p:nvSpPr>
          <p:spPr>
            <a:xfrm>
              <a:off x="6957491" y="2034806"/>
              <a:ext cx="66675" cy="172402"/>
            </a:xfrm>
            <a:custGeom>
              <a:avLst/>
              <a:gdLst>
                <a:gd name="connsiteX0" fmla="*/ 20003 w 66675"/>
                <a:gd name="connsiteY0" fmla="*/ 100013 h 172402"/>
                <a:gd name="connsiteX1" fmla="*/ 28575 w 66675"/>
                <a:gd name="connsiteY1" fmla="*/ 120015 h 172402"/>
                <a:gd name="connsiteX2" fmla="*/ 20003 w 66675"/>
                <a:gd name="connsiteY2" fmla="*/ 140018 h 172402"/>
                <a:gd name="connsiteX3" fmla="*/ 20003 w 66675"/>
                <a:gd name="connsiteY3" fmla="*/ 166688 h 172402"/>
                <a:gd name="connsiteX4" fmla="*/ 33338 w 66675"/>
                <a:gd name="connsiteY4" fmla="*/ 172403 h 172402"/>
                <a:gd name="connsiteX5" fmla="*/ 46673 w 66675"/>
                <a:gd name="connsiteY5" fmla="*/ 166688 h 172402"/>
                <a:gd name="connsiteX6" fmla="*/ 66675 w 66675"/>
                <a:gd name="connsiteY6" fmla="*/ 119063 h 172402"/>
                <a:gd name="connsiteX7" fmla="*/ 46673 w 66675"/>
                <a:gd name="connsiteY7" fmla="*/ 72390 h 172402"/>
                <a:gd name="connsiteX8" fmla="*/ 46673 w 66675"/>
                <a:gd name="connsiteY8" fmla="*/ 72390 h 172402"/>
                <a:gd name="connsiteX9" fmla="*/ 46673 w 66675"/>
                <a:gd name="connsiteY9" fmla="*/ 32385 h 172402"/>
                <a:gd name="connsiteX10" fmla="*/ 46673 w 66675"/>
                <a:gd name="connsiteY10" fmla="*/ 5715 h 172402"/>
                <a:gd name="connsiteX11" fmla="*/ 20003 w 66675"/>
                <a:gd name="connsiteY11" fmla="*/ 5715 h 172402"/>
                <a:gd name="connsiteX12" fmla="*/ 20003 w 66675"/>
                <a:gd name="connsiteY12" fmla="*/ 100013 h 172402"/>
                <a:gd name="connsiteX13" fmla="*/ 20003 w 66675"/>
                <a:gd name="connsiteY13" fmla="*/ 100013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675" h="172402">
                  <a:moveTo>
                    <a:pt x="20003" y="100013"/>
                  </a:moveTo>
                  <a:cubicBezTo>
                    <a:pt x="25718" y="105728"/>
                    <a:pt x="28575" y="112395"/>
                    <a:pt x="28575" y="120015"/>
                  </a:cubicBezTo>
                  <a:cubicBezTo>
                    <a:pt x="28575" y="127635"/>
                    <a:pt x="25718" y="135255"/>
                    <a:pt x="20003" y="140018"/>
                  </a:cubicBezTo>
                  <a:cubicBezTo>
                    <a:pt x="12382" y="147638"/>
                    <a:pt x="12382" y="159068"/>
                    <a:pt x="20003" y="166688"/>
                  </a:cubicBezTo>
                  <a:cubicBezTo>
                    <a:pt x="23813" y="170498"/>
                    <a:pt x="28575" y="172403"/>
                    <a:pt x="33338" y="172403"/>
                  </a:cubicBezTo>
                  <a:cubicBezTo>
                    <a:pt x="38100" y="172403"/>
                    <a:pt x="42863" y="170498"/>
                    <a:pt x="46673" y="166688"/>
                  </a:cubicBezTo>
                  <a:cubicBezTo>
                    <a:pt x="59055" y="154305"/>
                    <a:pt x="66675" y="137160"/>
                    <a:pt x="66675" y="119063"/>
                  </a:cubicBezTo>
                  <a:cubicBezTo>
                    <a:pt x="66675" y="100965"/>
                    <a:pt x="60007" y="84772"/>
                    <a:pt x="46673" y="72390"/>
                  </a:cubicBezTo>
                  <a:cubicBezTo>
                    <a:pt x="46673" y="72390"/>
                    <a:pt x="46673" y="72390"/>
                    <a:pt x="46673" y="72390"/>
                  </a:cubicBezTo>
                  <a:cubicBezTo>
                    <a:pt x="35243" y="60960"/>
                    <a:pt x="35243" y="42862"/>
                    <a:pt x="46673" y="32385"/>
                  </a:cubicBezTo>
                  <a:cubicBezTo>
                    <a:pt x="54293" y="24765"/>
                    <a:pt x="54293" y="13335"/>
                    <a:pt x="46673" y="5715"/>
                  </a:cubicBezTo>
                  <a:cubicBezTo>
                    <a:pt x="39053" y="-1905"/>
                    <a:pt x="27623" y="-1905"/>
                    <a:pt x="20003" y="5715"/>
                  </a:cubicBezTo>
                  <a:cubicBezTo>
                    <a:pt x="-6668" y="31433"/>
                    <a:pt x="-6668" y="74295"/>
                    <a:pt x="20003" y="100013"/>
                  </a:cubicBezTo>
                  <a:cubicBezTo>
                    <a:pt x="20003" y="100013"/>
                    <a:pt x="20003" y="100013"/>
                    <a:pt x="20003" y="100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085F838F-79FE-8FEA-8B49-4711A95A40A0}"/>
                </a:ext>
              </a:extLst>
            </p:cNvPr>
            <p:cNvSpPr/>
            <p:nvPr/>
          </p:nvSpPr>
          <p:spPr>
            <a:xfrm>
              <a:off x="7061314" y="2090051"/>
              <a:ext cx="65960" cy="172402"/>
            </a:xfrm>
            <a:custGeom>
              <a:avLst/>
              <a:gdLst>
                <a:gd name="connsiteX0" fmla="*/ 20002 w 65960"/>
                <a:gd name="connsiteY0" fmla="*/ 100012 h 172402"/>
                <a:gd name="connsiteX1" fmla="*/ 20002 w 65960"/>
                <a:gd name="connsiteY1" fmla="*/ 140018 h 172402"/>
                <a:gd name="connsiteX2" fmla="*/ 20002 w 65960"/>
                <a:gd name="connsiteY2" fmla="*/ 166687 h 172402"/>
                <a:gd name="connsiteX3" fmla="*/ 33338 w 65960"/>
                <a:gd name="connsiteY3" fmla="*/ 172403 h 172402"/>
                <a:gd name="connsiteX4" fmla="*/ 46672 w 65960"/>
                <a:gd name="connsiteY4" fmla="*/ 166687 h 172402"/>
                <a:gd name="connsiteX5" fmla="*/ 46672 w 65960"/>
                <a:gd name="connsiteY5" fmla="*/ 72390 h 172402"/>
                <a:gd name="connsiteX6" fmla="*/ 46672 w 65960"/>
                <a:gd name="connsiteY6" fmla="*/ 72390 h 172402"/>
                <a:gd name="connsiteX7" fmla="*/ 38100 w 65960"/>
                <a:gd name="connsiteY7" fmla="*/ 52387 h 172402"/>
                <a:gd name="connsiteX8" fmla="*/ 46672 w 65960"/>
                <a:gd name="connsiteY8" fmla="*/ 32385 h 172402"/>
                <a:gd name="connsiteX9" fmla="*/ 46672 w 65960"/>
                <a:gd name="connsiteY9" fmla="*/ 5715 h 172402"/>
                <a:gd name="connsiteX10" fmla="*/ 20002 w 65960"/>
                <a:gd name="connsiteY10" fmla="*/ 5715 h 172402"/>
                <a:gd name="connsiteX11" fmla="*/ 0 w 65960"/>
                <a:gd name="connsiteY11" fmla="*/ 53340 h 172402"/>
                <a:gd name="connsiteX12" fmla="*/ 20002 w 65960"/>
                <a:gd name="connsiteY12" fmla="*/ 100012 h 172402"/>
                <a:gd name="connsiteX13" fmla="*/ 20002 w 65960"/>
                <a:gd name="connsiteY13" fmla="*/ 10001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5960" h="172402">
                  <a:moveTo>
                    <a:pt x="20002" y="100012"/>
                  </a:moveTo>
                  <a:cubicBezTo>
                    <a:pt x="31432" y="111443"/>
                    <a:pt x="31432" y="129540"/>
                    <a:pt x="20002" y="140018"/>
                  </a:cubicBezTo>
                  <a:cubicBezTo>
                    <a:pt x="12382" y="147637"/>
                    <a:pt x="12382" y="159068"/>
                    <a:pt x="20002" y="166687"/>
                  </a:cubicBezTo>
                  <a:cubicBezTo>
                    <a:pt x="23813" y="170498"/>
                    <a:pt x="28575" y="172403"/>
                    <a:pt x="33338" y="172403"/>
                  </a:cubicBezTo>
                  <a:cubicBezTo>
                    <a:pt x="38100" y="172403"/>
                    <a:pt x="42863" y="170498"/>
                    <a:pt x="46672" y="166687"/>
                  </a:cubicBezTo>
                  <a:cubicBezTo>
                    <a:pt x="72390" y="140970"/>
                    <a:pt x="72390" y="98108"/>
                    <a:pt x="46672" y="72390"/>
                  </a:cubicBezTo>
                  <a:cubicBezTo>
                    <a:pt x="46672" y="72390"/>
                    <a:pt x="46672" y="72390"/>
                    <a:pt x="46672" y="72390"/>
                  </a:cubicBezTo>
                  <a:cubicBezTo>
                    <a:pt x="40957" y="66675"/>
                    <a:pt x="38100" y="60008"/>
                    <a:pt x="38100" y="52387"/>
                  </a:cubicBezTo>
                  <a:cubicBezTo>
                    <a:pt x="38100" y="44768"/>
                    <a:pt x="40957" y="37148"/>
                    <a:pt x="46672" y="32385"/>
                  </a:cubicBezTo>
                  <a:cubicBezTo>
                    <a:pt x="54293" y="24765"/>
                    <a:pt x="54293" y="13335"/>
                    <a:pt x="46672" y="5715"/>
                  </a:cubicBezTo>
                  <a:cubicBezTo>
                    <a:pt x="39052" y="-1905"/>
                    <a:pt x="27622" y="-1905"/>
                    <a:pt x="20002" y="5715"/>
                  </a:cubicBezTo>
                  <a:cubicBezTo>
                    <a:pt x="7620" y="18097"/>
                    <a:pt x="0" y="35243"/>
                    <a:pt x="0" y="53340"/>
                  </a:cubicBezTo>
                  <a:cubicBezTo>
                    <a:pt x="952" y="71437"/>
                    <a:pt x="7620" y="87630"/>
                    <a:pt x="20002" y="100012"/>
                  </a:cubicBezTo>
                  <a:cubicBezTo>
                    <a:pt x="20002" y="100012"/>
                    <a:pt x="20002" y="100012"/>
                    <a:pt x="20002" y="10001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9924A75B-14B8-A6B8-8DDF-367FB1CED40D}"/>
                </a:ext>
              </a:extLst>
            </p:cNvPr>
            <p:cNvSpPr/>
            <p:nvPr/>
          </p:nvSpPr>
          <p:spPr>
            <a:xfrm>
              <a:off x="6862242" y="2089098"/>
              <a:ext cx="66674" cy="173354"/>
            </a:xfrm>
            <a:custGeom>
              <a:avLst/>
              <a:gdLst>
                <a:gd name="connsiteX0" fmla="*/ 20002 w 66674"/>
                <a:gd name="connsiteY0" fmla="*/ 100965 h 173354"/>
                <a:gd name="connsiteX1" fmla="*/ 28575 w 66674"/>
                <a:gd name="connsiteY1" fmla="*/ 120967 h 173354"/>
                <a:gd name="connsiteX2" fmla="*/ 20002 w 66674"/>
                <a:gd name="connsiteY2" fmla="*/ 140970 h 173354"/>
                <a:gd name="connsiteX3" fmla="*/ 20002 w 66674"/>
                <a:gd name="connsiteY3" fmla="*/ 167640 h 173354"/>
                <a:gd name="connsiteX4" fmla="*/ 33337 w 66674"/>
                <a:gd name="connsiteY4" fmla="*/ 173355 h 173354"/>
                <a:gd name="connsiteX5" fmla="*/ 46673 w 66674"/>
                <a:gd name="connsiteY5" fmla="*/ 167640 h 173354"/>
                <a:gd name="connsiteX6" fmla="*/ 66675 w 66674"/>
                <a:gd name="connsiteY6" fmla="*/ 120015 h 173354"/>
                <a:gd name="connsiteX7" fmla="*/ 46673 w 66674"/>
                <a:gd name="connsiteY7" fmla="*/ 72390 h 173354"/>
                <a:gd name="connsiteX8" fmla="*/ 46673 w 66674"/>
                <a:gd name="connsiteY8" fmla="*/ 72390 h 173354"/>
                <a:gd name="connsiteX9" fmla="*/ 46673 w 66674"/>
                <a:gd name="connsiteY9" fmla="*/ 32385 h 173354"/>
                <a:gd name="connsiteX10" fmla="*/ 46673 w 66674"/>
                <a:gd name="connsiteY10" fmla="*/ 5715 h 173354"/>
                <a:gd name="connsiteX11" fmla="*/ 20002 w 66674"/>
                <a:gd name="connsiteY11" fmla="*/ 5715 h 173354"/>
                <a:gd name="connsiteX12" fmla="*/ 20002 w 66674"/>
                <a:gd name="connsiteY12" fmla="*/ 100965 h 173354"/>
                <a:gd name="connsiteX13" fmla="*/ 20002 w 66674"/>
                <a:gd name="connsiteY13" fmla="*/ 100965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674" h="173354">
                  <a:moveTo>
                    <a:pt x="20002" y="100965"/>
                  </a:moveTo>
                  <a:cubicBezTo>
                    <a:pt x="25717" y="106680"/>
                    <a:pt x="28575" y="113348"/>
                    <a:pt x="28575" y="120967"/>
                  </a:cubicBezTo>
                  <a:cubicBezTo>
                    <a:pt x="28575" y="128588"/>
                    <a:pt x="25717" y="136208"/>
                    <a:pt x="20002" y="140970"/>
                  </a:cubicBezTo>
                  <a:cubicBezTo>
                    <a:pt x="12383" y="148590"/>
                    <a:pt x="12383" y="160020"/>
                    <a:pt x="20002" y="167640"/>
                  </a:cubicBezTo>
                  <a:cubicBezTo>
                    <a:pt x="23812" y="171450"/>
                    <a:pt x="28575" y="173355"/>
                    <a:pt x="33337" y="173355"/>
                  </a:cubicBezTo>
                  <a:cubicBezTo>
                    <a:pt x="38100" y="173355"/>
                    <a:pt x="42862" y="171450"/>
                    <a:pt x="46673" y="167640"/>
                  </a:cubicBezTo>
                  <a:cubicBezTo>
                    <a:pt x="59055" y="155258"/>
                    <a:pt x="66675" y="138113"/>
                    <a:pt x="66675" y="120015"/>
                  </a:cubicBezTo>
                  <a:cubicBezTo>
                    <a:pt x="66675" y="101917"/>
                    <a:pt x="60007" y="85725"/>
                    <a:pt x="46673" y="72390"/>
                  </a:cubicBezTo>
                  <a:lnTo>
                    <a:pt x="46673" y="72390"/>
                  </a:lnTo>
                  <a:cubicBezTo>
                    <a:pt x="35243" y="60960"/>
                    <a:pt x="35243" y="42863"/>
                    <a:pt x="46673" y="32385"/>
                  </a:cubicBezTo>
                  <a:cubicBezTo>
                    <a:pt x="54293" y="24765"/>
                    <a:pt x="54293" y="13335"/>
                    <a:pt x="46673" y="5715"/>
                  </a:cubicBezTo>
                  <a:cubicBezTo>
                    <a:pt x="39052" y="-1905"/>
                    <a:pt x="27623" y="-1905"/>
                    <a:pt x="20002" y="5715"/>
                  </a:cubicBezTo>
                  <a:cubicBezTo>
                    <a:pt x="-6667" y="33338"/>
                    <a:pt x="-6667" y="75248"/>
                    <a:pt x="20002" y="100965"/>
                  </a:cubicBezTo>
                  <a:cubicBezTo>
                    <a:pt x="20002" y="100965"/>
                    <a:pt x="20002" y="100965"/>
                    <a:pt x="20002" y="10096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934D85E3-0EA2-A262-3E93-0175C5350447}"/>
              </a:ext>
            </a:extLst>
          </p:cNvPr>
          <p:cNvGrpSpPr/>
          <p:nvPr/>
        </p:nvGrpSpPr>
        <p:grpSpPr>
          <a:xfrm>
            <a:off x="7672139" y="2145249"/>
            <a:ext cx="2966425" cy="816522"/>
            <a:chOff x="283598" y="1906534"/>
            <a:chExt cx="2966425" cy="816522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4024B61E-D851-FA26-9A98-04F07A17D6E6}"/>
                </a:ext>
              </a:extLst>
            </p:cNvPr>
            <p:cNvSpPr txBox="1"/>
            <p:nvPr/>
          </p:nvSpPr>
          <p:spPr>
            <a:xfrm>
              <a:off x="283598" y="2190603"/>
              <a:ext cx="2966425" cy="5324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zh-CN" altLang="en-US" sz="10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根据自己的需要添加适当的文字，此处添加详细文本描述，建议与标题相关尽量简洁</a:t>
              </a:r>
              <a:r>
                <a:rPr lang="en-US" altLang="zh-CN" sz="10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... ...</a:t>
              </a: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06B38E9B-DB7A-EEFA-BFFB-C169F0531041}"/>
                </a:ext>
              </a:extLst>
            </p:cNvPr>
            <p:cNvSpPr txBox="1"/>
            <p:nvPr/>
          </p:nvSpPr>
          <p:spPr>
            <a:xfrm>
              <a:off x="283599" y="1906534"/>
              <a:ext cx="22355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tx1">
                      <a:lumMod val="95000"/>
                      <a:lumOff val="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Invisible pain</a:t>
              </a:r>
              <a:endParaRPr lang="zh-CN" altLang="en-US" dirty="0">
                <a:solidFill>
                  <a:schemeClr val="bg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41AA2F14-F6CE-B869-6981-39F7BA1EB244}"/>
              </a:ext>
            </a:extLst>
          </p:cNvPr>
          <p:cNvGrpSpPr/>
          <p:nvPr/>
        </p:nvGrpSpPr>
        <p:grpSpPr>
          <a:xfrm>
            <a:off x="1638235" y="4007089"/>
            <a:ext cx="2984539" cy="816522"/>
            <a:chOff x="283598" y="1906534"/>
            <a:chExt cx="2984539" cy="816522"/>
          </a:xfrm>
        </p:grpSpPr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CF564E0F-8B25-10D2-F00D-DD4236350C11}"/>
                </a:ext>
              </a:extLst>
            </p:cNvPr>
            <p:cNvSpPr txBox="1"/>
            <p:nvPr/>
          </p:nvSpPr>
          <p:spPr>
            <a:xfrm>
              <a:off x="283598" y="2190603"/>
              <a:ext cx="2966425" cy="5324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zh-CN" altLang="en-US" sz="10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根据自己的需要添加适当的文字，此处添加详细文本描述，建议与标题相关尽量简洁</a:t>
              </a:r>
              <a:r>
                <a:rPr lang="en-US" altLang="zh-CN" sz="10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... ...</a:t>
              </a: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DF394025-7088-0093-DA83-AB790F75B5F6}"/>
                </a:ext>
              </a:extLst>
            </p:cNvPr>
            <p:cNvSpPr txBox="1"/>
            <p:nvPr/>
          </p:nvSpPr>
          <p:spPr>
            <a:xfrm>
              <a:off x="1032570" y="1906534"/>
              <a:ext cx="223556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sz="1600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Too many tests?</a:t>
              </a:r>
              <a:endParaRPr lang="zh-CN" altLang="en-US" sz="1600" dirty="0">
                <a:solidFill>
                  <a:schemeClr val="bg1"/>
                </a:solidFill>
                <a:sym typeface="HarmonyOS Sans SC Light" panose="00000400000000000000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496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36B74C-9B76-100C-D47A-B780046D8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44F71285-2A56-66EB-EB84-412E3A84D201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BC6A8A53-4A25-BECB-40A6-55F56ECEBB01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EBE4739A-6EE1-DD75-27F9-1E06FD2CB239}"/>
                </a:ext>
              </a:extLst>
            </p:cNvPr>
            <p:cNvSpPr txBox="1"/>
            <p:nvPr/>
          </p:nvSpPr>
          <p:spPr>
            <a:xfrm>
              <a:off x="2569088" y="2361459"/>
              <a:ext cx="5629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chemeClr val="bg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</a:rPr>
                <a:t>01</a:t>
              </a:r>
              <a:endParaRPr lang="zh-CN" altLang="en-US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FD66C02C-6295-6C60-7904-473D162EE55B}"/>
                </a:ext>
              </a:extLst>
            </p:cNvPr>
            <p:cNvSpPr txBox="1"/>
            <p:nvPr/>
          </p:nvSpPr>
          <p:spPr>
            <a:xfrm>
              <a:off x="3426321" y="2364250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Why</a:t>
              </a:r>
              <a:r>
                <a:rPr lang="zh-CN" altLang="en-US" b="1" dirty="0">
                  <a:solidFill>
                    <a:schemeClr val="bg1"/>
                  </a:solidFill>
                </a:rPr>
                <a:t> </a:t>
              </a:r>
              <a:r>
                <a:rPr lang="en-US" altLang="zh-CN" b="1" dirty="0">
                  <a:solidFill>
                    <a:schemeClr val="bg1"/>
                  </a:solidFill>
                </a:rPr>
                <a:t>RA</a:t>
              </a:r>
              <a:r>
                <a:rPr lang="zh-CN" altLang="en-US" b="1" dirty="0">
                  <a:solidFill>
                    <a:schemeClr val="bg1"/>
                  </a:solidFill>
                </a:rPr>
                <a:t>？</a:t>
              </a:r>
            </a:p>
          </p:txBody>
        </p:sp>
      </p:grpSp>
      <p:sp>
        <p:nvSpPr>
          <p:cNvPr id="2" name="矩形 1" descr="D:\51PPT模板网\51pptmoban.com\图片.jpg">
            <a:extLst>
              <a:ext uri="{FF2B5EF4-FFF2-40B4-BE49-F238E27FC236}">
                <a16:creationId xmlns:a16="http://schemas.microsoft.com/office/drawing/2014/main" id="{B8A0F131-7445-CFF9-2A2D-B777AF3CB11E}"/>
              </a:ext>
            </a:extLst>
          </p:cNvPr>
          <p:cNvSpPr/>
          <p:nvPr/>
        </p:nvSpPr>
        <p:spPr>
          <a:xfrm>
            <a:off x="8189235" y="1756436"/>
            <a:ext cx="3055028" cy="3965609"/>
          </a:xfrm>
          <a:prstGeom prst="rect">
            <a:avLst/>
          </a:prstGeom>
          <a:blipFill dpi="0" rotWithShape="1">
            <a:blip r:embed="rId3"/>
            <a:srcRect/>
            <a:tile tx="-25400" ty="-508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Need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altLang="zh-CN" dirty="0">
                <a:solidFill>
                  <a:schemeClr val="tx1"/>
                </a:solidFill>
              </a:rPr>
              <a:t>change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CBEA022-15BA-E706-5E9B-D42082C4EEC4}"/>
              </a:ext>
            </a:extLst>
          </p:cNvPr>
          <p:cNvSpPr/>
          <p:nvPr/>
        </p:nvSpPr>
        <p:spPr>
          <a:xfrm>
            <a:off x="4826350" y="1756436"/>
            <a:ext cx="3055028" cy="3965609"/>
          </a:xfrm>
          <a:prstGeom prst="rect">
            <a:avLst/>
          </a:prstGeom>
          <a:solidFill>
            <a:srgbClr val="A1B4D5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>
              <a:solidFill>
                <a:srgbClr val="FFFFFF"/>
              </a:solidFill>
              <a:latin typeface="+mn-ea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32D28F63-07D7-288A-9273-2734E7848FC0}"/>
              </a:ext>
            </a:extLst>
          </p:cNvPr>
          <p:cNvGrpSpPr/>
          <p:nvPr/>
        </p:nvGrpSpPr>
        <p:grpSpPr>
          <a:xfrm>
            <a:off x="863337" y="1927575"/>
            <a:ext cx="3388239" cy="2848053"/>
            <a:chOff x="283598" y="1906534"/>
            <a:chExt cx="3388239" cy="2848053"/>
          </a:xfrm>
        </p:grpSpPr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F6DA2D9B-C7D6-D4D3-732B-4CE12DCBF1CB}"/>
                </a:ext>
              </a:extLst>
            </p:cNvPr>
            <p:cNvSpPr txBox="1"/>
            <p:nvPr/>
          </p:nvSpPr>
          <p:spPr>
            <a:xfrm>
              <a:off x="283598" y="2444603"/>
              <a:ext cx="3388239" cy="57028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Why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RA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  <a:p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B7B1FD95-F123-5C7D-A60C-B97540D3AB0B}"/>
                </a:ext>
              </a:extLst>
            </p:cNvPr>
            <p:cNvSpPr txBox="1"/>
            <p:nvPr/>
          </p:nvSpPr>
          <p:spPr>
            <a:xfrm>
              <a:off x="283599" y="1906534"/>
              <a:ext cx="28958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tx1">
                      <a:lumMod val="95000"/>
                      <a:lumOff val="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Focus</a:t>
              </a:r>
              <a:r>
                <a:rPr lang="zh-CN" altLang="en-US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on</a:t>
              </a:r>
              <a:r>
                <a:rPr lang="zh-CN" altLang="en-US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gender</a:t>
              </a:r>
              <a:r>
                <a:rPr lang="zh-CN" altLang="en-US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20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gap</a:t>
              </a:r>
              <a:endParaRPr lang="zh-CN" altLang="en-US" sz="20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A1BECC-A042-64CC-7F54-803038C47E6D}"/>
                </a:ext>
              </a:extLst>
            </p:cNvPr>
            <p:cNvSpPr txBox="1"/>
            <p:nvPr/>
          </p:nvSpPr>
          <p:spPr>
            <a:xfrm>
              <a:off x="283598" y="3676471"/>
              <a:ext cx="3388239" cy="10781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Why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woman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  <a:p>
              <a:r>
                <a:rPr lang="en-US" sz="1100" b="1" dirty="0"/>
                <a:t>Biological Factors:</a:t>
              </a:r>
              <a:r>
                <a:rPr lang="en-US" sz="1100" dirty="0"/>
                <a:t> Hormonal fluctuations (estrogen/progesterone) significantly impact inflammation triggers.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2896A8DD-89A2-E9F6-7CD0-CC83679B90AC}"/>
              </a:ext>
            </a:extLst>
          </p:cNvPr>
          <p:cNvSpPr/>
          <p:nvPr/>
        </p:nvSpPr>
        <p:spPr>
          <a:xfrm>
            <a:off x="912813" y="4997549"/>
            <a:ext cx="2056606" cy="469900"/>
          </a:xfrm>
          <a:custGeom>
            <a:avLst/>
            <a:gdLst>
              <a:gd name="connsiteX0" fmla="*/ 0 w 2056606"/>
              <a:gd name="connsiteY0" fmla="*/ 0 h 469900"/>
              <a:gd name="connsiteX1" fmla="*/ 1821656 w 2056606"/>
              <a:gd name="connsiteY1" fmla="*/ 0 h 469900"/>
              <a:gd name="connsiteX2" fmla="*/ 2056606 w 2056606"/>
              <a:gd name="connsiteY2" fmla="*/ 234950 h 469900"/>
              <a:gd name="connsiteX3" fmla="*/ 1821656 w 2056606"/>
              <a:gd name="connsiteY3" fmla="*/ 469900 h 469900"/>
              <a:gd name="connsiteX4" fmla="*/ 0 w 2056606"/>
              <a:gd name="connsiteY4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6606" h="469900">
                <a:moveTo>
                  <a:pt x="0" y="0"/>
                </a:moveTo>
                <a:lnTo>
                  <a:pt x="1821656" y="0"/>
                </a:lnTo>
                <a:cubicBezTo>
                  <a:pt x="1951415" y="0"/>
                  <a:pt x="2056606" y="105191"/>
                  <a:pt x="2056606" y="234950"/>
                </a:cubicBezTo>
                <a:cubicBezTo>
                  <a:pt x="2056606" y="364709"/>
                  <a:pt x="1951415" y="469900"/>
                  <a:pt x="1821656" y="469900"/>
                </a:cubicBezTo>
                <a:lnTo>
                  <a:pt x="0" y="469900"/>
                </a:lnTo>
                <a:close/>
              </a:path>
            </a:pathLst>
          </a:custGeom>
          <a:solidFill>
            <a:srgbClr val="E092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6569D4E2-B8BF-C88E-A1E9-D2EDC5C2AA01}"/>
              </a:ext>
            </a:extLst>
          </p:cNvPr>
          <p:cNvGrpSpPr/>
          <p:nvPr/>
        </p:nvGrpSpPr>
        <p:grpSpPr>
          <a:xfrm>
            <a:off x="5187075" y="3560257"/>
            <a:ext cx="2245056" cy="1204044"/>
            <a:chOff x="244082" y="1906534"/>
            <a:chExt cx="2245056" cy="1204044"/>
          </a:xfrm>
        </p:grpSpPr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97F4D163-DAC8-DC78-181F-D4F23D43D570}"/>
                </a:ext>
              </a:extLst>
            </p:cNvPr>
            <p:cNvSpPr txBox="1"/>
            <p:nvPr/>
          </p:nvSpPr>
          <p:spPr>
            <a:xfrm>
              <a:off x="332604" y="2562030"/>
              <a:ext cx="2156534" cy="5485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Maybe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the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early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diagnosed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，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the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higher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probability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to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cure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dirty="0">
                <a:solidFill>
                  <a:schemeClr val="bg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6300712D-39B4-5A26-21C8-2DB748BBC520}"/>
                </a:ext>
              </a:extLst>
            </p:cNvPr>
            <p:cNvSpPr txBox="1"/>
            <p:nvPr/>
          </p:nvSpPr>
          <p:spPr>
            <a:xfrm>
              <a:off x="244082" y="1906534"/>
              <a:ext cx="223556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600" b="1">
                  <a:solidFill>
                    <a:schemeClr val="tx1">
                      <a:lumMod val="95000"/>
                      <a:lumOff val="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The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window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of</a:t>
              </a:r>
              <a:r>
                <a:rPr lang="zh-CN" altLang="en-US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bg1"/>
                  </a:solidFill>
                  <a:sym typeface="HarmonyOS Sans SC Light" panose="00000400000000000000" pitchFamily="2" charset="-122"/>
                </a:rPr>
                <a:t>treatment</a:t>
              </a:r>
              <a:endParaRPr lang="zh-CN" altLang="en-US" dirty="0">
                <a:solidFill>
                  <a:schemeClr val="bg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24" name="图形 22" descr="D:\51PPT模板网\51pptmoban.com\图片.jpg">
            <a:extLst>
              <a:ext uri="{FF2B5EF4-FFF2-40B4-BE49-F238E27FC236}">
                <a16:creationId xmlns:a16="http://schemas.microsoft.com/office/drawing/2014/main" id="{2CA1623B-7058-F515-527A-16A85A500217}"/>
              </a:ext>
            </a:extLst>
          </p:cNvPr>
          <p:cNvGrpSpPr/>
          <p:nvPr/>
        </p:nvGrpSpPr>
        <p:grpSpPr>
          <a:xfrm>
            <a:off x="6030014" y="2527606"/>
            <a:ext cx="647700" cy="647700"/>
            <a:chOff x="5910625" y="2415417"/>
            <a:chExt cx="647700" cy="647700"/>
          </a:xfrm>
          <a:solidFill>
            <a:schemeClr val="bg1"/>
          </a:solidFill>
        </p:grpSpPr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C7E860D9-D7BE-78B8-7FB3-719038EFB052}"/>
                </a:ext>
              </a:extLst>
            </p:cNvPr>
            <p:cNvSpPr/>
            <p:nvPr/>
          </p:nvSpPr>
          <p:spPr>
            <a:xfrm>
              <a:off x="6024925" y="2415417"/>
              <a:ext cx="57150" cy="114300"/>
            </a:xfrm>
            <a:custGeom>
              <a:avLst/>
              <a:gdLst>
                <a:gd name="connsiteX0" fmla="*/ 28575 w 57150"/>
                <a:gd name="connsiteY0" fmla="*/ 114300 h 114300"/>
                <a:gd name="connsiteX1" fmla="*/ 57150 w 57150"/>
                <a:gd name="connsiteY1" fmla="*/ 85725 h 114300"/>
                <a:gd name="connsiteX2" fmla="*/ 57150 w 57150"/>
                <a:gd name="connsiteY2" fmla="*/ 28575 h 114300"/>
                <a:gd name="connsiteX3" fmla="*/ 28575 w 57150"/>
                <a:gd name="connsiteY3" fmla="*/ 0 h 114300"/>
                <a:gd name="connsiteX4" fmla="*/ 0 w 57150"/>
                <a:gd name="connsiteY4" fmla="*/ 28575 h 114300"/>
                <a:gd name="connsiteX5" fmla="*/ 0 w 57150"/>
                <a:gd name="connsiteY5" fmla="*/ 85725 h 114300"/>
                <a:gd name="connsiteX6" fmla="*/ 28575 w 57150"/>
                <a:gd name="connsiteY6" fmla="*/ 11430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150" h="114300">
                  <a:moveTo>
                    <a:pt x="28575" y="114300"/>
                  </a:moveTo>
                  <a:cubicBezTo>
                    <a:pt x="44768" y="114300"/>
                    <a:pt x="57150" y="101918"/>
                    <a:pt x="57150" y="85725"/>
                  </a:cubicBezTo>
                  <a:lnTo>
                    <a:pt x="57150" y="28575"/>
                  </a:lnTo>
                  <a:cubicBezTo>
                    <a:pt x="57150" y="12383"/>
                    <a:pt x="44768" y="0"/>
                    <a:pt x="28575" y="0"/>
                  </a:cubicBezTo>
                  <a:cubicBezTo>
                    <a:pt x="12382" y="0"/>
                    <a:pt x="0" y="12383"/>
                    <a:pt x="0" y="28575"/>
                  </a:cubicBezTo>
                  <a:lnTo>
                    <a:pt x="0" y="85725"/>
                  </a:lnTo>
                  <a:cubicBezTo>
                    <a:pt x="0" y="101918"/>
                    <a:pt x="12382" y="114300"/>
                    <a:pt x="28575" y="1143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213D5DA8-D03A-8CFB-0729-629218A0A35A}"/>
                </a:ext>
              </a:extLst>
            </p:cNvPr>
            <p:cNvSpPr/>
            <p:nvPr/>
          </p:nvSpPr>
          <p:spPr>
            <a:xfrm>
              <a:off x="5910625" y="2644017"/>
              <a:ext cx="647700" cy="419100"/>
            </a:xfrm>
            <a:custGeom>
              <a:avLst/>
              <a:gdLst>
                <a:gd name="connsiteX0" fmla="*/ 57150 w 647700"/>
                <a:gd name="connsiteY0" fmla="*/ 285750 h 419100"/>
                <a:gd name="connsiteX1" fmla="*/ 209550 w 647700"/>
                <a:gd name="connsiteY1" fmla="*/ 285750 h 419100"/>
                <a:gd name="connsiteX2" fmla="*/ 209550 w 647700"/>
                <a:gd name="connsiteY2" fmla="*/ 361950 h 419100"/>
                <a:gd name="connsiteX3" fmla="*/ 57150 w 647700"/>
                <a:gd name="connsiteY3" fmla="*/ 361950 h 419100"/>
                <a:gd name="connsiteX4" fmla="*/ 57150 w 647700"/>
                <a:gd name="connsiteY4" fmla="*/ 285750 h 419100"/>
                <a:gd name="connsiteX5" fmla="*/ 57150 w 647700"/>
                <a:gd name="connsiteY5" fmla="*/ 171450 h 419100"/>
                <a:gd name="connsiteX6" fmla="*/ 209550 w 647700"/>
                <a:gd name="connsiteY6" fmla="*/ 171450 h 419100"/>
                <a:gd name="connsiteX7" fmla="*/ 209550 w 647700"/>
                <a:gd name="connsiteY7" fmla="*/ 247650 h 419100"/>
                <a:gd name="connsiteX8" fmla="*/ 57150 w 647700"/>
                <a:gd name="connsiteY8" fmla="*/ 247650 h 419100"/>
                <a:gd name="connsiteX9" fmla="*/ 57150 w 647700"/>
                <a:gd name="connsiteY9" fmla="*/ 171450 h 419100"/>
                <a:gd name="connsiteX10" fmla="*/ 57150 w 647700"/>
                <a:gd name="connsiteY10" fmla="*/ 57150 h 419100"/>
                <a:gd name="connsiteX11" fmla="*/ 209550 w 647700"/>
                <a:gd name="connsiteY11" fmla="*/ 57150 h 419100"/>
                <a:gd name="connsiteX12" fmla="*/ 209550 w 647700"/>
                <a:gd name="connsiteY12" fmla="*/ 133350 h 419100"/>
                <a:gd name="connsiteX13" fmla="*/ 57150 w 647700"/>
                <a:gd name="connsiteY13" fmla="*/ 133350 h 419100"/>
                <a:gd name="connsiteX14" fmla="*/ 57150 w 647700"/>
                <a:gd name="connsiteY14" fmla="*/ 57150 h 419100"/>
                <a:gd name="connsiteX15" fmla="*/ 400050 w 647700"/>
                <a:gd name="connsiteY15" fmla="*/ 57150 h 419100"/>
                <a:gd name="connsiteX16" fmla="*/ 400050 w 647700"/>
                <a:gd name="connsiteY16" fmla="*/ 133350 h 419100"/>
                <a:gd name="connsiteX17" fmla="*/ 247650 w 647700"/>
                <a:gd name="connsiteY17" fmla="*/ 133350 h 419100"/>
                <a:gd name="connsiteX18" fmla="*/ 247650 w 647700"/>
                <a:gd name="connsiteY18" fmla="*/ 57150 h 419100"/>
                <a:gd name="connsiteX19" fmla="*/ 400050 w 647700"/>
                <a:gd name="connsiteY19" fmla="*/ 57150 h 419100"/>
                <a:gd name="connsiteX20" fmla="*/ 590550 w 647700"/>
                <a:gd name="connsiteY20" fmla="*/ 57150 h 419100"/>
                <a:gd name="connsiteX21" fmla="*/ 590550 w 647700"/>
                <a:gd name="connsiteY21" fmla="*/ 133350 h 419100"/>
                <a:gd name="connsiteX22" fmla="*/ 438150 w 647700"/>
                <a:gd name="connsiteY22" fmla="*/ 133350 h 419100"/>
                <a:gd name="connsiteX23" fmla="*/ 438150 w 647700"/>
                <a:gd name="connsiteY23" fmla="*/ 57150 h 419100"/>
                <a:gd name="connsiteX24" fmla="*/ 590550 w 647700"/>
                <a:gd name="connsiteY24" fmla="*/ 57150 h 419100"/>
                <a:gd name="connsiteX25" fmla="*/ 590550 w 647700"/>
                <a:gd name="connsiteY25" fmla="*/ 247650 h 419100"/>
                <a:gd name="connsiteX26" fmla="*/ 438150 w 647700"/>
                <a:gd name="connsiteY26" fmla="*/ 247650 h 419100"/>
                <a:gd name="connsiteX27" fmla="*/ 438150 w 647700"/>
                <a:gd name="connsiteY27" fmla="*/ 171450 h 419100"/>
                <a:gd name="connsiteX28" fmla="*/ 590550 w 647700"/>
                <a:gd name="connsiteY28" fmla="*/ 171450 h 419100"/>
                <a:gd name="connsiteX29" fmla="*/ 590550 w 647700"/>
                <a:gd name="connsiteY29" fmla="*/ 247650 h 419100"/>
                <a:gd name="connsiteX30" fmla="*/ 590550 w 647700"/>
                <a:gd name="connsiteY30" fmla="*/ 361950 h 419100"/>
                <a:gd name="connsiteX31" fmla="*/ 438150 w 647700"/>
                <a:gd name="connsiteY31" fmla="*/ 361950 h 419100"/>
                <a:gd name="connsiteX32" fmla="*/ 438150 w 647700"/>
                <a:gd name="connsiteY32" fmla="*/ 285750 h 419100"/>
                <a:gd name="connsiteX33" fmla="*/ 590550 w 647700"/>
                <a:gd name="connsiteY33" fmla="*/ 285750 h 419100"/>
                <a:gd name="connsiteX34" fmla="*/ 590550 w 647700"/>
                <a:gd name="connsiteY34" fmla="*/ 361950 h 419100"/>
                <a:gd name="connsiteX35" fmla="*/ 247650 w 647700"/>
                <a:gd name="connsiteY35" fmla="*/ 247650 h 419100"/>
                <a:gd name="connsiteX36" fmla="*/ 247650 w 647700"/>
                <a:gd name="connsiteY36" fmla="*/ 171450 h 419100"/>
                <a:gd name="connsiteX37" fmla="*/ 400050 w 647700"/>
                <a:gd name="connsiteY37" fmla="*/ 171450 h 419100"/>
                <a:gd name="connsiteX38" fmla="*/ 400050 w 647700"/>
                <a:gd name="connsiteY38" fmla="*/ 247650 h 419100"/>
                <a:gd name="connsiteX39" fmla="*/ 247650 w 647700"/>
                <a:gd name="connsiteY39" fmla="*/ 247650 h 419100"/>
                <a:gd name="connsiteX40" fmla="*/ 247650 w 647700"/>
                <a:gd name="connsiteY40" fmla="*/ 361950 h 419100"/>
                <a:gd name="connsiteX41" fmla="*/ 247650 w 647700"/>
                <a:gd name="connsiteY41" fmla="*/ 285750 h 419100"/>
                <a:gd name="connsiteX42" fmla="*/ 400050 w 647700"/>
                <a:gd name="connsiteY42" fmla="*/ 285750 h 419100"/>
                <a:gd name="connsiteX43" fmla="*/ 400050 w 647700"/>
                <a:gd name="connsiteY43" fmla="*/ 361950 h 419100"/>
                <a:gd name="connsiteX44" fmla="*/ 247650 w 647700"/>
                <a:gd name="connsiteY44" fmla="*/ 361950 h 419100"/>
                <a:gd name="connsiteX45" fmla="*/ 0 w 647700"/>
                <a:gd name="connsiteY45" fmla="*/ 419100 h 419100"/>
                <a:gd name="connsiteX46" fmla="*/ 647700 w 647700"/>
                <a:gd name="connsiteY46" fmla="*/ 419100 h 419100"/>
                <a:gd name="connsiteX47" fmla="*/ 647700 w 647700"/>
                <a:gd name="connsiteY47" fmla="*/ 0 h 419100"/>
                <a:gd name="connsiteX48" fmla="*/ 0 w 647700"/>
                <a:gd name="connsiteY48" fmla="*/ 0 h 419100"/>
                <a:gd name="connsiteX49" fmla="*/ 0 w 647700"/>
                <a:gd name="connsiteY49" fmla="*/ 419100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647700" h="419100">
                  <a:moveTo>
                    <a:pt x="57150" y="285750"/>
                  </a:moveTo>
                  <a:lnTo>
                    <a:pt x="209550" y="285750"/>
                  </a:lnTo>
                  <a:lnTo>
                    <a:pt x="209550" y="361950"/>
                  </a:lnTo>
                  <a:lnTo>
                    <a:pt x="57150" y="361950"/>
                  </a:lnTo>
                  <a:lnTo>
                    <a:pt x="57150" y="285750"/>
                  </a:lnTo>
                  <a:close/>
                  <a:moveTo>
                    <a:pt x="57150" y="171450"/>
                  </a:moveTo>
                  <a:lnTo>
                    <a:pt x="209550" y="171450"/>
                  </a:lnTo>
                  <a:lnTo>
                    <a:pt x="209550" y="247650"/>
                  </a:lnTo>
                  <a:lnTo>
                    <a:pt x="57150" y="247650"/>
                  </a:lnTo>
                  <a:lnTo>
                    <a:pt x="57150" y="171450"/>
                  </a:lnTo>
                  <a:close/>
                  <a:moveTo>
                    <a:pt x="57150" y="57150"/>
                  </a:moveTo>
                  <a:lnTo>
                    <a:pt x="209550" y="57150"/>
                  </a:lnTo>
                  <a:lnTo>
                    <a:pt x="209550" y="133350"/>
                  </a:lnTo>
                  <a:lnTo>
                    <a:pt x="57150" y="133350"/>
                  </a:lnTo>
                  <a:lnTo>
                    <a:pt x="57150" y="57150"/>
                  </a:lnTo>
                  <a:close/>
                  <a:moveTo>
                    <a:pt x="400050" y="57150"/>
                  </a:moveTo>
                  <a:lnTo>
                    <a:pt x="400050" y="133350"/>
                  </a:lnTo>
                  <a:lnTo>
                    <a:pt x="247650" y="133350"/>
                  </a:lnTo>
                  <a:lnTo>
                    <a:pt x="247650" y="57150"/>
                  </a:lnTo>
                  <a:lnTo>
                    <a:pt x="400050" y="57150"/>
                  </a:lnTo>
                  <a:close/>
                  <a:moveTo>
                    <a:pt x="590550" y="57150"/>
                  </a:moveTo>
                  <a:lnTo>
                    <a:pt x="590550" y="133350"/>
                  </a:lnTo>
                  <a:lnTo>
                    <a:pt x="438150" y="133350"/>
                  </a:lnTo>
                  <a:lnTo>
                    <a:pt x="438150" y="57150"/>
                  </a:lnTo>
                  <a:lnTo>
                    <a:pt x="590550" y="57150"/>
                  </a:lnTo>
                  <a:close/>
                  <a:moveTo>
                    <a:pt x="590550" y="247650"/>
                  </a:moveTo>
                  <a:lnTo>
                    <a:pt x="438150" y="247650"/>
                  </a:lnTo>
                  <a:lnTo>
                    <a:pt x="438150" y="171450"/>
                  </a:lnTo>
                  <a:lnTo>
                    <a:pt x="590550" y="171450"/>
                  </a:lnTo>
                  <a:lnTo>
                    <a:pt x="590550" y="247650"/>
                  </a:lnTo>
                  <a:close/>
                  <a:moveTo>
                    <a:pt x="590550" y="361950"/>
                  </a:moveTo>
                  <a:lnTo>
                    <a:pt x="438150" y="361950"/>
                  </a:lnTo>
                  <a:lnTo>
                    <a:pt x="438150" y="285750"/>
                  </a:lnTo>
                  <a:lnTo>
                    <a:pt x="590550" y="285750"/>
                  </a:lnTo>
                  <a:lnTo>
                    <a:pt x="590550" y="361950"/>
                  </a:lnTo>
                  <a:close/>
                  <a:moveTo>
                    <a:pt x="247650" y="247650"/>
                  </a:moveTo>
                  <a:lnTo>
                    <a:pt x="247650" y="171450"/>
                  </a:lnTo>
                  <a:lnTo>
                    <a:pt x="400050" y="171450"/>
                  </a:lnTo>
                  <a:lnTo>
                    <a:pt x="400050" y="247650"/>
                  </a:lnTo>
                  <a:lnTo>
                    <a:pt x="247650" y="247650"/>
                  </a:lnTo>
                  <a:close/>
                  <a:moveTo>
                    <a:pt x="247650" y="361950"/>
                  </a:moveTo>
                  <a:lnTo>
                    <a:pt x="247650" y="285750"/>
                  </a:lnTo>
                  <a:lnTo>
                    <a:pt x="400050" y="285750"/>
                  </a:lnTo>
                  <a:lnTo>
                    <a:pt x="400050" y="361950"/>
                  </a:lnTo>
                  <a:lnTo>
                    <a:pt x="247650" y="361950"/>
                  </a:lnTo>
                  <a:close/>
                  <a:moveTo>
                    <a:pt x="0" y="419100"/>
                  </a:moveTo>
                  <a:lnTo>
                    <a:pt x="647700" y="419100"/>
                  </a:lnTo>
                  <a:lnTo>
                    <a:pt x="647700" y="0"/>
                  </a:lnTo>
                  <a:lnTo>
                    <a:pt x="0" y="0"/>
                  </a:lnTo>
                  <a:lnTo>
                    <a:pt x="0" y="4191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94B83626-C75C-5F6E-E9D0-18C7C573FA8D}"/>
                </a:ext>
              </a:extLst>
            </p:cNvPr>
            <p:cNvSpPr/>
            <p:nvPr/>
          </p:nvSpPr>
          <p:spPr>
            <a:xfrm>
              <a:off x="6386875" y="2415417"/>
              <a:ext cx="57150" cy="114300"/>
            </a:xfrm>
            <a:custGeom>
              <a:avLst/>
              <a:gdLst>
                <a:gd name="connsiteX0" fmla="*/ 28575 w 57150"/>
                <a:gd name="connsiteY0" fmla="*/ 114300 h 114300"/>
                <a:gd name="connsiteX1" fmla="*/ 57150 w 57150"/>
                <a:gd name="connsiteY1" fmla="*/ 85725 h 114300"/>
                <a:gd name="connsiteX2" fmla="*/ 57150 w 57150"/>
                <a:gd name="connsiteY2" fmla="*/ 28575 h 114300"/>
                <a:gd name="connsiteX3" fmla="*/ 28575 w 57150"/>
                <a:gd name="connsiteY3" fmla="*/ 0 h 114300"/>
                <a:gd name="connsiteX4" fmla="*/ 0 w 57150"/>
                <a:gd name="connsiteY4" fmla="*/ 28575 h 114300"/>
                <a:gd name="connsiteX5" fmla="*/ 0 w 57150"/>
                <a:gd name="connsiteY5" fmla="*/ 85725 h 114300"/>
                <a:gd name="connsiteX6" fmla="*/ 28575 w 57150"/>
                <a:gd name="connsiteY6" fmla="*/ 11430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150" h="114300">
                  <a:moveTo>
                    <a:pt x="28575" y="114300"/>
                  </a:moveTo>
                  <a:cubicBezTo>
                    <a:pt x="44767" y="114300"/>
                    <a:pt x="57150" y="101918"/>
                    <a:pt x="57150" y="85725"/>
                  </a:cubicBezTo>
                  <a:lnTo>
                    <a:pt x="57150" y="28575"/>
                  </a:lnTo>
                  <a:cubicBezTo>
                    <a:pt x="57150" y="12383"/>
                    <a:pt x="44767" y="0"/>
                    <a:pt x="28575" y="0"/>
                  </a:cubicBezTo>
                  <a:cubicBezTo>
                    <a:pt x="12383" y="0"/>
                    <a:pt x="0" y="12383"/>
                    <a:pt x="0" y="28575"/>
                  </a:cubicBezTo>
                  <a:lnTo>
                    <a:pt x="0" y="85725"/>
                  </a:lnTo>
                  <a:cubicBezTo>
                    <a:pt x="0" y="101918"/>
                    <a:pt x="12383" y="114300"/>
                    <a:pt x="28575" y="1143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" name="任意多边形: 形状 4">
              <a:extLst>
                <a:ext uri="{FF2B5EF4-FFF2-40B4-BE49-F238E27FC236}">
                  <a16:creationId xmlns:a16="http://schemas.microsoft.com/office/drawing/2014/main" id="{79E83DA8-1AD3-2D2A-A3FE-3ABA2577FF69}"/>
                </a:ext>
              </a:extLst>
            </p:cNvPr>
            <p:cNvSpPr/>
            <p:nvPr/>
          </p:nvSpPr>
          <p:spPr>
            <a:xfrm>
              <a:off x="5910625" y="2472567"/>
              <a:ext cx="647700" cy="133350"/>
            </a:xfrm>
            <a:custGeom>
              <a:avLst/>
              <a:gdLst>
                <a:gd name="connsiteX0" fmla="*/ 571500 w 647700"/>
                <a:gd name="connsiteY0" fmla="*/ 0 h 133350"/>
                <a:gd name="connsiteX1" fmla="*/ 571500 w 647700"/>
                <a:gd name="connsiteY1" fmla="*/ 28575 h 133350"/>
                <a:gd name="connsiteX2" fmla="*/ 504825 w 647700"/>
                <a:gd name="connsiteY2" fmla="*/ 95250 h 133350"/>
                <a:gd name="connsiteX3" fmla="*/ 438150 w 647700"/>
                <a:gd name="connsiteY3" fmla="*/ 28575 h 133350"/>
                <a:gd name="connsiteX4" fmla="*/ 438150 w 647700"/>
                <a:gd name="connsiteY4" fmla="*/ 0 h 133350"/>
                <a:gd name="connsiteX5" fmla="*/ 209550 w 647700"/>
                <a:gd name="connsiteY5" fmla="*/ 0 h 133350"/>
                <a:gd name="connsiteX6" fmla="*/ 209550 w 647700"/>
                <a:gd name="connsiteY6" fmla="*/ 28575 h 133350"/>
                <a:gd name="connsiteX7" fmla="*/ 142875 w 647700"/>
                <a:gd name="connsiteY7" fmla="*/ 95250 h 133350"/>
                <a:gd name="connsiteX8" fmla="*/ 76200 w 647700"/>
                <a:gd name="connsiteY8" fmla="*/ 28575 h 133350"/>
                <a:gd name="connsiteX9" fmla="*/ 76200 w 647700"/>
                <a:gd name="connsiteY9" fmla="*/ 0 h 133350"/>
                <a:gd name="connsiteX10" fmla="*/ 0 w 647700"/>
                <a:gd name="connsiteY10" fmla="*/ 0 h 133350"/>
                <a:gd name="connsiteX11" fmla="*/ 0 w 647700"/>
                <a:gd name="connsiteY11" fmla="*/ 133350 h 133350"/>
                <a:gd name="connsiteX12" fmla="*/ 647700 w 647700"/>
                <a:gd name="connsiteY12" fmla="*/ 133350 h 133350"/>
                <a:gd name="connsiteX13" fmla="*/ 647700 w 647700"/>
                <a:gd name="connsiteY13" fmla="*/ 0 h 133350"/>
                <a:gd name="connsiteX14" fmla="*/ 571500 w 647700"/>
                <a:gd name="connsiteY14" fmla="*/ 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47700" h="133350">
                  <a:moveTo>
                    <a:pt x="571500" y="0"/>
                  </a:moveTo>
                  <a:lnTo>
                    <a:pt x="571500" y="28575"/>
                  </a:lnTo>
                  <a:cubicBezTo>
                    <a:pt x="571500" y="65723"/>
                    <a:pt x="541973" y="95250"/>
                    <a:pt x="504825" y="95250"/>
                  </a:cubicBezTo>
                  <a:cubicBezTo>
                    <a:pt x="467678" y="95250"/>
                    <a:pt x="438150" y="65723"/>
                    <a:pt x="438150" y="28575"/>
                  </a:cubicBezTo>
                  <a:lnTo>
                    <a:pt x="438150" y="0"/>
                  </a:lnTo>
                  <a:lnTo>
                    <a:pt x="209550" y="0"/>
                  </a:lnTo>
                  <a:lnTo>
                    <a:pt x="209550" y="28575"/>
                  </a:lnTo>
                  <a:cubicBezTo>
                    <a:pt x="209550" y="65723"/>
                    <a:pt x="180023" y="95250"/>
                    <a:pt x="142875" y="95250"/>
                  </a:cubicBezTo>
                  <a:cubicBezTo>
                    <a:pt x="105728" y="95250"/>
                    <a:pt x="76200" y="65723"/>
                    <a:pt x="76200" y="28575"/>
                  </a:cubicBezTo>
                  <a:lnTo>
                    <a:pt x="76200" y="0"/>
                  </a:lnTo>
                  <a:lnTo>
                    <a:pt x="0" y="0"/>
                  </a:lnTo>
                  <a:lnTo>
                    <a:pt x="0" y="133350"/>
                  </a:lnTo>
                  <a:lnTo>
                    <a:pt x="647700" y="133350"/>
                  </a:lnTo>
                  <a:lnTo>
                    <a:pt x="647700" y="0"/>
                  </a:lnTo>
                  <a:lnTo>
                    <a:pt x="57150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76066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1FF3C5-BA10-B699-348A-84190766C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8BC8385A-7A50-E953-B3ED-3F733F68BE74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2A934236-A23A-C894-D4C9-C2BB29E00B11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6340E43-2306-DA0D-2E05-6712EC41467D}"/>
                </a:ext>
              </a:extLst>
            </p:cNvPr>
            <p:cNvSpPr txBox="1"/>
            <p:nvPr/>
          </p:nvSpPr>
          <p:spPr>
            <a:xfrm>
              <a:off x="2569088" y="2361459"/>
              <a:ext cx="5469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dirty="0">
                  <a:solidFill>
                    <a:schemeClr val="bg1"/>
                  </a:solidFill>
                  <a:latin typeface="HarmonyOS Sans SC Black" panose="00000A00000000000000" pitchFamily="2" charset="-122"/>
                  <a:ea typeface="HarmonyOS Sans SC Black" panose="00000A00000000000000" pitchFamily="2" charset="-122"/>
                </a:rPr>
                <a:t>02</a:t>
              </a:r>
              <a:endParaRPr lang="zh-CN" altLang="en-US" sz="2400" dirty="0">
                <a:solidFill>
                  <a:schemeClr val="bg1"/>
                </a:solidFill>
                <a:latin typeface="HarmonyOS Sans SC Black" panose="00000A00000000000000" pitchFamily="2" charset="-122"/>
                <a:ea typeface="HarmonyOS Sans SC Black" panose="00000A00000000000000" pitchFamily="2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3F4B5551-7FD1-FE75-80B7-F8BC27EBF48A}"/>
                </a:ext>
              </a:extLst>
            </p:cNvPr>
            <p:cNvSpPr txBox="1"/>
            <p:nvPr/>
          </p:nvSpPr>
          <p:spPr>
            <a:xfrm>
              <a:off x="3426321" y="2364250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Solution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7" name="直接连接符 6"/>
          <p:cNvCxnSpPr/>
          <p:nvPr/>
        </p:nvCxnSpPr>
        <p:spPr>
          <a:xfrm>
            <a:off x="4052888" y="1956027"/>
            <a:ext cx="0" cy="360045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>
            <a:cxnSpLocks/>
          </p:cNvCxnSpPr>
          <p:nvPr/>
        </p:nvCxnSpPr>
        <p:spPr>
          <a:xfrm flipH="1">
            <a:off x="4052889" y="1956027"/>
            <a:ext cx="39465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 rot="5400000">
            <a:off x="4194109" y="2420650"/>
            <a:ext cx="0" cy="1476375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椭圆 2" descr="D:\51PPT模板网\51pptmoban.com\图片.jpg"/>
          <p:cNvSpPr/>
          <p:nvPr/>
        </p:nvSpPr>
        <p:spPr>
          <a:xfrm>
            <a:off x="1563688" y="2652939"/>
            <a:ext cx="2193925" cy="2193925"/>
          </a:xfrm>
          <a:prstGeom prst="ellipse">
            <a:avLst/>
          </a:prstGeom>
          <a:blipFill dpi="0" rotWithShape="1">
            <a:blip r:embed="rId3"/>
            <a:srcRect/>
            <a:tile tx="-25400" ty="-1524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/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Change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this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picture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to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snapshot</a:t>
            </a:r>
            <a:b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</a:b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And</a:t>
            </a:r>
            <a:r>
              <a:rPr lang="zh-CN" altLang="en-US" noProof="1">
                <a:solidFill>
                  <a:schemeClr val="tx1"/>
                </a:solidFill>
                <a:cs typeface="+mn-ea"/>
                <a:sym typeface="+mn-lt"/>
              </a:rPr>
              <a:t> </a:t>
            </a:r>
            <a:r>
              <a:rPr lang="en-US" altLang="zh-CN" noProof="1">
                <a:solidFill>
                  <a:schemeClr val="tx1"/>
                </a:solidFill>
                <a:cs typeface="+mn-ea"/>
                <a:sym typeface="+mn-lt"/>
              </a:rPr>
              <a:t>bigger</a:t>
            </a:r>
            <a:endParaRPr lang="zh-CN" altLang="en-US" noProof="1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4" name="圆角矩形 15"/>
          <p:cNvSpPr/>
          <p:nvPr/>
        </p:nvSpPr>
        <p:spPr>
          <a:xfrm>
            <a:off x="4447540" y="1581377"/>
            <a:ext cx="2855913" cy="773112"/>
          </a:xfrm>
          <a:prstGeom prst="roundRect">
            <a:avLst/>
          </a:prstGeom>
          <a:solidFill>
            <a:srgbClr val="E09292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5" name="圆角矩形 16"/>
          <p:cNvSpPr/>
          <p:nvPr/>
        </p:nvSpPr>
        <p:spPr>
          <a:xfrm>
            <a:off x="4503521" y="2690924"/>
            <a:ext cx="2855913" cy="774700"/>
          </a:xfrm>
          <a:prstGeom prst="roundRect">
            <a:avLst/>
          </a:prstGeom>
          <a:solidFill>
            <a:srgbClr val="A1B4D5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4447540" y="3933537"/>
            <a:ext cx="2855913" cy="774700"/>
          </a:xfrm>
          <a:prstGeom prst="roundRect">
            <a:avLst/>
          </a:prstGeom>
          <a:solidFill>
            <a:srgbClr val="E09292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4738807" y="1799934"/>
            <a:ext cx="22733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Web/App platform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784973" y="2893608"/>
            <a:ext cx="22272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Symptom Logging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4611819" y="4168999"/>
            <a:ext cx="26916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Biomarker</a:t>
            </a:r>
            <a:r>
              <a:rPr lang="zh-CN" altLang="en-US" b="1" dirty="0">
                <a:solidFill>
                  <a:schemeClr val="bg1"/>
                </a:solidFill>
                <a:cs typeface="+mn-ea"/>
                <a:sym typeface="+mn-lt"/>
              </a:rPr>
              <a:t> </a:t>
            </a:r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integrated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6852485-9782-02C5-D845-50F7A92F3349}"/>
              </a:ext>
            </a:extLst>
          </p:cNvPr>
          <p:cNvCxnSpPr>
            <a:cxnSpLocks/>
          </p:cNvCxnSpPr>
          <p:nvPr/>
        </p:nvCxnSpPr>
        <p:spPr>
          <a:xfrm flipH="1">
            <a:off x="4052889" y="5556477"/>
            <a:ext cx="394651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AB34E-B518-0F53-3788-F7199908AE34}"/>
              </a:ext>
            </a:extLst>
          </p:cNvPr>
          <p:cNvSpPr txBox="1"/>
          <p:nvPr/>
        </p:nvSpPr>
        <p:spPr>
          <a:xfrm>
            <a:off x="7456161" y="1689800"/>
            <a:ext cx="2897457" cy="2959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Easy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to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use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endParaRPr lang="en-US" altLang="zh-CN" sz="1000" dirty="0">
              <a:solidFill>
                <a:schemeClr val="tx1"/>
              </a:solidFill>
              <a:sym typeface="HarmonyOS Sans SC Light" panose="00000400000000000000" pitchFamily="2" charset="-122"/>
            </a:endParaRPr>
          </a:p>
        </p:txBody>
      </p:sp>
      <p:cxnSp>
        <p:nvCxnSpPr>
          <p:cNvPr id="2" name="直接连接符 9">
            <a:extLst>
              <a:ext uri="{FF2B5EF4-FFF2-40B4-BE49-F238E27FC236}">
                <a16:creationId xmlns:a16="http://schemas.microsoft.com/office/drawing/2014/main" id="{2A26CC7D-3410-B951-D439-682C3A6155AE}"/>
              </a:ext>
            </a:extLst>
          </p:cNvPr>
          <p:cNvCxnSpPr/>
          <p:nvPr/>
        </p:nvCxnSpPr>
        <p:spPr>
          <a:xfrm rot="5400000">
            <a:off x="4194108" y="3623460"/>
            <a:ext cx="0" cy="1476375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圆角矩形 16">
            <a:extLst>
              <a:ext uri="{FF2B5EF4-FFF2-40B4-BE49-F238E27FC236}">
                <a16:creationId xmlns:a16="http://schemas.microsoft.com/office/drawing/2014/main" id="{67C9534E-0DBF-A531-29D9-2BF25DC681C7}"/>
              </a:ext>
            </a:extLst>
          </p:cNvPr>
          <p:cNvSpPr/>
          <p:nvPr/>
        </p:nvSpPr>
        <p:spPr>
          <a:xfrm>
            <a:off x="4433852" y="5155928"/>
            <a:ext cx="2855913" cy="774700"/>
          </a:xfrm>
          <a:prstGeom prst="roundRect">
            <a:avLst/>
          </a:prstGeom>
          <a:solidFill>
            <a:srgbClr val="A1B4D5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11" name="矩形 22">
            <a:extLst>
              <a:ext uri="{FF2B5EF4-FFF2-40B4-BE49-F238E27FC236}">
                <a16:creationId xmlns:a16="http://schemas.microsoft.com/office/drawing/2014/main" id="{509910B4-1FAB-F555-2095-46ABD262E188}"/>
              </a:ext>
            </a:extLst>
          </p:cNvPr>
          <p:cNvSpPr/>
          <p:nvPr/>
        </p:nvSpPr>
        <p:spPr>
          <a:xfrm>
            <a:off x="5122405" y="5358612"/>
            <a:ext cx="15523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privacy</a:t>
            </a:r>
            <a:endParaRPr lang="zh-CN" altLang="en-US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2" name="文本框 21">
            <a:extLst>
              <a:ext uri="{FF2B5EF4-FFF2-40B4-BE49-F238E27FC236}">
                <a16:creationId xmlns:a16="http://schemas.microsoft.com/office/drawing/2014/main" id="{C5EF38EB-4F5E-51FB-3B89-9AC70CC52C38}"/>
              </a:ext>
            </a:extLst>
          </p:cNvPr>
          <p:cNvSpPr txBox="1"/>
          <p:nvPr/>
        </p:nvSpPr>
        <p:spPr>
          <a:xfrm>
            <a:off x="7456161" y="2893608"/>
            <a:ext cx="2897457" cy="2959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Standard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form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to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log</a:t>
            </a:r>
          </a:p>
        </p:txBody>
      </p:sp>
      <p:sp>
        <p:nvSpPr>
          <p:cNvPr id="13" name="文本框 21">
            <a:extLst>
              <a:ext uri="{FF2B5EF4-FFF2-40B4-BE49-F238E27FC236}">
                <a16:creationId xmlns:a16="http://schemas.microsoft.com/office/drawing/2014/main" id="{21D890B9-9378-D7FE-AF50-B5261C22C170}"/>
              </a:ext>
            </a:extLst>
          </p:cNvPr>
          <p:cNvSpPr txBox="1"/>
          <p:nvPr/>
        </p:nvSpPr>
        <p:spPr>
          <a:xfrm>
            <a:off x="7456161" y="4168999"/>
            <a:ext cx="2897457" cy="2959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Sync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from/to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HIS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system</a:t>
            </a:r>
          </a:p>
        </p:txBody>
      </p:sp>
      <p:sp>
        <p:nvSpPr>
          <p:cNvPr id="14" name="文本框 21">
            <a:extLst>
              <a:ext uri="{FF2B5EF4-FFF2-40B4-BE49-F238E27FC236}">
                <a16:creationId xmlns:a16="http://schemas.microsoft.com/office/drawing/2014/main" id="{6A7F5330-6D54-4353-530A-0DB8D1600753}"/>
              </a:ext>
            </a:extLst>
          </p:cNvPr>
          <p:cNvSpPr txBox="1"/>
          <p:nvPr/>
        </p:nvSpPr>
        <p:spPr>
          <a:xfrm>
            <a:off x="7456161" y="5408488"/>
            <a:ext cx="2897457" cy="2959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S</a:t>
            </a:r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tore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data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locally</a:t>
            </a:r>
          </a:p>
        </p:txBody>
      </p:sp>
      <p:sp>
        <p:nvSpPr>
          <p:cNvPr id="15" name="圆角矩形 17">
            <a:extLst>
              <a:ext uri="{FF2B5EF4-FFF2-40B4-BE49-F238E27FC236}">
                <a16:creationId xmlns:a16="http://schemas.microsoft.com/office/drawing/2014/main" id="{D4CF843B-6DFB-E445-81DD-A0BE8B4E5B96}"/>
              </a:ext>
            </a:extLst>
          </p:cNvPr>
          <p:cNvSpPr/>
          <p:nvPr/>
        </p:nvSpPr>
        <p:spPr>
          <a:xfrm>
            <a:off x="4458423" y="6204256"/>
            <a:ext cx="2855913" cy="774700"/>
          </a:xfrm>
          <a:prstGeom prst="roundRect">
            <a:avLst/>
          </a:prstGeom>
          <a:solidFill>
            <a:srgbClr val="E09292"/>
          </a:solidFill>
          <a:ln>
            <a:noFill/>
          </a:ln>
        </p:spPr>
        <p:txBody>
          <a:bodyPr anchor="ctr"/>
          <a:lstStyle/>
          <a:p>
            <a:pPr algn="ctr"/>
            <a:endParaRPr lang="zh-CN" altLang="en-US" sz="1700" noProof="1">
              <a:solidFill>
                <a:srgbClr val="FFFFFF"/>
              </a:solidFill>
              <a:latin typeface="+mn-ea"/>
              <a:sym typeface="+mn-lt"/>
            </a:endParaRPr>
          </a:p>
        </p:txBody>
      </p:sp>
      <p:sp>
        <p:nvSpPr>
          <p:cNvPr id="16" name="矩形 23">
            <a:extLst>
              <a:ext uri="{FF2B5EF4-FFF2-40B4-BE49-F238E27FC236}">
                <a16:creationId xmlns:a16="http://schemas.microsoft.com/office/drawing/2014/main" id="{46FECC74-C8C5-CA6A-0D4C-D541E3BD1072}"/>
              </a:ext>
            </a:extLst>
          </p:cNvPr>
          <p:cNvSpPr/>
          <p:nvPr/>
        </p:nvSpPr>
        <p:spPr>
          <a:xfrm>
            <a:off x="5076176" y="6374162"/>
            <a:ext cx="18020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N" dirty="0"/>
              <a:t>PDF</a:t>
            </a:r>
            <a:r>
              <a:rPr lang="zh-CN" altLang="en-US" dirty="0"/>
              <a:t> </a:t>
            </a:r>
            <a:r>
              <a:rPr lang="en-US" altLang="zh-CN" dirty="0"/>
              <a:t>printing</a:t>
            </a:r>
            <a:r>
              <a:rPr lang="zh-CN" altLang="en-US" dirty="0"/>
              <a:t>？</a:t>
            </a:r>
            <a:endParaRPr lang="en-US" altLang="zh-CN" dirty="0"/>
          </a:p>
        </p:txBody>
      </p:sp>
      <p:sp>
        <p:nvSpPr>
          <p:cNvPr id="25" name="文本框 21">
            <a:extLst>
              <a:ext uri="{FF2B5EF4-FFF2-40B4-BE49-F238E27FC236}">
                <a16:creationId xmlns:a16="http://schemas.microsoft.com/office/drawing/2014/main" id="{1996A39E-9554-EF21-1729-1F6033531ADC}"/>
              </a:ext>
            </a:extLst>
          </p:cNvPr>
          <p:cNvSpPr txBox="1"/>
          <p:nvPr/>
        </p:nvSpPr>
        <p:spPr>
          <a:xfrm>
            <a:off x="7456161" y="6447516"/>
            <a:ext cx="2897457" cy="29597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lnSpc>
                <a:spcPct val="150000"/>
              </a:lnSpc>
              <a:defRPr sz="1050" b="0" i="0">
                <a:solidFill>
                  <a:schemeClr val="bg1">
                    <a:lumMod val="50000"/>
                  </a:schemeClr>
                </a:solidFill>
                <a:effectLst/>
                <a:latin typeface="HarmonyOS Sans SC Light" panose="00000400000000000000" pitchFamily="2" charset="-122"/>
                <a:ea typeface="阿里巴巴普惠体 2.0 55 Regular" panose="00020600040101010101" pitchFamily="18" charset="-122"/>
                <a:cs typeface="阿里巴巴普惠体 2.0 55 Regular" panose="00020600040101010101" pitchFamily="18" charset="-122"/>
              </a:defRPr>
            </a:lvl1pPr>
          </a:lstStyle>
          <a:p>
            <a:r>
              <a:rPr lang="en-CN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Easy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to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visit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different</a:t>
            </a:r>
            <a:r>
              <a:rPr lang="zh-CN" altLang="en-US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 </a:t>
            </a:r>
            <a:r>
              <a:rPr lang="en-US" altLang="zh-CN" sz="1000" dirty="0">
                <a:solidFill>
                  <a:schemeClr val="tx1"/>
                </a:solidFill>
                <a:sym typeface="HarmonyOS Sans SC Light" panose="00000400000000000000" pitchFamily="2" charset="-122"/>
              </a:rPr>
              <a:t>hospital</a:t>
            </a:r>
          </a:p>
        </p:txBody>
      </p:sp>
    </p:spTree>
    <p:extLst>
      <p:ext uri="{BB962C8B-B14F-4D97-AF65-F5344CB8AC3E}">
        <p14:creationId xmlns:p14="http://schemas.microsoft.com/office/powerpoint/2010/main" val="3724922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5EE03-7409-A0D7-446C-D851E923C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8543209E-AFB6-A7C3-4857-6233B6C207C5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22E9DE8C-E7F2-2DC0-8F3F-CBC089A16414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9C946BBC-1048-04F4-F419-8BC881DEBED1}"/>
                </a:ext>
              </a:extLst>
            </p:cNvPr>
            <p:cNvSpPr txBox="1"/>
            <p:nvPr/>
          </p:nvSpPr>
          <p:spPr>
            <a:xfrm>
              <a:off x="3219583" y="2406665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Workflow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30" name="Freeform: Shape 3"/>
          <p:cNvSpPr/>
          <p:nvPr/>
        </p:nvSpPr>
        <p:spPr bwMode="gray">
          <a:xfrm rot="20615408" flipH="1">
            <a:off x="4649361" y="4638168"/>
            <a:ext cx="2705436" cy="846101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A1B4D5"/>
          </a:solidFill>
          <a:ln>
            <a:noFill/>
          </a:ln>
          <a:effectLst/>
        </p:spPr>
        <p:txBody>
          <a:bodyPr anchor="ctr"/>
          <a:lstStyle/>
          <a:p>
            <a:pPr algn="ctr"/>
            <a:endParaRPr sz="2400">
              <a:cs typeface="+mn-ea"/>
              <a:sym typeface="+mn-lt"/>
            </a:endParaRPr>
          </a:p>
        </p:txBody>
      </p:sp>
      <p:sp>
        <p:nvSpPr>
          <p:cNvPr id="31" name="Freeform: Shape 4"/>
          <p:cNvSpPr/>
          <p:nvPr/>
        </p:nvSpPr>
        <p:spPr bwMode="gray">
          <a:xfrm rot="17015408" flipH="1">
            <a:off x="5810806" y="4004143"/>
            <a:ext cx="2703692" cy="844362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535B6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32" name="Freeform: Shape 5"/>
          <p:cNvSpPr/>
          <p:nvPr/>
        </p:nvSpPr>
        <p:spPr bwMode="gray">
          <a:xfrm rot="13415408" flipH="1">
            <a:off x="5753686" y="2534580"/>
            <a:ext cx="2703693" cy="844360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E09292"/>
          </a:solidFill>
          <a:ln>
            <a:noFill/>
          </a:ln>
          <a:effectLst/>
        </p:spPr>
        <p:txBody>
          <a:bodyPr lIns="60949" tIns="59256" rIns="60949" bIns="59256" anchor="ctr" anchorCtr="1"/>
          <a:lstStyle/>
          <a:p>
            <a:endParaRPr sz="1799" b="1">
              <a:cs typeface="+mn-ea"/>
              <a:sym typeface="+mn-lt"/>
            </a:endParaRPr>
          </a:p>
        </p:txBody>
      </p:sp>
      <p:sp>
        <p:nvSpPr>
          <p:cNvPr id="33" name="Freeform: Shape 6" descr="D:\51PPT模板网\51pptmoban.com\图片.jpg"/>
          <p:cNvSpPr/>
          <p:nvPr/>
        </p:nvSpPr>
        <p:spPr bwMode="gray">
          <a:xfrm rot="9815408" flipH="1">
            <a:off x="4825152" y="1809597"/>
            <a:ext cx="2705436" cy="844362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A1B4D5"/>
          </a:solidFill>
          <a:ln>
            <a:noFill/>
          </a:ln>
          <a:effectLst/>
        </p:spPr>
        <p:txBody>
          <a:bodyPr anchor="ctr"/>
          <a:lstStyle/>
          <a:p>
            <a:pPr algn="ctr"/>
            <a:endParaRPr sz="2400">
              <a:cs typeface="+mn-ea"/>
              <a:sym typeface="+mn-lt"/>
            </a:endParaRPr>
          </a:p>
        </p:txBody>
      </p:sp>
      <p:sp>
        <p:nvSpPr>
          <p:cNvPr id="34" name="Freeform: Shape 7"/>
          <p:cNvSpPr/>
          <p:nvPr/>
        </p:nvSpPr>
        <p:spPr bwMode="gray">
          <a:xfrm rot="6215408" flipH="1">
            <a:off x="3602356" y="2507540"/>
            <a:ext cx="2703693" cy="844362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535B6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35" name="Freeform: Shape 8"/>
          <p:cNvSpPr/>
          <p:nvPr/>
        </p:nvSpPr>
        <p:spPr bwMode="gray">
          <a:xfrm rot="2615408" flipH="1">
            <a:off x="3629783" y="3887623"/>
            <a:ext cx="2705433" cy="846101"/>
          </a:xfrm>
          <a:custGeom>
            <a:avLst/>
            <a:gdLst>
              <a:gd name="T0" fmla="*/ 1405 w 1717"/>
              <a:gd name="T1" fmla="*/ 102 h 484"/>
              <a:gd name="T2" fmla="*/ 1540 w 1717"/>
              <a:gd name="T3" fmla="*/ 395 h 484"/>
              <a:gd name="T4" fmla="*/ 1472 w 1717"/>
              <a:gd name="T5" fmla="*/ 369 h 484"/>
              <a:gd name="T6" fmla="*/ 1373 w 1717"/>
              <a:gd name="T7" fmla="*/ 403 h 484"/>
              <a:gd name="T8" fmla="*/ 1274 w 1717"/>
              <a:gd name="T9" fmla="*/ 433 h 484"/>
              <a:gd name="T10" fmla="*/ 1160 w 1717"/>
              <a:gd name="T11" fmla="*/ 458 h 484"/>
              <a:gd name="T12" fmla="*/ 1062 w 1717"/>
              <a:gd name="T13" fmla="*/ 472 h 484"/>
              <a:gd name="T14" fmla="*/ 968 w 1717"/>
              <a:gd name="T15" fmla="*/ 479 h 484"/>
              <a:gd name="T16" fmla="*/ 872 w 1717"/>
              <a:gd name="T17" fmla="*/ 479 h 484"/>
              <a:gd name="T18" fmla="*/ 766 w 1717"/>
              <a:gd name="T19" fmla="*/ 468 h 484"/>
              <a:gd name="T20" fmla="*/ 634 w 1717"/>
              <a:gd name="T21" fmla="*/ 439 h 484"/>
              <a:gd name="T22" fmla="*/ 524 w 1717"/>
              <a:gd name="T23" fmla="*/ 407 h 484"/>
              <a:gd name="T24" fmla="*/ 435 w 1717"/>
              <a:gd name="T25" fmla="*/ 373 h 484"/>
              <a:gd name="T26" fmla="*/ 344 w 1717"/>
              <a:gd name="T27" fmla="*/ 326 h 484"/>
              <a:gd name="T28" fmla="*/ 242 w 1717"/>
              <a:gd name="T29" fmla="*/ 256 h 484"/>
              <a:gd name="T30" fmla="*/ 157 w 1717"/>
              <a:gd name="T31" fmla="*/ 186 h 484"/>
              <a:gd name="T32" fmla="*/ 102 w 1717"/>
              <a:gd name="T33" fmla="*/ 132 h 484"/>
              <a:gd name="T34" fmla="*/ 0 w 1717"/>
              <a:gd name="T35" fmla="*/ 0 h 484"/>
              <a:gd name="T36" fmla="*/ 135 w 1717"/>
              <a:gd name="T37" fmla="*/ 124 h 484"/>
              <a:gd name="T38" fmla="*/ 219 w 1717"/>
              <a:gd name="T39" fmla="*/ 186 h 484"/>
              <a:gd name="T40" fmla="*/ 307 w 1717"/>
              <a:gd name="T41" fmla="*/ 231 h 484"/>
              <a:gd name="T42" fmla="*/ 395 w 1717"/>
              <a:gd name="T43" fmla="*/ 267 h 484"/>
              <a:gd name="T44" fmla="*/ 487 w 1717"/>
              <a:gd name="T45" fmla="*/ 293 h 484"/>
              <a:gd name="T46" fmla="*/ 571 w 1717"/>
              <a:gd name="T47" fmla="*/ 309 h 484"/>
              <a:gd name="T48" fmla="*/ 673 w 1717"/>
              <a:gd name="T49" fmla="*/ 318 h 484"/>
              <a:gd name="T50" fmla="*/ 766 w 1717"/>
              <a:gd name="T51" fmla="*/ 318 h 484"/>
              <a:gd name="T52" fmla="*/ 890 w 1717"/>
              <a:gd name="T53" fmla="*/ 311 h 484"/>
              <a:gd name="T54" fmla="*/ 1000 w 1717"/>
              <a:gd name="T55" fmla="*/ 296 h 484"/>
              <a:gd name="T56" fmla="*/ 1106 w 1717"/>
              <a:gd name="T57" fmla="*/ 274 h 484"/>
              <a:gd name="T58" fmla="*/ 1212 w 1717"/>
              <a:gd name="T59" fmla="*/ 245 h 484"/>
              <a:gd name="T60" fmla="*/ 1318 w 1717"/>
              <a:gd name="T61" fmla="*/ 209 h 484"/>
              <a:gd name="T62" fmla="*/ 1427 w 1717"/>
              <a:gd name="T63" fmla="*/ 153 h 4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1717" h="484">
                <a:moveTo>
                  <a:pt x="1427" y="153"/>
                </a:moveTo>
                <a:lnTo>
                  <a:pt x="1405" y="102"/>
                </a:lnTo>
                <a:lnTo>
                  <a:pt x="1716" y="132"/>
                </a:lnTo>
                <a:lnTo>
                  <a:pt x="1540" y="395"/>
                </a:lnTo>
                <a:lnTo>
                  <a:pt x="1519" y="344"/>
                </a:lnTo>
                <a:lnTo>
                  <a:pt x="1472" y="369"/>
                </a:lnTo>
                <a:lnTo>
                  <a:pt x="1413" y="391"/>
                </a:lnTo>
                <a:lnTo>
                  <a:pt x="1373" y="403"/>
                </a:lnTo>
                <a:lnTo>
                  <a:pt x="1328" y="418"/>
                </a:lnTo>
                <a:lnTo>
                  <a:pt x="1274" y="433"/>
                </a:lnTo>
                <a:lnTo>
                  <a:pt x="1219" y="447"/>
                </a:lnTo>
                <a:lnTo>
                  <a:pt x="1160" y="458"/>
                </a:lnTo>
                <a:lnTo>
                  <a:pt x="1117" y="464"/>
                </a:lnTo>
                <a:lnTo>
                  <a:pt x="1062" y="472"/>
                </a:lnTo>
                <a:lnTo>
                  <a:pt x="1007" y="479"/>
                </a:lnTo>
                <a:lnTo>
                  <a:pt x="968" y="479"/>
                </a:lnTo>
                <a:lnTo>
                  <a:pt x="916" y="483"/>
                </a:lnTo>
                <a:lnTo>
                  <a:pt x="872" y="479"/>
                </a:lnTo>
                <a:lnTo>
                  <a:pt x="817" y="475"/>
                </a:lnTo>
                <a:lnTo>
                  <a:pt x="766" y="468"/>
                </a:lnTo>
                <a:lnTo>
                  <a:pt x="701" y="453"/>
                </a:lnTo>
                <a:lnTo>
                  <a:pt x="634" y="439"/>
                </a:lnTo>
                <a:lnTo>
                  <a:pt x="576" y="424"/>
                </a:lnTo>
                <a:lnTo>
                  <a:pt x="524" y="407"/>
                </a:lnTo>
                <a:lnTo>
                  <a:pt x="476" y="391"/>
                </a:lnTo>
                <a:lnTo>
                  <a:pt x="435" y="373"/>
                </a:lnTo>
                <a:lnTo>
                  <a:pt x="384" y="349"/>
                </a:lnTo>
                <a:lnTo>
                  <a:pt x="344" y="326"/>
                </a:lnTo>
                <a:lnTo>
                  <a:pt x="293" y="293"/>
                </a:lnTo>
                <a:lnTo>
                  <a:pt x="242" y="256"/>
                </a:lnTo>
                <a:lnTo>
                  <a:pt x="205" y="226"/>
                </a:lnTo>
                <a:lnTo>
                  <a:pt x="157" y="186"/>
                </a:lnTo>
                <a:lnTo>
                  <a:pt x="124" y="158"/>
                </a:lnTo>
                <a:lnTo>
                  <a:pt x="102" y="132"/>
                </a:lnTo>
                <a:lnTo>
                  <a:pt x="62" y="88"/>
                </a:lnTo>
                <a:lnTo>
                  <a:pt x="0" y="0"/>
                </a:lnTo>
                <a:lnTo>
                  <a:pt x="91" y="88"/>
                </a:lnTo>
                <a:lnTo>
                  <a:pt x="135" y="124"/>
                </a:lnTo>
                <a:lnTo>
                  <a:pt x="175" y="158"/>
                </a:lnTo>
                <a:lnTo>
                  <a:pt x="219" y="186"/>
                </a:lnTo>
                <a:lnTo>
                  <a:pt x="263" y="209"/>
                </a:lnTo>
                <a:lnTo>
                  <a:pt x="307" y="231"/>
                </a:lnTo>
                <a:lnTo>
                  <a:pt x="355" y="253"/>
                </a:lnTo>
                <a:lnTo>
                  <a:pt x="395" y="267"/>
                </a:lnTo>
                <a:lnTo>
                  <a:pt x="439" y="282"/>
                </a:lnTo>
                <a:lnTo>
                  <a:pt x="487" y="293"/>
                </a:lnTo>
                <a:lnTo>
                  <a:pt x="534" y="301"/>
                </a:lnTo>
                <a:lnTo>
                  <a:pt x="571" y="309"/>
                </a:lnTo>
                <a:lnTo>
                  <a:pt x="622" y="312"/>
                </a:lnTo>
                <a:lnTo>
                  <a:pt x="673" y="318"/>
                </a:lnTo>
                <a:lnTo>
                  <a:pt x="718" y="318"/>
                </a:lnTo>
                <a:lnTo>
                  <a:pt x="766" y="318"/>
                </a:lnTo>
                <a:lnTo>
                  <a:pt x="828" y="318"/>
                </a:lnTo>
                <a:lnTo>
                  <a:pt x="890" y="311"/>
                </a:lnTo>
                <a:lnTo>
                  <a:pt x="949" y="304"/>
                </a:lnTo>
                <a:lnTo>
                  <a:pt x="1000" y="296"/>
                </a:lnTo>
                <a:lnTo>
                  <a:pt x="1058" y="285"/>
                </a:lnTo>
                <a:lnTo>
                  <a:pt x="1106" y="274"/>
                </a:lnTo>
                <a:lnTo>
                  <a:pt x="1156" y="260"/>
                </a:lnTo>
                <a:lnTo>
                  <a:pt x="1212" y="245"/>
                </a:lnTo>
                <a:lnTo>
                  <a:pt x="1259" y="231"/>
                </a:lnTo>
                <a:lnTo>
                  <a:pt x="1318" y="209"/>
                </a:lnTo>
                <a:lnTo>
                  <a:pt x="1362" y="190"/>
                </a:lnTo>
                <a:lnTo>
                  <a:pt x="1427" y="153"/>
                </a:lnTo>
              </a:path>
            </a:pathLst>
          </a:custGeom>
          <a:solidFill>
            <a:srgbClr val="E09292"/>
          </a:solidFill>
          <a:ln>
            <a:noFill/>
          </a:ln>
          <a:effectLst/>
        </p:spPr>
        <p:txBody>
          <a:bodyPr lIns="60949" tIns="59256" rIns="60949" bIns="59256" anchor="ctr" anchorCtr="1"/>
          <a:lstStyle/>
          <a:p>
            <a:endParaRPr sz="1799" b="1">
              <a:cs typeface="+mn-ea"/>
              <a:sym typeface="+mn-lt"/>
            </a:endParaRPr>
          </a:p>
        </p:txBody>
      </p:sp>
      <p:sp>
        <p:nvSpPr>
          <p:cNvPr id="2" name="Oval 10"/>
          <p:cNvSpPr/>
          <p:nvPr/>
        </p:nvSpPr>
        <p:spPr bwMode="gray">
          <a:xfrm flipH="1">
            <a:off x="5025633" y="2619218"/>
            <a:ext cx="2095473" cy="2095476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cs typeface="+mn-ea"/>
                <a:sym typeface="+mn-lt"/>
              </a:rPr>
              <a:t>添加标</a:t>
            </a:r>
            <a:endParaRPr lang="en-US" altLang="zh-CN" dirty="0">
              <a:cs typeface="+mn-ea"/>
              <a:sym typeface="+mn-lt"/>
            </a:endParaRPr>
          </a:p>
          <a:p>
            <a:pPr algn="ctr"/>
            <a:r>
              <a:rPr lang="zh-CN" altLang="en-US" dirty="0">
                <a:cs typeface="+mn-ea"/>
                <a:sym typeface="+mn-lt"/>
              </a:rPr>
              <a:t>题文本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7A666D97-EC66-C45E-DF5F-4C74D1099C38}"/>
              </a:ext>
            </a:extLst>
          </p:cNvPr>
          <p:cNvGrpSpPr/>
          <p:nvPr/>
        </p:nvGrpSpPr>
        <p:grpSpPr>
          <a:xfrm>
            <a:off x="1572747" y="1591389"/>
            <a:ext cx="9124536" cy="1111716"/>
            <a:chOff x="1667773" y="1353431"/>
            <a:chExt cx="9124536" cy="1111716"/>
          </a:xfrm>
        </p:grpSpPr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24B7EA2C-633B-23CE-DC5A-A45C470F01BF}"/>
                </a:ext>
              </a:extLst>
            </p:cNvPr>
            <p:cNvGrpSpPr/>
            <p:nvPr/>
          </p:nvGrpSpPr>
          <p:grpSpPr>
            <a:xfrm>
              <a:off x="7747854" y="1353431"/>
              <a:ext cx="3044455" cy="1111716"/>
              <a:chOff x="283599" y="1906534"/>
              <a:chExt cx="3044455" cy="1111716"/>
            </a:xfrm>
          </p:grpSpPr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F262224B-021D-B331-24E6-537EFB976035}"/>
                  </a:ext>
                </a:extLst>
              </p:cNvPr>
              <p:cNvSpPr txBox="1"/>
              <p:nvPr/>
            </p:nvSpPr>
            <p:spPr>
              <a:xfrm>
                <a:off x="361629" y="2485797"/>
                <a:ext cx="2966425" cy="5324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根据自己的需要添加适当的文字，此处添加详细文本描述，建议与标题相关尽量简洁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... ...</a:t>
                </a: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013984C-B0AB-FA95-58D5-8E480BE9DAFC}"/>
                  </a:ext>
                </a:extLst>
              </p:cNvPr>
              <p:cNvSpPr txBox="1"/>
              <p:nvPr/>
            </p:nvSpPr>
            <p:spPr>
              <a:xfrm>
                <a:off x="283599" y="1906534"/>
                <a:ext cx="223556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sz="1600" b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ML</a:t>
                </a:r>
                <a:r>
                  <a:rPr lang="zh-CN" altLang="en-US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training</a:t>
                </a:r>
                <a:r>
                  <a:rPr lang="zh-CN" altLang="en-US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model</a:t>
                </a:r>
                <a:r>
                  <a:rPr lang="zh-CN" altLang="en-US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by</a:t>
                </a:r>
                <a:r>
                  <a:rPr lang="zh-CN" altLang="en-US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public</a:t>
                </a:r>
                <a:r>
                  <a:rPr lang="zh-CN" altLang="en-US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data</a:t>
                </a:r>
                <a:endPara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0CDED9B-7810-8D73-BA5A-735BF0247E70}"/>
                </a:ext>
              </a:extLst>
            </p:cNvPr>
            <p:cNvGrpSpPr/>
            <p:nvPr/>
          </p:nvGrpSpPr>
          <p:grpSpPr>
            <a:xfrm>
              <a:off x="1667773" y="1353431"/>
              <a:ext cx="2984539" cy="580047"/>
              <a:chOff x="283598" y="1906534"/>
              <a:chExt cx="2984539" cy="580047"/>
            </a:xfrm>
          </p:grpSpPr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8606E8AE-EE58-2BB6-D47F-B7C5CDA099AC}"/>
                  </a:ext>
                </a:extLst>
              </p:cNvPr>
              <p:cNvSpPr txBox="1"/>
              <p:nvPr/>
            </p:nvSpPr>
            <p:spPr>
              <a:xfrm>
                <a:off x="283598" y="2190603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CN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To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adjust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the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model</a:t>
                </a:r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DBB6FE44-BE47-0506-7F75-DFE01950BCFF}"/>
                  </a:ext>
                </a:extLst>
              </p:cNvPr>
              <p:cNvSpPr txBox="1"/>
              <p:nvPr/>
            </p:nvSpPr>
            <p:spPr>
              <a:xfrm>
                <a:off x="1032570" y="1906534"/>
                <a:ext cx="22355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US" altLang="zh-CN" sz="16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Feedback</a:t>
                </a:r>
                <a:endParaRPr lang="zh-CN" altLang="en-US" sz="1600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7D665287-3EF1-1CB0-501B-27AC69242799}"/>
              </a:ext>
            </a:extLst>
          </p:cNvPr>
          <p:cNvGrpSpPr/>
          <p:nvPr/>
        </p:nvGrpSpPr>
        <p:grpSpPr>
          <a:xfrm>
            <a:off x="1528178" y="4960948"/>
            <a:ext cx="9091074" cy="745669"/>
            <a:chOff x="1623204" y="1353431"/>
            <a:chExt cx="9091074" cy="745669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375476BB-F814-E28D-BBC0-DEFA393E799C}"/>
                </a:ext>
              </a:extLst>
            </p:cNvPr>
            <p:cNvGrpSpPr/>
            <p:nvPr/>
          </p:nvGrpSpPr>
          <p:grpSpPr>
            <a:xfrm>
              <a:off x="7747853" y="1353431"/>
              <a:ext cx="2966425" cy="580047"/>
              <a:chOff x="283598" y="1906534"/>
              <a:chExt cx="2966425" cy="580047"/>
            </a:xfrm>
          </p:grpSpPr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8B2A62B4-2A3B-DC8A-CDE4-6E4960FF6203}"/>
                  </a:ext>
                </a:extLst>
              </p:cNvPr>
              <p:cNvSpPr txBox="1"/>
              <p:nvPr/>
            </p:nvSpPr>
            <p:spPr>
              <a:xfrm>
                <a:off x="283598" y="2190603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Outcome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of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prediction</a:t>
                </a:r>
              </a:p>
            </p:txBody>
          </p:sp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994C6949-7B5A-BA7E-3227-BCE925D726FB}"/>
                  </a:ext>
                </a:extLst>
              </p:cNvPr>
              <p:cNvSpPr txBox="1"/>
              <p:nvPr/>
            </p:nvSpPr>
            <p:spPr>
              <a:xfrm>
                <a:off x="283599" y="1906534"/>
                <a:ext cx="22355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sz="1600" b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Risk</a:t>
                </a:r>
                <a:r>
                  <a:rPr lang="zh-CN" altLang="en-US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information</a:t>
                </a:r>
                <a:endPara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D3542B5F-3D61-2087-1C58-6029DF607768}"/>
                </a:ext>
              </a:extLst>
            </p:cNvPr>
            <p:cNvGrpSpPr/>
            <p:nvPr/>
          </p:nvGrpSpPr>
          <p:grpSpPr>
            <a:xfrm>
              <a:off x="1623204" y="1353431"/>
              <a:ext cx="3029108" cy="745669"/>
              <a:chOff x="239029" y="1906534"/>
              <a:chExt cx="3029108" cy="745669"/>
            </a:xfrm>
          </p:grpSpPr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0F461974-7E67-8E16-3BAF-D5C057E8301A}"/>
                  </a:ext>
                </a:extLst>
              </p:cNvPr>
              <p:cNvSpPr txBox="1"/>
              <p:nvPr/>
            </p:nvSpPr>
            <p:spPr>
              <a:xfrm>
                <a:off x="239029" y="2356225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Give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next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test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suggestion</a:t>
                </a:r>
              </a:p>
            </p:txBody>
          </p: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D0916B9D-5A18-BFB1-BCBB-D0F3277E28D5}"/>
                  </a:ext>
                </a:extLst>
              </p:cNvPr>
              <p:cNvSpPr txBox="1"/>
              <p:nvPr/>
            </p:nvSpPr>
            <p:spPr>
              <a:xfrm>
                <a:off x="1032570" y="1906534"/>
                <a:ext cx="22355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US" sz="1600" dirty="0"/>
                  <a:t>Smart Referral</a:t>
                </a:r>
                <a:endParaRPr lang="zh-CN" altLang="en-US" sz="1600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AA8C3418-6CB7-308F-AA03-57F23DDE30E5}"/>
              </a:ext>
            </a:extLst>
          </p:cNvPr>
          <p:cNvGrpSpPr/>
          <p:nvPr/>
        </p:nvGrpSpPr>
        <p:grpSpPr>
          <a:xfrm>
            <a:off x="960102" y="3258697"/>
            <a:ext cx="10283162" cy="896513"/>
            <a:chOff x="1680137" y="1353431"/>
            <a:chExt cx="10283162" cy="896513"/>
          </a:xfrm>
        </p:grpSpPr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B8B8A3D0-07D9-0BA4-F211-3D3D962545B2}"/>
                </a:ext>
              </a:extLst>
            </p:cNvPr>
            <p:cNvGrpSpPr/>
            <p:nvPr/>
          </p:nvGrpSpPr>
          <p:grpSpPr>
            <a:xfrm>
              <a:off x="8996874" y="1353431"/>
              <a:ext cx="2966425" cy="580047"/>
              <a:chOff x="1532619" y="1906534"/>
              <a:chExt cx="2966425" cy="580047"/>
            </a:xfrm>
          </p:grpSpPr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4AD4A2E9-7D2E-95E8-E7E3-3E6A328F03FA}"/>
                  </a:ext>
                </a:extLst>
              </p:cNvPr>
              <p:cNvSpPr txBox="1"/>
              <p:nvPr/>
            </p:nvSpPr>
            <p:spPr>
              <a:xfrm>
                <a:off x="1532619" y="2190603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S</a:t>
                </a:r>
                <a:r>
                  <a:rPr lang="en-CN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tandard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form</a:t>
                </a: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476AD8EC-A0DD-F2BF-FB5F-F5E2BC752215}"/>
                  </a:ext>
                </a:extLst>
              </p:cNvPr>
              <p:cNvSpPr txBox="1"/>
              <p:nvPr/>
            </p:nvSpPr>
            <p:spPr>
              <a:xfrm>
                <a:off x="1532620" y="1906534"/>
                <a:ext cx="22355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sz="1600" b="1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r>
                  <a:rPr lang="en-US" dirty="0"/>
                  <a:t>User Input</a:t>
                </a:r>
                <a:endPara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703E6356-8A65-4EEF-AEC3-B4118AF01A74}"/>
                </a:ext>
              </a:extLst>
            </p:cNvPr>
            <p:cNvGrpSpPr/>
            <p:nvPr/>
          </p:nvGrpSpPr>
          <p:grpSpPr>
            <a:xfrm>
              <a:off x="1680137" y="1353431"/>
              <a:ext cx="2972175" cy="896513"/>
              <a:chOff x="295962" y="1906534"/>
              <a:chExt cx="2972175" cy="896513"/>
            </a:xfrm>
          </p:grpSpPr>
          <p:sp>
            <p:nvSpPr>
              <p:cNvPr id="53" name="文本框 52">
                <a:extLst>
                  <a:ext uri="{FF2B5EF4-FFF2-40B4-BE49-F238E27FC236}">
                    <a16:creationId xmlns:a16="http://schemas.microsoft.com/office/drawing/2014/main" id="{4345DFB4-20CA-777B-3777-48CE87BBAC89}"/>
                  </a:ext>
                </a:extLst>
              </p:cNvPr>
              <p:cNvSpPr txBox="1"/>
              <p:nvPr/>
            </p:nvSpPr>
            <p:spPr>
              <a:xfrm>
                <a:off x="295962" y="2507069"/>
                <a:ext cx="2966425" cy="2959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>
                  <a:lnSpc>
                    <a:spcPct val="150000"/>
                  </a:lnSpc>
                  <a:defRPr sz="1050" b="0" i="0">
                    <a:solidFill>
                      <a:schemeClr val="bg1">
                        <a:lumMod val="50000"/>
                      </a:schemeClr>
                    </a:solidFill>
                    <a:effectLst/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CN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As</a:t>
                </a:r>
                <a:r>
                  <a:rPr lang="zh-CN" altLang="en-US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altLang="zh-CN" sz="10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PDF</a:t>
                </a:r>
              </a:p>
            </p:txBody>
          </p: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6F4F5FCC-D54A-834D-965C-A2BBEEB14BE3}"/>
                  </a:ext>
                </a:extLst>
              </p:cNvPr>
              <p:cNvSpPr txBox="1"/>
              <p:nvPr/>
            </p:nvSpPr>
            <p:spPr>
              <a:xfrm>
                <a:off x="1032570" y="1906534"/>
                <a:ext cx="223556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b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HarmonyOS Sans SC Light" panose="00000400000000000000" pitchFamily="2" charset="-122"/>
                    <a:ea typeface="阿里巴巴普惠体 2.0 55 Regular" panose="00020600040101010101" pitchFamily="18" charset="-122"/>
                    <a:cs typeface="阿里巴巴普惠体 2.0 55 Regular" panose="00020600040101010101" pitchFamily="18" charset="-122"/>
                  </a:defRPr>
                </a:lvl1pPr>
              </a:lstStyle>
              <a:p>
                <a:pPr algn="r"/>
                <a:r>
                  <a:rPr lang="en-US" altLang="zh-CN" sz="16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Export</a:t>
                </a:r>
                <a:r>
                  <a:rPr lang="zh-CN" altLang="en-US" sz="1600" dirty="0">
                    <a:solidFill>
                      <a:schemeClr val="tx1"/>
                    </a:solidFill>
                    <a:sym typeface="HarmonyOS Sans SC Light" panose="00000400000000000000" pitchFamily="2" charset="-122"/>
                  </a:rPr>
                  <a:t> </a:t>
                </a:r>
                <a:r>
                  <a:rPr lang="en-US" sz="1600" dirty="0"/>
                  <a:t>Clinical Report</a:t>
                </a:r>
                <a:endParaRPr lang="zh-CN" altLang="en-US" sz="1600" dirty="0">
                  <a:solidFill>
                    <a:schemeClr val="tx1"/>
                  </a:solidFill>
                  <a:sym typeface="HarmonyOS Sans SC Light" panose="00000400000000000000" pitchFamily="2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62385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B113DA-F9F3-8DAD-3026-936774337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D3A1B7ED-FEA2-419F-F51A-8B6F8F75119B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B4B4803A-DB75-AEAE-35C1-47DD98F01A18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E5DBA7E5-BB3E-5FFA-03D0-F6B201F7A49C}"/>
                </a:ext>
              </a:extLst>
            </p:cNvPr>
            <p:cNvSpPr txBox="1"/>
            <p:nvPr/>
          </p:nvSpPr>
          <p:spPr>
            <a:xfrm>
              <a:off x="3426321" y="2364250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Roadmap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9" name="Shape 6891"/>
          <p:cNvSpPr/>
          <p:nvPr/>
        </p:nvSpPr>
        <p:spPr>
          <a:xfrm flipH="1">
            <a:off x="7048964" y="2707435"/>
            <a:ext cx="1362527" cy="13623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3507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507"/>
                  <a:pt x="0" y="13507"/>
                  <a:pt x="0" y="13507"/>
                </a:cubicBezTo>
                <a:cubicBezTo>
                  <a:pt x="0" y="17978"/>
                  <a:pt x="3622" y="21600"/>
                  <a:pt x="8112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112"/>
                  <a:pt x="21600" y="8112"/>
                  <a:pt x="21600" y="8112"/>
                </a:cubicBezTo>
                <a:cubicBezTo>
                  <a:pt x="21600" y="3622"/>
                  <a:pt x="17978" y="0"/>
                  <a:pt x="13507" y="0"/>
                </a:cubicBezTo>
                <a:close/>
              </a:path>
            </a:pathLst>
          </a:custGeom>
          <a:solidFill>
            <a:srgbClr val="E0E0E0">
              <a:alpha val="15000"/>
            </a:srgbClr>
          </a:solidFill>
          <a:ln>
            <a:round/>
          </a:ln>
        </p:spPr>
        <p:txBody>
          <a:bodyPr lIns="0" tIns="0" rIns="0" bIns="0"/>
          <a:lstStyle/>
          <a:p>
            <a:pPr lvl="0">
              <a:buClrTx/>
            </a:pPr>
            <a:endParaRPr sz="2400">
              <a:cs typeface="+mn-ea"/>
              <a:sym typeface="+mn-lt"/>
            </a:endParaRPr>
          </a:p>
        </p:txBody>
      </p:sp>
      <p:sp>
        <p:nvSpPr>
          <p:cNvPr id="10" name="Shape 6914" descr="D:\51PPT模板网\51pptmoban.com\图片.jpg"/>
          <p:cNvSpPr/>
          <p:nvPr/>
        </p:nvSpPr>
        <p:spPr>
          <a:xfrm>
            <a:off x="3872578" y="1519087"/>
            <a:ext cx="2365896" cy="21501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95" y="18391"/>
                </a:moveTo>
                <a:cubicBezTo>
                  <a:pt x="2131" y="18465"/>
                  <a:pt x="1144" y="18588"/>
                  <a:pt x="224" y="18761"/>
                </a:cubicBezTo>
                <a:cubicBezTo>
                  <a:pt x="90" y="19699"/>
                  <a:pt x="22" y="20637"/>
                  <a:pt x="0" y="21600"/>
                </a:cubicBezTo>
                <a:cubicBezTo>
                  <a:pt x="3701" y="21600"/>
                  <a:pt x="3701" y="21600"/>
                  <a:pt x="3701" y="21600"/>
                </a:cubicBezTo>
                <a:cubicBezTo>
                  <a:pt x="4060" y="20168"/>
                  <a:pt x="5249" y="19156"/>
                  <a:pt x="6639" y="19156"/>
                </a:cubicBezTo>
                <a:cubicBezTo>
                  <a:pt x="8030" y="19156"/>
                  <a:pt x="9219" y="20168"/>
                  <a:pt x="9600" y="21600"/>
                </a:cubicBezTo>
                <a:cubicBezTo>
                  <a:pt x="10273" y="21600"/>
                  <a:pt x="10273" y="21600"/>
                  <a:pt x="10273" y="21600"/>
                </a:cubicBezTo>
                <a:cubicBezTo>
                  <a:pt x="10295" y="20711"/>
                  <a:pt x="10430" y="19847"/>
                  <a:pt x="10654" y="18983"/>
                </a:cubicBezTo>
                <a:cubicBezTo>
                  <a:pt x="11125" y="17206"/>
                  <a:pt x="12045" y="15552"/>
                  <a:pt x="13279" y="14268"/>
                </a:cubicBezTo>
                <a:cubicBezTo>
                  <a:pt x="14467" y="12960"/>
                  <a:pt x="16015" y="12096"/>
                  <a:pt x="17675" y="11602"/>
                </a:cubicBezTo>
                <a:cubicBezTo>
                  <a:pt x="18258" y="11454"/>
                  <a:pt x="18841" y="11380"/>
                  <a:pt x="19447" y="11331"/>
                </a:cubicBezTo>
                <a:cubicBezTo>
                  <a:pt x="19447" y="9183"/>
                  <a:pt x="19447" y="9183"/>
                  <a:pt x="19447" y="9183"/>
                </a:cubicBezTo>
                <a:cubicBezTo>
                  <a:pt x="19828" y="9109"/>
                  <a:pt x="19828" y="9109"/>
                  <a:pt x="19828" y="9109"/>
                </a:cubicBezTo>
                <a:cubicBezTo>
                  <a:pt x="20860" y="8912"/>
                  <a:pt x="21600" y="7949"/>
                  <a:pt x="21600" y="6764"/>
                </a:cubicBezTo>
                <a:cubicBezTo>
                  <a:pt x="21600" y="5579"/>
                  <a:pt x="20860" y="4592"/>
                  <a:pt x="19828" y="4394"/>
                </a:cubicBezTo>
                <a:cubicBezTo>
                  <a:pt x="19447" y="4320"/>
                  <a:pt x="19447" y="4320"/>
                  <a:pt x="19447" y="4320"/>
                </a:cubicBezTo>
                <a:cubicBezTo>
                  <a:pt x="19447" y="0"/>
                  <a:pt x="19447" y="0"/>
                  <a:pt x="19447" y="0"/>
                </a:cubicBezTo>
                <a:cubicBezTo>
                  <a:pt x="18931" y="25"/>
                  <a:pt x="18437" y="49"/>
                  <a:pt x="17921" y="123"/>
                </a:cubicBezTo>
                <a:cubicBezTo>
                  <a:pt x="17720" y="1185"/>
                  <a:pt x="17563" y="2197"/>
                  <a:pt x="17450" y="3259"/>
                </a:cubicBezTo>
                <a:cubicBezTo>
                  <a:pt x="15880" y="3579"/>
                  <a:pt x="15880" y="3579"/>
                  <a:pt x="15880" y="3579"/>
                </a:cubicBezTo>
                <a:cubicBezTo>
                  <a:pt x="14355" y="4098"/>
                  <a:pt x="14355" y="4098"/>
                  <a:pt x="14355" y="4098"/>
                </a:cubicBezTo>
                <a:cubicBezTo>
                  <a:pt x="13817" y="3209"/>
                  <a:pt x="13234" y="2370"/>
                  <a:pt x="12628" y="1555"/>
                </a:cubicBezTo>
                <a:cubicBezTo>
                  <a:pt x="11080" y="2197"/>
                  <a:pt x="9622" y="3110"/>
                  <a:pt x="8277" y="4172"/>
                </a:cubicBezTo>
                <a:cubicBezTo>
                  <a:pt x="8568" y="5159"/>
                  <a:pt x="8905" y="6171"/>
                  <a:pt x="9286" y="7134"/>
                </a:cubicBezTo>
                <a:cubicBezTo>
                  <a:pt x="8882" y="7529"/>
                  <a:pt x="8456" y="7875"/>
                  <a:pt x="8075" y="8294"/>
                </a:cubicBezTo>
                <a:cubicBezTo>
                  <a:pt x="7716" y="8714"/>
                  <a:pt x="7312" y="9109"/>
                  <a:pt x="6976" y="9578"/>
                </a:cubicBezTo>
                <a:cubicBezTo>
                  <a:pt x="6123" y="9134"/>
                  <a:pt x="5226" y="8714"/>
                  <a:pt x="4329" y="8319"/>
                </a:cubicBezTo>
                <a:cubicBezTo>
                  <a:pt x="3297" y="9751"/>
                  <a:pt x="2422" y="11331"/>
                  <a:pt x="1750" y="12985"/>
                </a:cubicBezTo>
                <a:cubicBezTo>
                  <a:pt x="2490" y="13701"/>
                  <a:pt x="3230" y="14367"/>
                  <a:pt x="3993" y="15009"/>
                </a:cubicBezTo>
                <a:cubicBezTo>
                  <a:pt x="3746" y="15552"/>
                  <a:pt x="3634" y="16120"/>
                  <a:pt x="3454" y="16663"/>
                </a:cubicBezTo>
                <a:cubicBezTo>
                  <a:pt x="3275" y="17231"/>
                  <a:pt x="3207" y="17798"/>
                  <a:pt x="3095" y="18391"/>
                </a:cubicBezTo>
                <a:close/>
              </a:path>
            </a:pathLst>
          </a:custGeom>
          <a:solidFill>
            <a:srgbClr val="E092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11" name="Shape 6915"/>
          <p:cNvSpPr/>
          <p:nvPr/>
        </p:nvSpPr>
        <p:spPr>
          <a:xfrm>
            <a:off x="6100006" y="1519084"/>
            <a:ext cx="2145376" cy="2386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3181"/>
                </a:moveTo>
                <a:cubicBezTo>
                  <a:pt x="1410" y="3559"/>
                  <a:pt x="2375" y="4738"/>
                  <a:pt x="2375" y="6095"/>
                </a:cubicBezTo>
                <a:cubicBezTo>
                  <a:pt x="2375" y="7452"/>
                  <a:pt x="1410" y="8609"/>
                  <a:pt x="0" y="9009"/>
                </a:cubicBezTo>
                <a:cubicBezTo>
                  <a:pt x="0" y="10188"/>
                  <a:pt x="0" y="10188"/>
                  <a:pt x="0" y="10188"/>
                </a:cubicBezTo>
                <a:cubicBezTo>
                  <a:pt x="866" y="10233"/>
                  <a:pt x="1732" y="10344"/>
                  <a:pt x="2573" y="10566"/>
                </a:cubicBezTo>
                <a:cubicBezTo>
                  <a:pt x="4379" y="11034"/>
                  <a:pt x="6037" y="11946"/>
                  <a:pt x="7324" y="13169"/>
                </a:cubicBezTo>
                <a:cubicBezTo>
                  <a:pt x="8635" y="14370"/>
                  <a:pt x="9501" y="15883"/>
                  <a:pt x="9971" y="17529"/>
                </a:cubicBezTo>
                <a:cubicBezTo>
                  <a:pt x="10120" y="18130"/>
                  <a:pt x="10219" y="18753"/>
                  <a:pt x="10268" y="19375"/>
                </a:cubicBezTo>
                <a:cubicBezTo>
                  <a:pt x="12767" y="19375"/>
                  <a:pt x="12767" y="19375"/>
                  <a:pt x="12767" y="19375"/>
                </a:cubicBezTo>
                <a:cubicBezTo>
                  <a:pt x="12841" y="19754"/>
                  <a:pt x="12841" y="19754"/>
                  <a:pt x="12841" y="19754"/>
                </a:cubicBezTo>
                <a:cubicBezTo>
                  <a:pt x="13014" y="20821"/>
                  <a:pt x="14029" y="21600"/>
                  <a:pt x="15216" y="21600"/>
                </a:cubicBezTo>
                <a:cubicBezTo>
                  <a:pt x="16404" y="21600"/>
                  <a:pt x="17394" y="20821"/>
                  <a:pt x="17592" y="19776"/>
                </a:cubicBezTo>
                <a:cubicBezTo>
                  <a:pt x="17641" y="19375"/>
                  <a:pt x="17641" y="19375"/>
                  <a:pt x="17641" y="19375"/>
                </a:cubicBezTo>
                <a:cubicBezTo>
                  <a:pt x="21600" y="19375"/>
                  <a:pt x="21600" y="19375"/>
                  <a:pt x="21600" y="19375"/>
                </a:cubicBezTo>
                <a:cubicBezTo>
                  <a:pt x="21600" y="18842"/>
                  <a:pt x="21551" y="18308"/>
                  <a:pt x="21476" y="17774"/>
                </a:cubicBezTo>
                <a:cubicBezTo>
                  <a:pt x="20437" y="17596"/>
                  <a:pt x="19423" y="17418"/>
                  <a:pt x="18359" y="17307"/>
                </a:cubicBezTo>
                <a:cubicBezTo>
                  <a:pt x="18012" y="15750"/>
                  <a:pt x="18012" y="15750"/>
                  <a:pt x="18012" y="15750"/>
                </a:cubicBezTo>
                <a:cubicBezTo>
                  <a:pt x="17518" y="14237"/>
                  <a:pt x="17518" y="14237"/>
                  <a:pt x="17518" y="14237"/>
                </a:cubicBezTo>
                <a:cubicBezTo>
                  <a:pt x="18408" y="13703"/>
                  <a:pt x="19225" y="13125"/>
                  <a:pt x="20066" y="12524"/>
                </a:cubicBezTo>
                <a:cubicBezTo>
                  <a:pt x="19423" y="10989"/>
                  <a:pt x="18482" y="9543"/>
                  <a:pt x="17443" y="8208"/>
                </a:cubicBezTo>
                <a:cubicBezTo>
                  <a:pt x="16429" y="8498"/>
                  <a:pt x="15414" y="8854"/>
                  <a:pt x="14449" y="9209"/>
                </a:cubicBezTo>
                <a:cubicBezTo>
                  <a:pt x="14078" y="8809"/>
                  <a:pt x="13732" y="8386"/>
                  <a:pt x="13287" y="8008"/>
                </a:cubicBezTo>
                <a:cubicBezTo>
                  <a:pt x="12866" y="7652"/>
                  <a:pt x="12470" y="7252"/>
                  <a:pt x="12000" y="6918"/>
                </a:cubicBezTo>
                <a:cubicBezTo>
                  <a:pt x="12470" y="6073"/>
                  <a:pt x="12891" y="5183"/>
                  <a:pt x="13262" y="4293"/>
                </a:cubicBezTo>
                <a:cubicBezTo>
                  <a:pt x="11827" y="3270"/>
                  <a:pt x="10268" y="2402"/>
                  <a:pt x="8586" y="1735"/>
                </a:cubicBezTo>
                <a:cubicBezTo>
                  <a:pt x="7868" y="2469"/>
                  <a:pt x="7200" y="3203"/>
                  <a:pt x="6581" y="3960"/>
                </a:cubicBezTo>
                <a:cubicBezTo>
                  <a:pt x="6037" y="3737"/>
                  <a:pt x="5468" y="3604"/>
                  <a:pt x="4899" y="3426"/>
                </a:cubicBezTo>
                <a:cubicBezTo>
                  <a:pt x="4355" y="3270"/>
                  <a:pt x="3761" y="3181"/>
                  <a:pt x="3192" y="3070"/>
                </a:cubicBezTo>
                <a:cubicBezTo>
                  <a:pt x="3093" y="2113"/>
                  <a:pt x="2994" y="1135"/>
                  <a:pt x="2796" y="200"/>
                </a:cubicBezTo>
                <a:cubicBezTo>
                  <a:pt x="1880" y="111"/>
                  <a:pt x="940" y="22"/>
                  <a:pt x="0" y="0"/>
                </a:cubicBezTo>
                <a:lnTo>
                  <a:pt x="0" y="3181"/>
                </a:lnTo>
                <a:close/>
              </a:path>
            </a:pathLst>
          </a:custGeom>
          <a:solidFill>
            <a:srgbClr val="A1B4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12" name="Shape 6916"/>
          <p:cNvSpPr/>
          <p:nvPr/>
        </p:nvSpPr>
        <p:spPr>
          <a:xfrm>
            <a:off x="3872579" y="3525683"/>
            <a:ext cx="2129989" cy="236724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18530"/>
                </a:moveTo>
                <a:cubicBezTo>
                  <a:pt x="20205" y="18127"/>
                  <a:pt x="19233" y="16984"/>
                  <a:pt x="19233" y="15595"/>
                </a:cubicBezTo>
                <a:cubicBezTo>
                  <a:pt x="19233" y="14228"/>
                  <a:pt x="20205" y="13063"/>
                  <a:pt x="21600" y="12682"/>
                </a:cubicBezTo>
                <a:cubicBezTo>
                  <a:pt x="21600" y="11338"/>
                  <a:pt x="21600" y="11338"/>
                  <a:pt x="21600" y="11338"/>
                </a:cubicBezTo>
                <a:cubicBezTo>
                  <a:pt x="20778" y="11293"/>
                  <a:pt x="19956" y="11181"/>
                  <a:pt x="19158" y="10957"/>
                </a:cubicBezTo>
                <a:cubicBezTo>
                  <a:pt x="17365" y="10486"/>
                  <a:pt x="15696" y="9590"/>
                  <a:pt x="14400" y="8358"/>
                </a:cubicBezTo>
                <a:cubicBezTo>
                  <a:pt x="13080" y="7148"/>
                  <a:pt x="12208" y="5602"/>
                  <a:pt x="11709" y="3966"/>
                </a:cubicBezTo>
                <a:cubicBezTo>
                  <a:pt x="11560" y="3383"/>
                  <a:pt x="11485" y="2801"/>
                  <a:pt x="11435" y="2218"/>
                </a:cubicBezTo>
                <a:cubicBezTo>
                  <a:pt x="9841" y="2218"/>
                  <a:pt x="9841" y="2218"/>
                  <a:pt x="9841" y="2218"/>
                </a:cubicBezTo>
                <a:cubicBezTo>
                  <a:pt x="9766" y="1837"/>
                  <a:pt x="9766" y="1837"/>
                  <a:pt x="9766" y="1837"/>
                </a:cubicBezTo>
                <a:cubicBezTo>
                  <a:pt x="9592" y="784"/>
                  <a:pt x="8570" y="0"/>
                  <a:pt x="7374" y="0"/>
                </a:cubicBezTo>
                <a:cubicBezTo>
                  <a:pt x="6179" y="0"/>
                  <a:pt x="5182" y="784"/>
                  <a:pt x="4983" y="1837"/>
                </a:cubicBezTo>
                <a:cubicBezTo>
                  <a:pt x="4933" y="2218"/>
                  <a:pt x="4933" y="2218"/>
                  <a:pt x="4933" y="2218"/>
                </a:cubicBezTo>
                <a:cubicBezTo>
                  <a:pt x="0" y="2218"/>
                  <a:pt x="0" y="2218"/>
                  <a:pt x="0" y="2218"/>
                </a:cubicBezTo>
                <a:cubicBezTo>
                  <a:pt x="25" y="2711"/>
                  <a:pt x="75" y="3204"/>
                  <a:pt x="125" y="3697"/>
                </a:cubicBezTo>
                <a:cubicBezTo>
                  <a:pt x="1196" y="3899"/>
                  <a:pt x="2217" y="4056"/>
                  <a:pt x="3289" y="4168"/>
                </a:cubicBezTo>
                <a:cubicBezTo>
                  <a:pt x="3612" y="5736"/>
                  <a:pt x="3612" y="5736"/>
                  <a:pt x="3612" y="5736"/>
                </a:cubicBezTo>
                <a:cubicBezTo>
                  <a:pt x="4111" y="7260"/>
                  <a:pt x="4111" y="7260"/>
                  <a:pt x="4111" y="7260"/>
                </a:cubicBezTo>
                <a:cubicBezTo>
                  <a:pt x="3239" y="7820"/>
                  <a:pt x="2392" y="8380"/>
                  <a:pt x="1570" y="8985"/>
                </a:cubicBezTo>
                <a:cubicBezTo>
                  <a:pt x="2217" y="10554"/>
                  <a:pt x="3139" y="11988"/>
                  <a:pt x="4210" y="13354"/>
                </a:cubicBezTo>
                <a:cubicBezTo>
                  <a:pt x="5207" y="13063"/>
                  <a:pt x="6228" y="12705"/>
                  <a:pt x="7200" y="12324"/>
                </a:cubicBezTo>
                <a:cubicBezTo>
                  <a:pt x="7599" y="12727"/>
                  <a:pt x="7947" y="13175"/>
                  <a:pt x="8371" y="13534"/>
                </a:cubicBezTo>
                <a:cubicBezTo>
                  <a:pt x="8794" y="13915"/>
                  <a:pt x="9193" y="14318"/>
                  <a:pt x="9666" y="14632"/>
                </a:cubicBezTo>
                <a:cubicBezTo>
                  <a:pt x="9218" y="15505"/>
                  <a:pt x="8794" y="16379"/>
                  <a:pt x="8421" y="17298"/>
                </a:cubicBezTo>
                <a:cubicBezTo>
                  <a:pt x="9841" y="18329"/>
                  <a:pt x="11435" y="19180"/>
                  <a:pt x="13104" y="19852"/>
                </a:cubicBezTo>
                <a:cubicBezTo>
                  <a:pt x="13827" y="19135"/>
                  <a:pt x="14500" y="18396"/>
                  <a:pt x="15147" y="17634"/>
                </a:cubicBezTo>
                <a:cubicBezTo>
                  <a:pt x="15671" y="17858"/>
                  <a:pt x="16269" y="17970"/>
                  <a:pt x="16817" y="18149"/>
                </a:cubicBezTo>
                <a:cubicBezTo>
                  <a:pt x="17390" y="18329"/>
                  <a:pt x="17963" y="18418"/>
                  <a:pt x="18561" y="18530"/>
                </a:cubicBezTo>
                <a:cubicBezTo>
                  <a:pt x="18635" y="19494"/>
                  <a:pt x="18760" y="20457"/>
                  <a:pt x="18934" y="21398"/>
                </a:cubicBezTo>
                <a:cubicBezTo>
                  <a:pt x="19806" y="21510"/>
                  <a:pt x="20703" y="21578"/>
                  <a:pt x="21600" y="21600"/>
                </a:cubicBezTo>
                <a:lnTo>
                  <a:pt x="21600" y="18530"/>
                </a:lnTo>
                <a:close/>
              </a:path>
            </a:pathLst>
          </a:custGeom>
          <a:solidFill>
            <a:srgbClr val="A1B4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2" name="Shape 6917" descr="D:\51PPT模板网\51pptmoban.com\图片.jpg"/>
          <p:cNvSpPr/>
          <p:nvPr/>
        </p:nvSpPr>
        <p:spPr>
          <a:xfrm>
            <a:off x="5864105" y="3758140"/>
            <a:ext cx="2381281" cy="21347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546" y="3107"/>
                </a:moveTo>
                <a:cubicBezTo>
                  <a:pt x="19482" y="3008"/>
                  <a:pt x="20463" y="2908"/>
                  <a:pt x="21399" y="2734"/>
                </a:cubicBezTo>
                <a:cubicBezTo>
                  <a:pt x="21511" y="1814"/>
                  <a:pt x="21578" y="920"/>
                  <a:pt x="21600" y="0"/>
                </a:cubicBezTo>
                <a:cubicBezTo>
                  <a:pt x="18769" y="0"/>
                  <a:pt x="18769" y="0"/>
                  <a:pt x="18769" y="0"/>
                </a:cubicBezTo>
                <a:cubicBezTo>
                  <a:pt x="18412" y="1491"/>
                  <a:pt x="17231" y="2461"/>
                  <a:pt x="15849" y="2461"/>
                </a:cubicBezTo>
                <a:cubicBezTo>
                  <a:pt x="14467" y="2461"/>
                  <a:pt x="13285" y="1491"/>
                  <a:pt x="12907" y="0"/>
                </a:cubicBezTo>
                <a:cubicBezTo>
                  <a:pt x="11391" y="0"/>
                  <a:pt x="11391" y="0"/>
                  <a:pt x="11391" y="0"/>
                </a:cubicBezTo>
                <a:cubicBezTo>
                  <a:pt x="11346" y="845"/>
                  <a:pt x="11235" y="1665"/>
                  <a:pt x="11012" y="2486"/>
                </a:cubicBezTo>
                <a:cubicBezTo>
                  <a:pt x="10544" y="4300"/>
                  <a:pt x="9630" y="5941"/>
                  <a:pt x="8426" y="7258"/>
                </a:cubicBezTo>
                <a:cubicBezTo>
                  <a:pt x="7222" y="8575"/>
                  <a:pt x="5684" y="9445"/>
                  <a:pt x="4057" y="9942"/>
                </a:cubicBezTo>
                <a:cubicBezTo>
                  <a:pt x="3433" y="10092"/>
                  <a:pt x="2786" y="10191"/>
                  <a:pt x="2140" y="10216"/>
                </a:cubicBezTo>
                <a:cubicBezTo>
                  <a:pt x="2140" y="12503"/>
                  <a:pt x="2140" y="12503"/>
                  <a:pt x="2140" y="12503"/>
                </a:cubicBezTo>
                <a:cubicBezTo>
                  <a:pt x="1761" y="12577"/>
                  <a:pt x="1761" y="12577"/>
                  <a:pt x="1761" y="12577"/>
                </a:cubicBezTo>
                <a:cubicBezTo>
                  <a:pt x="736" y="12801"/>
                  <a:pt x="0" y="13770"/>
                  <a:pt x="0" y="14939"/>
                </a:cubicBezTo>
                <a:cubicBezTo>
                  <a:pt x="0" y="16132"/>
                  <a:pt x="736" y="17101"/>
                  <a:pt x="1761" y="17325"/>
                </a:cubicBezTo>
                <a:cubicBezTo>
                  <a:pt x="2140" y="17399"/>
                  <a:pt x="2140" y="17399"/>
                  <a:pt x="2140" y="17399"/>
                </a:cubicBezTo>
                <a:cubicBezTo>
                  <a:pt x="2140" y="21600"/>
                  <a:pt x="2140" y="21600"/>
                  <a:pt x="2140" y="21600"/>
                </a:cubicBezTo>
                <a:cubicBezTo>
                  <a:pt x="2697" y="21600"/>
                  <a:pt x="3254" y="21550"/>
                  <a:pt x="3789" y="21476"/>
                </a:cubicBezTo>
                <a:cubicBezTo>
                  <a:pt x="3990" y="20432"/>
                  <a:pt x="4146" y="19413"/>
                  <a:pt x="4258" y="18344"/>
                </a:cubicBezTo>
                <a:cubicBezTo>
                  <a:pt x="5818" y="18021"/>
                  <a:pt x="5818" y="18021"/>
                  <a:pt x="5818" y="18021"/>
                </a:cubicBezTo>
                <a:cubicBezTo>
                  <a:pt x="7356" y="17499"/>
                  <a:pt x="7356" y="17499"/>
                  <a:pt x="7356" y="17499"/>
                </a:cubicBezTo>
                <a:cubicBezTo>
                  <a:pt x="7891" y="18394"/>
                  <a:pt x="8448" y="19214"/>
                  <a:pt x="9050" y="20059"/>
                </a:cubicBezTo>
                <a:cubicBezTo>
                  <a:pt x="10611" y="19413"/>
                  <a:pt x="12037" y="18468"/>
                  <a:pt x="13397" y="17424"/>
                </a:cubicBezTo>
                <a:cubicBezTo>
                  <a:pt x="13107" y="16405"/>
                  <a:pt x="12750" y="15386"/>
                  <a:pt x="12372" y="14417"/>
                </a:cubicBezTo>
                <a:cubicBezTo>
                  <a:pt x="12773" y="14044"/>
                  <a:pt x="13219" y="13696"/>
                  <a:pt x="13575" y="13248"/>
                </a:cubicBezTo>
                <a:cubicBezTo>
                  <a:pt x="13954" y="12826"/>
                  <a:pt x="14355" y="12453"/>
                  <a:pt x="14667" y="11981"/>
                </a:cubicBezTo>
                <a:cubicBezTo>
                  <a:pt x="15515" y="12428"/>
                  <a:pt x="16406" y="12826"/>
                  <a:pt x="17320" y="13223"/>
                </a:cubicBezTo>
                <a:cubicBezTo>
                  <a:pt x="18346" y="11782"/>
                  <a:pt x="19193" y="10216"/>
                  <a:pt x="19861" y="8526"/>
                </a:cubicBezTo>
                <a:cubicBezTo>
                  <a:pt x="19148" y="7805"/>
                  <a:pt x="18412" y="7134"/>
                  <a:pt x="17654" y="6512"/>
                </a:cubicBezTo>
                <a:cubicBezTo>
                  <a:pt x="17877" y="5965"/>
                  <a:pt x="17989" y="5394"/>
                  <a:pt x="18167" y="4822"/>
                </a:cubicBezTo>
                <a:cubicBezTo>
                  <a:pt x="18346" y="4275"/>
                  <a:pt x="18412" y="3679"/>
                  <a:pt x="18546" y="3107"/>
                </a:cubicBezTo>
                <a:close/>
              </a:path>
            </a:pathLst>
          </a:custGeom>
          <a:solidFill>
            <a:srgbClr val="E0929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+mn-ea"/>
              <a:sym typeface="+mn-lt"/>
            </a:endParaRPr>
          </a:p>
        </p:txBody>
      </p:sp>
      <p:sp>
        <p:nvSpPr>
          <p:cNvPr id="3" name="Freeform 41" descr="D:\51PPT模板网\51pptmoban.com\图片.jpg"/>
          <p:cNvSpPr>
            <a:spLocks noEditPoints="1"/>
          </p:cNvSpPr>
          <p:nvPr/>
        </p:nvSpPr>
        <p:spPr bwMode="auto">
          <a:xfrm>
            <a:off x="5619306" y="3276305"/>
            <a:ext cx="863962" cy="785914"/>
          </a:xfrm>
          <a:custGeom>
            <a:avLst/>
            <a:gdLst>
              <a:gd name="T0" fmla="*/ 2147483647 w 67"/>
              <a:gd name="T1" fmla="*/ 124018912 h 60"/>
              <a:gd name="T2" fmla="*/ 2147483647 w 67"/>
              <a:gd name="T3" fmla="*/ 0 h 60"/>
              <a:gd name="T4" fmla="*/ 2147483647 w 67"/>
              <a:gd name="T5" fmla="*/ 0 h 60"/>
              <a:gd name="T6" fmla="*/ 2147483647 w 67"/>
              <a:gd name="T7" fmla="*/ 124018912 h 60"/>
              <a:gd name="T8" fmla="*/ 2147483647 w 67"/>
              <a:gd name="T9" fmla="*/ 310059138 h 60"/>
              <a:gd name="T10" fmla="*/ 2147483647 w 67"/>
              <a:gd name="T11" fmla="*/ 868156039 h 60"/>
              <a:gd name="T12" fmla="*/ 2147483647 w 67"/>
              <a:gd name="T13" fmla="*/ 124018912 h 60"/>
              <a:gd name="T14" fmla="*/ 2147483647 w 67"/>
              <a:gd name="T15" fmla="*/ 1922344337 h 60"/>
              <a:gd name="T16" fmla="*/ 2147483647 w 67"/>
              <a:gd name="T17" fmla="*/ 124018912 h 60"/>
              <a:gd name="T18" fmla="*/ 1902898002 w 67"/>
              <a:gd name="T19" fmla="*/ 124018912 h 60"/>
              <a:gd name="T20" fmla="*/ 122771150 w 67"/>
              <a:gd name="T21" fmla="*/ 1922344337 h 60"/>
              <a:gd name="T22" fmla="*/ 122771150 w 67"/>
              <a:gd name="T23" fmla="*/ 2147483647 h 60"/>
              <a:gd name="T24" fmla="*/ 245534466 w 67"/>
              <a:gd name="T25" fmla="*/ 2147483647 h 60"/>
              <a:gd name="T26" fmla="*/ 429691207 w 67"/>
              <a:gd name="T27" fmla="*/ 2147483647 h 60"/>
              <a:gd name="T28" fmla="*/ 2087055172 w 67"/>
              <a:gd name="T29" fmla="*/ 558097024 h 60"/>
              <a:gd name="T30" fmla="*/ 2147483647 w 67"/>
              <a:gd name="T31" fmla="*/ 2147483647 h 60"/>
              <a:gd name="T32" fmla="*/ 2147483647 w 67"/>
              <a:gd name="T33" fmla="*/ 2147483647 h 60"/>
              <a:gd name="T34" fmla="*/ 2147483647 w 67"/>
              <a:gd name="T35" fmla="*/ 1922344337 h 60"/>
              <a:gd name="T36" fmla="*/ 552454614 w 67"/>
              <a:gd name="T37" fmla="*/ 2147483647 h 60"/>
              <a:gd name="T38" fmla="*/ 552454614 w 67"/>
              <a:gd name="T39" fmla="*/ 2147483647 h 60"/>
              <a:gd name="T40" fmla="*/ 797989019 w 67"/>
              <a:gd name="T41" fmla="*/ 2147483647 h 60"/>
              <a:gd name="T42" fmla="*/ 1718749157 w 67"/>
              <a:gd name="T43" fmla="*/ 2147483647 h 60"/>
              <a:gd name="T44" fmla="*/ 1718749157 w 67"/>
              <a:gd name="T45" fmla="*/ 2147483647 h 60"/>
              <a:gd name="T46" fmla="*/ 1780134717 w 67"/>
              <a:gd name="T47" fmla="*/ 2147483647 h 60"/>
              <a:gd name="T48" fmla="*/ 2147483647 w 67"/>
              <a:gd name="T49" fmla="*/ 2147483647 h 60"/>
              <a:gd name="T50" fmla="*/ 2147483647 w 67"/>
              <a:gd name="T51" fmla="*/ 2147483647 h 60"/>
              <a:gd name="T52" fmla="*/ 2147483647 w 67"/>
              <a:gd name="T53" fmla="*/ 2147483647 h 60"/>
              <a:gd name="T54" fmla="*/ 2147483647 w 67"/>
              <a:gd name="T55" fmla="*/ 2147483647 h 60"/>
              <a:gd name="T56" fmla="*/ 2147483647 w 67"/>
              <a:gd name="T57" fmla="*/ 2147483647 h 60"/>
              <a:gd name="T58" fmla="*/ 2147483647 w 67"/>
              <a:gd name="T59" fmla="*/ 2147483647 h 60"/>
              <a:gd name="T60" fmla="*/ 2087055172 w 67"/>
              <a:gd name="T61" fmla="*/ 806142661 h 60"/>
              <a:gd name="T62" fmla="*/ 552454614 w 67"/>
              <a:gd name="T63" fmla="*/ 2147483647 h 60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w 67"/>
              <a:gd name="T97" fmla="*/ 0 h 60"/>
              <a:gd name="T98" fmla="*/ 67 w 67"/>
              <a:gd name="T99" fmla="*/ 60 h 60"/>
            </a:gdLst>
            <a:ahLst/>
            <a:cxnLst>
              <a:cxn ang="T64">
                <a:pos x="T0" y="T1"/>
              </a:cxn>
              <a:cxn ang="T65">
                <a:pos x="T2" y="T3"/>
              </a:cxn>
              <a:cxn ang="T66">
                <a:pos x="T4" y="T5"/>
              </a:cxn>
              <a:cxn ang="T67">
                <a:pos x="T6" y="T7"/>
              </a:cxn>
              <a:cxn ang="T68">
                <a:pos x="T8" y="T9"/>
              </a:cxn>
              <a:cxn ang="T69">
                <a:pos x="T10" y="T11"/>
              </a:cxn>
              <a:cxn ang="T70">
                <a:pos x="T12" y="T13"/>
              </a:cxn>
              <a:cxn ang="T71">
                <a:pos x="T14" y="T15"/>
              </a:cxn>
              <a:cxn ang="T72">
                <a:pos x="T16" y="T17"/>
              </a:cxn>
              <a:cxn ang="T73">
                <a:pos x="T18" y="T19"/>
              </a:cxn>
              <a:cxn ang="T74">
                <a:pos x="T20" y="T21"/>
              </a:cxn>
              <a:cxn ang="T75">
                <a:pos x="T22" y="T23"/>
              </a:cxn>
              <a:cxn ang="T76">
                <a:pos x="T24" y="T25"/>
              </a:cxn>
              <a:cxn ang="T77">
                <a:pos x="T26" y="T27"/>
              </a:cxn>
              <a:cxn ang="T78">
                <a:pos x="T28" y="T29"/>
              </a:cxn>
              <a:cxn ang="T79">
                <a:pos x="T30" y="T31"/>
              </a:cxn>
              <a:cxn ang="T80">
                <a:pos x="T32" y="T33"/>
              </a:cxn>
              <a:cxn ang="T81">
                <a:pos x="T34" y="T35"/>
              </a:cxn>
              <a:cxn ang="T82">
                <a:pos x="T36" y="T37"/>
              </a:cxn>
              <a:cxn ang="T83">
                <a:pos x="T38" y="T39"/>
              </a:cxn>
              <a:cxn ang="T84">
                <a:pos x="T40" y="T41"/>
              </a:cxn>
              <a:cxn ang="T85">
                <a:pos x="T42" y="T43"/>
              </a:cxn>
              <a:cxn ang="T86">
                <a:pos x="T44" y="T45"/>
              </a:cxn>
              <a:cxn ang="T87">
                <a:pos x="T46" y="T47"/>
              </a:cxn>
              <a:cxn ang="T88">
                <a:pos x="T48" y="T49"/>
              </a:cxn>
              <a:cxn ang="T89">
                <a:pos x="T50" y="T51"/>
              </a:cxn>
              <a:cxn ang="T90">
                <a:pos x="T52" y="T53"/>
              </a:cxn>
              <a:cxn ang="T91">
                <a:pos x="T54" y="T55"/>
              </a:cxn>
              <a:cxn ang="T92">
                <a:pos x="T56" y="T57"/>
              </a:cxn>
              <a:cxn ang="T93">
                <a:pos x="T58" y="T59"/>
              </a:cxn>
              <a:cxn ang="T94">
                <a:pos x="T60" y="T61"/>
              </a:cxn>
              <a:cxn ang="T95">
                <a:pos x="T62" y="T63"/>
              </a:cxn>
            </a:cxnLst>
            <a:rect l="T96" t="T97" r="T98" b="T99"/>
            <a:pathLst>
              <a:path w="67" h="60">
                <a:moveTo>
                  <a:pt x="53" y="2"/>
                </a:moveTo>
                <a:cubicBezTo>
                  <a:pt x="53" y="1"/>
                  <a:pt x="52" y="0"/>
                  <a:pt x="51" y="0"/>
                </a:cubicBezTo>
                <a:cubicBezTo>
                  <a:pt x="46" y="0"/>
                  <a:pt x="46" y="0"/>
                  <a:pt x="46" y="0"/>
                </a:cubicBezTo>
                <a:cubicBezTo>
                  <a:pt x="45" y="0"/>
                  <a:pt x="44" y="1"/>
                  <a:pt x="44" y="2"/>
                </a:cubicBezTo>
                <a:cubicBezTo>
                  <a:pt x="44" y="5"/>
                  <a:pt x="44" y="5"/>
                  <a:pt x="44" y="5"/>
                </a:cubicBezTo>
                <a:cubicBezTo>
                  <a:pt x="53" y="14"/>
                  <a:pt x="53" y="14"/>
                  <a:pt x="53" y="14"/>
                </a:cubicBezTo>
                <a:lnTo>
                  <a:pt x="53" y="2"/>
                </a:lnTo>
                <a:close/>
                <a:moveTo>
                  <a:pt x="66" y="31"/>
                </a:moveTo>
                <a:cubicBezTo>
                  <a:pt x="36" y="2"/>
                  <a:pt x="36" y="2"/>
                  <a:pt x="36" y="2"/>
                </a:cubicBezTo>
                <a:cubicBezTo>
                  <a:pt x="35" y="0"/>
                  <a:pt x="33" y="0"/>
                  <a:pt x="31" y="2"/>
                </a:cubicBezTo>
                <a:cubicBezTo>
                  <a:pt x="2" y="31"/>
                  <a:pt x="2" y="31"/>
                  <a:pt x="2" y="31"/>
                </a:cubicBezTo>
                <a:cubicBezTo>
                  <a:pt x="0" y="33"/>
                  <a:pt x="0" y="35"/>
                  <a:pt x="2" y="36"/>
                </a:cubicBezTo>
                <a:cubicBezTo>
                  <a:pt x="2" y="37"/>
                  <a:pt x="3" y="37"/>
                  <a:pt x="4" y="37"/>
                </a:cubicBezTo>
                <a:cubicBezTo>
                  <a:pt x="5" y="37"/>
                  <a:pt x="6" y="37"/>
                  <a:pt x="7" y="36"/>
                </a:cubicBezTo>
                <a:cubicBezTo>
                  <a:pt x="34" y="9"/>
                  <a:pt x="34" y="9"/>
                  <a:pt x="34" y="9"/>
                </a:cubicBezTo>
                <a:cubicBezTo>
                  <a:pt x="61" y="36"/>
                  <a:pt x="61" y="36"/>
                  <a:pt x="61" y="36"/>
                </a:cubicBezTo>
                <a:cubicBezTo>
                  <a:pt x="62" y="38"/>
                  <a:pt x="65" y="38"/>
                  <a:pt x="66" y="36"/>
                </a:cubicBezTo>
                <a:cubicBezTo>
                  <a:pt x="67" y="35"/>
                  <a:pt x="67" y="33"/>
                  <a:pt x="66" y="31"/>
                </a:cubicBezTo>
                <a:close/>
                <a:moveTo>
                  <a:pt x="9" y="37"/>
                </a:moveTo>
                <a:cubicBezTo>
                  <a:pt x="9" y="57"/>
                  <a:pt x="9" y="57"/>
                  <a:pt x="9" y="57"/>
                </a:cubicBezTo>
                <a:cubicBezTo>
                  <a:pt x="9" y="59"/>
                  <a:pt x="11" y="60"/>
                  <a:pt x="13" y="60"/>
                </a:cubicBezTo>
                <a:cubicBezTo>
                  <a:pt x="28" y="60"/>
                  <a:pt x="28" y="60"/>
                  <a:pt x="28" y="60"/>
                </a:cubicBezTo>
                <a:cubicBezTo>
                  <a:pt x="28" y="42"/>
                  <a:pt x="28" y="42"/>
                  <a:pt x="28" y="42"/>
                </a:cubicBezTo>
                <a:cubicBezTo>
                  <a:pt x="28" y="42"/>
                  <a:pt x="29" y="41"/>
                  <a:pt x="29" y="41"/>
                </a:cubicBezTo>
                <a:cubicBezTo>
                  <a:pt x="38" y="41"/>
                  <a:pt x="38" y="41"/>
                  <a:pt x="38" y="41"/>
                </a:cubicBezTo>
                <a:cubicBezTo>
                  <a:pt x="39" y="41"/>
                  <a:pt x="39" y="42"/>
                  <a:pt x="39" y="42"/>
                </a:cubicBezTo>
                <a:cubicBezTo>
                  <a:pt x="39" y="60"/>
                  <a:pt x="39" y="60"/>
                  <a:pt x="39" y="60"/>
                </a:cubicBezTo>
                <a:cubicBezTo>
                  <a:pt x="55" y="60"/>
                  <a:pt x="55" y="60"/>
                  <a:pt x="55" y="60"/>
                </a:cubicBezTo>
                <a:cubicBezTo>
                  <a:pt x="57" y="60"/>
                  <a:pt x="58" y="59"/>
                  <a:pt x="58" y="57"/>
                </a:cubicBezTo>
                <a:cubicBezTo>
                  <a:pt x="58" y="38"/>
                  <a:pt x="58" y="38"/>
                  <a:pt x="58" y="38"/>
                </a:cubicBezTo>
                <a:cubicBezTo>
                  <a:pt x="34" y="13"/>
                  <a:pt x="34" y="13"/>
                  <a:pt x="34" y="13"/>
                </a:cubicBezTo>
                <a:lnTo>
                  <a:pt x="9" y="37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>
            <a:noFill/>
            <a:round/>
            <a:headEnd/>
            <a:tailEnd/>
          </a:ln>
        </p:spPr>
        <p:txBody>
          <a:bodyPr lIns="121912" tIns="60956" rIns="121912" bIns="60956"/>
          <a:lstStyle/>
          <a:p>
            <a:pPr>
              <a:defRPr/>
            </a:pPr>
            <a:endParaRPr lang="en-US" sz="2400" kern="0" dirty="0">
              <a:cs typeface="+mn-ea"/>
              <a:sym typeface="+mn-lt"/>
            </a:endParaRP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D2BDA82-F56C-CFE6-6212-D5E0DBDD9F4C}"/>
              </a:ext>
            </a:extLst>
          </p:cNvPr>
          <p:cNvCxnSpPr>
            <a:cxnSpLocks/>
          </p:cNvCxnSpPr>
          <p:nvPr/>
        </p:nvCxnSpPr>
        <p:spPr>
          <a:xfrm>
            <a:off x="2365829" y="2264229"/>
            <a:ext cx="1832757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  <a:prstDash val="dash"/>
            <a:miter lim="400000"/>
            <a:headEnd type="triangle"/>
          </a:ln>
        </p:spPr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AE3806-2D8E-6974-E90D-6F727AE19E66}"/>
              </a:ext>
            </a:extLst>
          </p:cNvPr>
          <p:cNvCxnSpPr>
            <a:cxnSpLocks/>
          </p:cNvCxnSpPr>
          <p:nvPr/>
        </p:nvCxnSpPr>
        <p:spPr>
          <a:xfrm>
            <a:off x="8022441" y="2264229"/>
            <a:ext cx="1745673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  <a:prstDash val="dash"/>
            <a:miter lim="400000"/>
            <a:headEnd type="none"/>
            <a:tailEnd type="triangle"/>
          </a:ln>
        </p:spPr>
      </p:cxn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C6D138FF-B8A2-5BCE-A8A4-5E6E4E913DB3}"/>
              </a:ext>
            </a:extLst>
          </p:cNvPr>
          <p:cNvGrpSpPr/>
          <p:nvPr/>
        </p:nvGrpSpPr>
        <p:grpSpPr>
          <a:xfrm>
            <a:off x="8139894" y="1799146"/>
            <a:ext cx="2966425" cy="945866"/>
            <a:chOff x="283598" y="1590134"/>
            <a:chExt cx="2966425" cy="945866"/>
          </a:xfrm>
        </p:grpSpPr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FA68C538-C4DB-31DD-8BE8-2AA73927598E}"/>
                </a:ext>
              </a:extLst>
            </p:cNvPr>
            <p:cNvSpPr txBox="1"/>
            <p:nvPr/>
          </p:nvSpPr>
          <p:spPr>
            <a:xfrm>
              <a:off x="283598" y="2219631"/>
              <a:ext cx="2966425" cy="3163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sz="1100" dirty="0"/>
                <a:t>The </a:t>
              </a:r>
              <a:r>
                <a:rPr lang="en-US" sz="1100" b="1" dirty="0"/>
                <a:t>Feedback Loop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8482AA69-ED09-3702-FDBA-9B1DCDEED451}"/>
                </a:ext>
              </a:extLst>
            </p:cNvPr>
            <p:cNvSpPr txBox="1"/>
            <p:nvPr/>
          </p:nvSpPr>
          <p:spPr>
            <a:xfrm>
              <a:off x="283598" y="1590134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Phase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2</a:t>
              </a:r>
              <a:endParaRPr lang="zh-CN" altLang="en-US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CB1AD69C-C520-6FB2-DA66-F91EAF5D0E6A}"/>
              </a:ext>
            </a:extLst>
          </p:cNvPr>
          <p:cNvGrpSpPr/>
          <p:nvPr/>
        </p:nvGrpSpPr>
        <p:grpSpPr>
          <a:xfrm>
            <a:off x="986724" y="1799146"/>
            <a:ext cx="2966425" cy="1453697"/>
            <a:chOff x="283598" y="1590134"/>
            <a:chExt cx="2966425" cy="1453697"/>
          </a:xfrm>
        </p:grpSpPr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E3F37185-3A08-7C21-94E3-1FCD9E524C5F}"/>
                </a:ext>
              </a:extLst>
            </p:cNvPr>
            <p:cNvSpPr txBox="1"/>
            <p:nvPr/>
          </p:nvSpPr>
          <p:spPr>
            <a:xfrm>
              <a:off x="283598" y="2219631"/>
              <a:ext cx="2966425" cy="824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sz="1100" dirty="0"/>
                <a:t>Integrating Medical Imaging (X-Ray/Ultrasound) for automated joint erosion detection.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F94AE3E-6CF0-8D57-3E90-6CAF132A0A7B}"/>
                </a:ext>
              </a:extLst>
            </p:cNvPr>
            <p:cNvSpPr txBox="1"/>
            <p:nvPr/>
          </p:nvSpPr>
          <p:spPr>
            <a:xfrm>
              <a:off x="1014456" y="1590134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Phase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1</a:t>
              </a:r>
              <a:endParaRPr lang="zh-CN" altLang="en-US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EB001086-B9F5-A719-1958-9A6245F62ECA}"/>
              </a:ext>
            </a:extLst>
          </p:cNvPr>
          <p:cNvGrpSpPr/>
          <p:nvPr/>
        </p:nvGrpSpPr>
        <p:grpSpPr>
          <a:xfrm>
            <a:off x="8139894" y="4514609"/>
            <a:ext cx="2966425" cy="945866"/>
            <a:chOff x="283598" y="1590134"/>
            <a:chExt cx="2966425" cy="945866"/>
          </a:xfrm>
        </p:grpSpPr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41261B4B-27AD-ADD0-16C8-00A563E73CBF}"/>
                </a:ext>
              </a:extLst>
            </p:cNvPr>
            <p:cNvSpPr txBox="1"/>
            <p:nvPr/>
          </p:nvSpPr>
          <p:spPr>
            <a:xfrm>
              <a:off x="283598" y="2219631"/>
              <a:ext cx="2966425" cy="3163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Update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model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by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using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real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data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3BDDC170-4405-7A1E-5771-03597CC64A9E}"/>
                </a:ext>
              </a:extLst>
            </p:cNvPr>
            <p:cNvSpPr txBox="1"/>
            <p:nvPr/>
          </p:nvSpPr>
          <p:spPr>
            <a:xfrm>
              <a:off x="283598" y="1590134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Phase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4</a:t>
              </a:r>
              <a:endParaRPr lang="zh-CN" altLang="en-US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A74A497F-4657-EA7E-B3C9-357A4668496B}"/>
              </a:ext>
            </a:extLst>
          </p:cNvPr>
          <p:cNvGrpSpPr/>
          <p:nvPr/>
        </p:nvGrpSpPr>
        <p:grpSpPr>
          <a:xfrm>
            <a:off x="986724" y="4514609"/>
            <a:ext cx="2966425" cy="945866"/>
            <a:chOff x="283598" y="1590134"/>
            <a:chExt cx="2966425" cy="945866"/>
          </a:xfrm>
        </p:grpSpPr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323CC4B-7344-66B8-AFAE-027901C6D885}"/>
                </a:ext>
              </a:extLst>
            </p:cNvPr>
            <p:cNvSpPr txBox="1"/>
            <p:nvPr/>
          </p:nvSpPr>
          <p:spPr>
            <a:xfrm>
              <a:off x="283598" y="2219631"/>
              <a:ext cx="2966425" cy="3163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05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CN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Add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doctor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end</a:t>
              </a:r>
              <a:r>
                <a:rPr lang="zh-CN" altLang="en-US" sz="1100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？</a:t>
              </a:r>
              <a:endParaRPr lang="en-US" altLang="zh-CN" sz="1100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1F35E304-7DEB-5C53-3C71-BB2F866A58A1}"/>
                </a:ext>
              </a:extLst>
            </p:cNvPr>
            <p:cNvSpPr txBox="1"/>
            <p:nvPr/>
          </p:nvSpPr>
          <p:spPr>
            <a:xfrm>
              <a:off x="1014456" y="1590134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Phase</a:t>
              </a:r>
              <a:r>
                <a:rPr lang="zh-CN" altLang="en-US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 </a:t>
              </a:r>
              <a:r>
                <a:rPr lang="en-US" altLang="zh-CN" dirty="0">
                  <a:solidFill>
                    <a:schemeClr val="tx1"/>
                  </a:solidFill>
                  <a:sym typeface="HarmonyOS Sans SC Light" panose="00000400000000000000" pitchFamily="2" charset="-122"/>
                </a:rPr>
                <a:t>3</a:t>
              </a:r>
              <a:endParaRPr lang="zh-CN" altLang="en-US" dirty="0">
                <a:solidFill>
                  <a:schemeClr val="tx1"/>
                </a:solidFill>
                <a:sym typeface="HarmonyOS Sans SC Light" panose="00000400000000000000" pitchFamily="2" charset="-122"/>
              </a:endParaRPr>
            </a:p>
          </p:txBody>
        </p:sp>
      </p:grp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62F4E0E-8946-E918-041E-C15DFDC6FC92}"/>
              </a:ext>
            </a:extLst>
          </p:cNvPr>
          <p:cNvCxnSpPr>
            <a:cxnSpLocks/>
          </p:cNvCxnSpPr>
          <p:nvPr/>
        </p:nvCxnSpPr>
        <p:spPr>
          <a:xfrm>
            <a:off x="2365829" y="5000834"/>
            <a:ext cx="1832757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  <a:prstDash val="dash"/>
            <a:miter lim="400000"/>
            <a:headEnd type="triangle"/>
          </a:ln>
        </p:spPr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1734DE6A-F6F0-B65B-A8E7-F6880BF829E1}"/>
              </a:ext>
            </a:extLst>
          </p:cNvPr>
          <p:cNvCxnSpPr>
            <a:cxnSpLocks/>
          </p:cNvCxnSpPr>
          <p:nvPr/>
        </p:nvCxnSpPr>
        <p:spPr>
          <a:xfrm>
            <a:off x="8022441" y="5000834"/>
            <a:ext cx="1745673" cy="0"/>
          </a:xfrm>
          <a:prstGeom prst="line">
            <a:avLst/>
          </a:prstGeom>
          <a:ln w="6350">
            <a:solidFill>
              <a:schemeClr val="tx1">
                <a:lumMod val="75000"/>
                <a:lumOff val="25000"/>
              </a:schemeClr>
            </a:solidFill>
            <a:prstDash val="dash"/>
            <a:miter lim="400000"/>
            <a:headEnd type="none"/>
            <a:tailEnd type="triangle"/>
          </a:ln>
        </p:spPr>
      </p:cxnSp>
    </p:spTree>
    <p:extLst>
      <p:ext uri="{BB962C8B-B14F-4D97-AF65-F5344CB8AC3E}">
        <p14:creationId xmlns:p14="http://schemas.microsoft.com/office/powerpoint/2010/main" val="250612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A7BC8B-6940-E9D8-9CC9-39CBE6C32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22811E6F-937C-E975-B67F-D885C08CAE04}"/>
              </a:ext>
            </a:extLst>
          </p:cNvPr>
          <p:cNvGrpSpPr/>
          <p:nvPr/>
        </p:nvGrpSpPr>
        <p:grpSpPr>
          <a:xfrm>
            <a:off x="4364567" y="233619"/>
            <a:ext cx="3462866" cy="642795"/>
            <a:chOff x="2274830" y="2252919"/>
            <a:chExt cx="3462866" cy="642795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7878D188-7FBC-AC8A-A157-7418908FDBDC}"/>
                </a:ext>
              </a:extLst>
            </p:cNvPr>
            <p:cNvSpPr/>
            <p:nvPr/>
          </p:nvSpPr>
          <p:spPr>
            <a:xfrm flipH="1">
              <a:off x="2274830" y="2252919"/>
              <a:ext cx="3462866" cy="642795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  <a:gd name="connsiteX0" fmla="*/ 380534 w 6345659"/>
                <a:gd name="connsiteY0" fmla="*/ 814941 h 846357"/>
                <a:gd name="connsiteX1" fmla="*/ 606193 w 6345659"/>
                <a:gd name="connsiteY1" fmla="*/ 48495 h 846357"/>
                <a:gd name="connsiteX2" fmla="*/ 4561896 w 6345659"/>
                <a:gd name="connsiteY2" fmla="*/ 94109 h 846357"/>
                <a:gd name="connsiteX3" fmla="*/ 6193429 w 6345659"/>
                <a:gd name="connsiteY3" fmla="*/ 218566 h 846357"/>
                <a:gd name="connsiteX4" fmla="*/ 6046851 w 6345659"/>
                <a:gd name="connsiteY4" fmla="*/ 744744 h 846357"/>
                <a:gd name="connsiteX5" fmla="*/ 4177443 w 6345659"/>
                <a:gd name="connsiteY5" fmla="*/ 760428 h 846357"/>
                <a:gd name="connsiteX6" fmla="*/ 380534 w 6345659"/>
                <a:gd name="connsiteY6" fmla="*/ 814941 h 846357"/>
                <a:gd name="connsiteX0" fmla="*/ 412125 w 6291026"/>
                <a:gd name="connsiteY0" fmla="*/ 686551 h 793232"/>
                <a:gd name="connsiteX1" fmla="*/ 551560 w 6291026"/>
                <a:gd name="connsiteY1" fmla="*/ 39739 h 793232"/>
                <a:gd name="connsiteX2" fmla="*/ 4507263 w 6291026"/>
                <a:gd name="connsiteY2" fmla="*/ 85353 h 793232"/>
                <a:gd name="connsiteX3" fmla="*/ 6138796 w 6291026"/>
                <a:gd name="connsiteY3" fmla="*/ 209810 h 793232"/>
                <a:gd name="connsiteX4" fmla="*/ 5992218 w 6291026"/>
                <a:gd name="connsiteY4" fmla="*/ 735988 h 793232"/>
                <a:gd name="connsiteX5" fmla="*/ 4122810 w 6291026"/>
                <a:gd name="connsiteY5" fmla="*/ 751672 h 793232"/>
                <a:gd name="connsiteX6" fmla="*/ 412125 w 6291026"/>
                <a:gd name="connsiteY6" fmla="*/ 686551 h 793232"/>
                <a:gd name="connsiteX0" fmla="*/ 412123 w 6291024"/>
                <a:gd name="connsiteY0" fmla="*/ 729344 h 796146"/>
                <a:gd name="connsiteX1" fmla="*/ 551558 w 6291024"/>
                <a:gd name="connsiteY1" fmla="*/ 42653 h 796146"/>
                <a:gd name="connsiteX2" fmla="*/ 4507261 w 6291024"/>
                <a:gd name="connsiteY2" fmla="*/ 88267 h 796146"/>
                <a:gd name="connsiteX3" fmla="*/ 6138794 w 6291024"/>
                <a:gd name="connsiteY3" fmla="*/ 212724 h 796146"/>
                <a:gd name="connsiteX4" fmla="*/ 5992216 w 6291024"/>
                <a:gd name="connsiteY4" fmla="*/ 738902 h 796146"/>
                <a:gd name="connsiteX5" fmla="*/ 4122808 w 6291024"/>
                <a:gd name="connsiteY5" fmla="*/ 754586 h 796146"/>
                <a:gd name="connsiteX6" fmla="*/ 412123 w 6291024"/>
                <a:gd name="connsiteY6" fmla="*/ 729344 h 796146"/>
                <a:gd name="connsiteX0" fmla="*/ 390573 w 6269474"/>
                <a:gd name="connsiteY0" fmla="*/ 702108 h 768910"/>
                <a:gd name="connsiteX1" fmla="*/ 573121 w 6269474"/>
                <a:gd name="connsiteY1" fmla="*/ 49598 h 768910"/>
                <a:gd name="connsiteX2" fmla="*/ 4485711 w 6269474"/>
                <a:gd name="connsiteY2" fmla="*/ 61031 h 768910"/>
                <a:gd name="connsiteX3" fmla="*/ 6117244 w 6269474"/>
                <a:gd name="connsiteY3" fmla="*/ 185488 h 768910"/>
                <a:gd name="connsiteX4" fmla="*/ 5970666 w 6269474"/>
                <a:gd name="connsiteY4" fmla="*/ 711666 h 768910"/>
                <a:gd name="connsiteX5" fmla="*/ 4101258 w 6269474"/>
                <a:gd name="connsiteY5" fmla="*/ 727350 h 768910"/>
                <a:gd name="connsiteX6" fmla="*/ 390573 w 6269474"/>
                <a:gd name="connsiteY6" fmla="*/ 702108 h 768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69474" h="768910">
                  <a:moveTo>
                    <a:pt x="390573" y="702108"/>
                  </a:moveTo>
                  <a:cubicBezTo>
                    <a:pt x="-197450" y="589149"/>
                    <a:pt x="-109402" y="156444"/>
                    <a:pt x="573121" y="49598"/>
                  </a:cubicBezTo>
                  <a:cubicBezTo>
                    <a:pt x="1255644" y="-57248"/>
                    <a:pt x="3561691" y="38383"/>
                    <a:pt x="4485711" y="61031"/>
                  </a:cubicBezTo>
                  <a:cubicBezTo>
                    <a:pt x="5409731" y="83679"/>
                    <a:pt x="5869752" y="77049"/>
                    <a:pt x="6117244" y="185488"/>
                  </a:cubicBezTo>
                  <a:cubicBezTo>
                    <a:pt x="6364736" y="293927"/>
                    <a:pt x="6306664" y="621356"/>
                    <a:pt x="5970666" y="711666"/>
                  </a:cubicBezTo>
                  <a:cubicBezTo>
                    <a:pt x="5634668" y="801976"/>
                    <a:pt x="5039024" y="768167"/>
                    <a:pt x="4101258" y="727350"/>
                  </a:cubicBezTo>
                  <a:cubicBezTo>
                    <a:pt x="2057720" y="638404"/>
                    <a:pt x="978596" y="815067"/>
                    <a:pt x="390573" y="702108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83E82E34-AFBE-0556-31AF-32CF3F0E8656}"/>
                </a:ext>
              </a:extLst>
            </p:cNvPr>
            <p:cNvSpPr txBox="1"/>
            <p:nvPr/>
          </p:nvSpPr>
          <p:spPr>
            <a:xfrm>
              <a:off x="3325503" y="2366133"/>
              <a:ext cx="17589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1" dirty="0">
                  <a:solidFill>
                    <a:schemeClr val="bg1"/>
                  </a:solidFill>
                </a:rPr>
                <a:t>Wrap</a:t>
              </a:r>
              <a:r>
                <a:rPr lang="zh-CN" altLang="en-US" b="1" dirty="0">
                  <a:solidFill>
                    <a:schemeClr val="bg1"/>
                  </a:solidFill>
                </a:rPr>
                <a:t> </a:t>
              </a:r>
              <a:r>
                <a:rPr lang="en-US" altLang="zh-CN" b="1" dirty="0">
                  <a:solidFill>
                    <a:schemeClr val="bg1"/>
                  </a:solidFill>
                </a:rPr>
                <a:t>up</a:t>
              </a:r>
              <a:r>
                <a:rPr lang="zh-CN" altLang="en-US" b="1" dirty="0">
                  <a:solidFill>
                    <a:schemeClr val="bg1"/>
                  </a:solidFill>
                </a:rPr>
                <a:t>？</a:t>
              </a:r>
            </a:p>
          </p:txBody>
        </p:sp>
      </p:grpSp>
      <p:sp>
        <p:nvSpPr>
          <p:cNvPr id="35939" name="矩形 13">
            <a:extLst>
              <a:ext uri="{FF2B5EF4-FFF2-40B4-BE49-F238E27FC236}">
                <a16:creationId xmlns:a16="http://schemas.microsoft.com/office/drawing/2014/main" id="{26061636-4420-9892-81A6-2F2C8EFC62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2267" y="2831824"/>
            <a:ext cx="2677365" cy="768099"/>
          </a:xfrm>
          <a:prstGeom prst="rect">
            <a:avLst/>
          </a:prstGeom>
          <a:solidFill>
            <a:srgbClr val="A1B4D5">
              <a:alpha val="11000"/>
            </a:srgb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/>
              </a:solidFill>
              <a:cs typeface="+mn-ea"/>
              <a:sym typeface="+mn-lt"/>
            </a:endParaRPr>
          </a:p>
        </p:txBody>
      </p:sp>
      <p:grpSp>
        <p:nvGrpSpPr>
          <p:cNvPr id="43024" name="组合 15">
            <a:extLst>
              <a:ext uri="{FF2B5EF4-FFF2-40B4-BE49-F238E27FC236}">
                <a16:creationId xmlns:a16="http://schemas.microsoft.com/office/drawing/2014/main" id="{1FF294BD-1B1B-418C-79CE-64A42918AE5D}"/>
              </a:ext>
            </a:extLst>
          </p:cNvPr>
          <p:cNvGrpSpPr>
            <a:grpSpLocks/>
          </p:cNvGrpSpPr>
          <p:nvPr/>
        </p:nvGrpSpPr>
        <p:grpSpPr bwMode="auto">
          <a:xfrm>
            <a:off x="4290884" y="3589825"/>
            <a:ext cx="3593392" cy="1138300"/>
            <a:chOff x="0" y="0"/>
            <a:chExt cx="1693068" cy="535781"/>
          </a:xfrm>
        </p:grpSpPr>
        <p:sp>
          <p:nvSpPr>
            <p:cNvPr id="35937" name="矩形 16">
              <a:extLst>
                <a:ext uri="{FF2B5EF4-FFF2-40B4-BE49-F238E27FC236}">
                  <a16:creationId xmlns:a16="http://schemas.microsoft.com/office/drawing/2014/main" id="{4ED924F8-7E72-1047-AE3E-82197A06D2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2" y="180721"/>
              <a:ext cx="1688306" cy="355060"/>
            </a:xfrm>
            <a:prstGeom prst="rect">
              <a:avLst/>
            </a:prstGeom>
            <a:solidFill>
              <a:srgbClr val="A1B4D5">
                <a:alpha val="11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  <a:sym typeface="+mn-lt"/>
              </a:endParaRPr>
            </a:p>
          </p:txBody>
        </p:sp>
        <p:sp>
          <p:nvSpPr>
            <p:cNvPr id="35938" name="梯形 17">
              <a:extLst>
                <a:ext uri="{FF2B5EF4-FFF2-40B4-BE49-F238E27FC236}">
                  <a16:creationId xmlns:a16="http://schemas.microsoft.com/office/drawing/2014/main" id="{F9DF47B5-35DF-83A3-3644-97A82632991D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1693068" cy="180721"/>
            </a:xfrm>
            <a:custGeom>
              <a:avLst/>
              <a:gdLst>
                <a:gd name="T0" fmla="*/ 0 w 1693068"/>
                <a:gd name="T1" fmla="*/ 180721 h 180721"/>
                <a:gd name="T2" fmla="*/ 212980 w 1693068"/>
                <a:gd name="T3" fmla="*/ 0 h 180721"/>
                <a:gd name="T4" fmla="*/ 1480088 w 1693068"/>
                <a:gd name="T5" fmla="*/ 0 h 180721"/>
                <a:gd name="T6" fmla="*/ 1693068 w 1693068"/>
                <a:gd name="T7" fmla="*/ 180721 h 180721"/>
                <a:gd name="T8" fmla="*/ 0 w 1693068"/>
                <a:gd name="T9" fmla="*/ 180721 h 1807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1693068" h="180721">
                  <a:moveTo>
                    <a:pt x="0" y="180721"/>
                  </a:moveTo>
                  <a:lnTo>
                    <a:pt x="212980" y="0"/>
                  </a:lnTo>
                  <a:lnTo>
                    <a:pt x="1480088" y="0"/>
                  </a:lnTo>
                  <a:lnTo>
                    <a:pt x="1693068" y="180721"/>
                  </a:lnTo>
                  <a:lnTo>
                    <a:pt x="0" y="180721"/>
                  </a:lnTo>
                  <a:close/>
                </a:path>
              </a:pathLst>
            </a:custGeom>
            <a:solidFill>
              <a:srgbClr val="A1B4D5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grpSp>
        <p:nvGrpSpPr>
          <p:cNvPr id="43027" name="组合 18">
            <a:extLst>
              <a:ext uri="{FF2B5EF4-FFF2-40B4-BE49-F238E27FC236}">
                <a16:creationId xmlns:a16="http://schemas.microsoft.com/office/drawing/2014/main" id="{DDC47CA5-7738-1721-8D2F-DED3379A879B}"/>
              </a:ext>
            </a:extLst>
          </p:cNvPr>
          <p:cNvGrpSpPr>
            <a:grpSpLocks/>
          </p:cNvGrpSpPr>
          <p:nvPr/>
        </p:nvGrpSpPr>
        <p:grpSpPr bwMode="auto">
          <a:xfrm>
            <a:off x="3849709" y="4728125"/>
            <a:ext cx="4492582" cy="1151772"/>
            <a:chOff x="0" y="0"/>
            <a:chExt cx="2119085" cy="543467"/>
          </a:xfrm>
        </p:grpSpPr>
        <p:sp>
          <p:nvSpPr>
            <p:cNvPr id="35935" name="矩形 19">
              <a:extLst>
                <a:ext uri="{FF2B5EF4-FFF2-40B4-BE49-F238E27FC236}">
                  <a16:creationId xmlns:a16="http://schemas.microsoft.com/office/drawing/2014/main" id="{0FBEBDD9-D91C-98A3-0D8C-38F2E54D19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0720"/>
              <a:ext cx="2119085" cy="362747"/>
            </a:xfrm>
            <a:prstGeom prst="rect">
              <a:avLst/>
            </a:prstGeom>
            <a:solidFill>
              <a:srgbClr val="A1B4D5">
                <a:alpha val="11000"/>
              </a:srgb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  <a:sym typeface="+mn-lt"/>
              </a:endParaRPr>
            </a:p>
          </p:txBody>
        </p:sp>
        <p:sp>
          <p:nvSpPr>
            <p:cNvPr id="35936" name="梯形 20">
              <a:extLst>
                <a:ext uri="{FF2B5EF4-FFF2-40B4-BE49-F238E27FC236}">
                  <a16:creationId xmlns:a16="http://schemas.microsoft.com/office/drawing/2014/main" id="{F7295F03-D98E-52A9-2E6B-A0155C93EDA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2119085" cy="180721"/>
            </a:xfrm>
            <a:custGeom>
              <a:avLst/>
              <a:gdLst>
                <a:gd name="T0" fmla="*/ 0 w 2119085"/>
                <a:gd name="T1" fmla="*/ 180721 h 180721"/>
                <a:gd name="T2" fmla="*/ 212980 w 2119085"/>
                <a:gd name="T3" fmla="*/ 0 h 180721"/>
                <a:gd name="T4" fmla="*/ 1906105 w 2119085"/>
                <a:gd name="T5" fmla="*/ 0 h 180721"/>
                <a:gd name="T6" fmla="*/ 2119085 w 2119085"/>
                <a:gd name="T7" fmla="*/ 180721 h 180721"/>
                <a:gd name="T8" fmla="*/ 0 w 2119085"/>
                <a:gd name="T9" fmla="*/ 180721 h 18072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119085" h="180721">
                  <a:moveTo>
                    <a:pt x="0" y="180721"/>
                  </a:moveTo>
                  <a:lnTo>
                    <a:pt x="212980" y="0"/>
                  </a:lnTo>
                  <a:lnTo>
                    <a:pt x="1906105" y="0"/>
                  </a:lnTo>
                  <a:lnTo>
                    <a:pt x="2119085" y="180721"/>
                  </a:lnTo>
                  <a:lnTo>
                    <a:pt x="0" y="180721"/>
                  </a:lnTo>
                  <a:close/>
                </a:path>
              </a:pathLst>
            </a:custGeom>
            <a:solidFill>
              <a:srgbClr val="535B6E"/>
            </a:solidFill>
            <a:ln>
              <a:noFill/>
            </a:ln>
            <a:effectLst/>
          </p:spPr>
          <p:txBody>
            <a:bodyPr lIns="0" tIns="0" rIns="0" bIns="0" rtlCol="0" anchor="ctr"/>
            <a:lstStyle/>
            <a:p>
              <a:pPr algn="ctr"/>
              <a:endParaRPr lang="zh-CN" altLang="en-US" sz="3000" b="1">
                <a:solidFill>
                  <a:schemeClr val="bg1"/>
                </a:solidFill>
                <a:cs typeface="+mn-ea"/>
                <a:sym typeface="+mn-lt"/>
              </a:endParaRPr>
            </a:p>
          </p:txBody>
        </p:sp>
      </p:grpSp>
      <p:sp>
        <p:nvSpPr>
          <p:cNvPr id="43085" name="Freeform 16">
            <a:extLst>
              <a:ext uri="{FF2B5EF4-FFF2-40B4-BE49-F238E27FC236}">
                <a16:creationId xmlns:a16="http://schemas.microsoft.com/office/drawing/2014/main" id="{907BC0BA-9581-610F-5483-A7A952CBE89F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5910570" y="3051955"/>
            <a:ext cx="306874" cy="351672"/>
          </a:xfrm>
          <a:custGeom>
            <a:avLst/>
            <a:gdLst>
              <a:gd name="T0" fmla="*/ 41830000 w 210"/>
              <a:gd name="T1" fmla="*/ 81674553 h 242"/>
              <a:gd name="T2" fmla="*/ 55774023 w 210"/>
              <a:gd name="T3" fmla="*/ 242901025 h 242"/>
              <a:gd name="T4" fmla="*/ 13942988 w 210"/>
              <a:gd name="T5" fmla="*/ 256690422 h 242"/>
              <a:gd name="T6" fmla="*/ 0 w 210"/>
              <a:gd name="T7" fmla="*/ 95462921 h 242"/>
              <a:gd name="T8" fmla="*/ 64354403 w 210"/>
              <a:gd name="T9" fmla="*/ 94403148 h 242"/>
              <a:gd name="T10" fmla="*/ 81516199 w 210"/>
              <a:gd name="T11" fmla="*/ 6363783 h 242"/>
              <a:gd name="T12" fmla="*/ 87950707 w 210"/>
              <a:gd name="T13" fmla="*/ 0 h 242"/>
              <a:gd name="T14" fmla="*/ 178047286 w 210"/>
              <a:gd name="T15" fmla="*/ 0 h 242"/>
              <a:gd name="T16" fmla="*/ 210225006 w 210"/>
              <a:gd name="T17" fmla="*/ 40306360 h 242"/>
              <a:gd name="T18" fmla="*/ 212369842 w 210"/>
              <a:gd name="T19" fmla="*/ 43488767 h 242"/>
              <a:gd name="T20" fmla="*/ 225240929 w 210"/>
              <a:gd name="T21" fmla="*/ 94403148 h 242"/>
              <a:gd name="T22" fmla="*/ 64354403 w 210"/>
              <a:gd name="T23" fmla="*/ 243961827 h 242"/>
              <a:gd name="T24" fmla="*/ 90096579 w 210"/>
              <a:gd name="T25" fmla="*/ 112434724 h 242"/>
              <a:gd name="T26" fmla="*/ 169466906 w 210"/>
              <a:gd name="T27" fmla="*/ 148498906 h 242"/>
              <a:gd name="T28" fmla="*/ 90096579 w 210"/>
              <a:gd name="T29" fmla="*/ 112434724 h 242"/>
              <a:gd name="T30" fmla="*/ 149088374 w 210"/>
              <a:gd name="T31" fmla="*/ 229111627 h 242"/>
              <a:gd name="T32" fmla="*/ 169466906 w 210"/>
              <a:gd name="T33" fmla="*/ 216384062 h 242"/>
              <a:gd name="T34" fmla="*/ 119055491 w 210"/>
              <a:gd name="T35" fmla="*/ 216384062 h 242"/>
              <a:gd name="T36" fmla="*/ 139435058 w 210"/>
              <a:gd name="T37" fmla="*/ 229111627 h 242"/>
              <a:gd name="T38" fmla="*/ 119055491 w 210"/>
              <a:gd name="T39" fmla="*/ 216384062 h 242"/>
              <a:gd name="T40" fmla="*/ 90096579 w 210"/>
              <a:gd name="T41" fmla="*/ 229111627 h 242"/>
              <a:gd name="T42" fmla="*/ 110475111 w 210"/>
              <a:gd name="T43" fmla="*/ 216384062 h 242"/>
              <a:gd name="T44" fmla="*/ 149088374 w 210"/>
              <a:gd name="T45" fmla="*/ 198351456 h 242"/>
              <a:gd name="T46" fmla="*/ 169466906 w 210"/>
              <a:gd name="T47" fmla="*/ 210019249 h 242"/>
              <a:gd name="T48" fmla="*/ 149088374 w 210"/>
              <a:gd name="T49" fmla="*/ 198351456 h 242"/>
              <a:gd name="T50" fmla="*/ 119055491 w 210"/>
              <a:gd name="T51" fmla="*/ 210019249 h 242"/>
              <a:gd name="T52" fmla="*/ 139435058 w 210"/>
              <a:gd name="T53" fmla="*/ 198351456 h 242"/>
              <a:gd name="T54" fmla="*/ 90096579 w 210"/>
              <a:gd name="T55" fmla="*/ 198351456 h 242"/>
              <a:gd name="T56" fmla="*/ 110475111 w 210"/>
              <a:gd name="T57" fmla="*/ 210019249 h 242"/>
              <a:gd name="T58" fmla="*/ 90096579 w 210"/>
              <a:gd name="T59" fmla="*/ 198351456 h 242"/>
              <a:gd name="T60" fmla="*/ 149088374 w 210"/>
              <a:gd name="T61" fmla="*/ 190926871 h 242"/>
              <a:gd name="T62" fmla="*/ 169466906 w 210"/>
              <a:gd name="T63" fmla="*/ 179259078 h 242"/>
              <a:gd name="T64" fmla="*/ 119055491 w 210"/>
              <a:gd name="T65" fmla="*/ 179259078 h 242"/>
              <a:gd name="T66" fmla="*/ 139435058 w 210"/>
              <a:gd name="T67" fmla="*/ 190926871 h 242"/>
              <a:gd name="T68" fmla="*/ 119055491 w 210"/>
              <a:gd name="T69" fmla="*/ 179259078 h 242"/>
              <a:gd name="T70" fmla="*/ 90096579 w 210"/>
              <a:gd name="T71" fmla="*/ 190926871 h 242"/>
              <a:gd name="T72" fmla="*/ 110475111 w 210"/>
              <a:gd name="T73" fmla="*/ 179259078 h 242"/>
              <a:gd name="T74" fmla="*/ 149088374 w 210"/>
              <a:gd name="T75" fmla="*/ 161227502 h 242"/>
              <a:gd name="T76" fmla="*/ 169466906 w 210"/>
              <a:gd name="T77" fmla="*/ 172895295 h 242"/>
              <a:gd name="T78" fmla="*/ 149088374 w 210"/>
              <a:gd name="T79" fmla="*/ 161227502 h 242"/>
              <a:gd name="T80" fmla="*/ 119055491 w 210"/>
              <a:gd name="T81" fmla="*/ 172895295 h 242"/>
              <a:gd name="T82" fmla="*/ 139435058 w 210"/>
              <a:gd name="T83" fmla="*/ 161227502 h 242"/>
              <a:gd name="T84" fmla="*/ 90096579 w 210"/>
              <a:gd name="T85" fmla="*/ 161227502 h 242"/>
              <a:gd name="T86" fmla="*/ 110475111 w 210"/>
              <a:gd name="T87" fmla="*/ 172895295 h 242"/>
              <a:gd name="T88" fmla="*/ 90096579 w 210"/>
              <a:gd name="T89" fmla="*/ 161227502 h 242"/>
              <a:gd name="T90" fmla="*/ 106185439 w 210"/>
              <a:gd name="T91" fmla="*/ 86977534 h 242"/>
              <a:gd name="T92" fmla="*/ 185555766 w 210"/>
              <a:gd name="T93" fmla="*/ 78492147 h 242"/>
              <a:gd name="T94" fmla="*/ 106185439 w 210"/>
              <a:gd name="T95" fmla="*/ 61520343 h 242"/>
              <a:gd name="T96" fmla="*/ 185555766 w 210"/>
              <a:gd name="T97" fmla="*/ 68945958 h 242"/>
              <a:gd name="T98" fmla="*/ 106185439 w 210"/>
              <a:gd name="T99" fmla="*/ 61520343 h 242"/>
              <a:gd name="T100" fmla="*/ 106185439 w 210"/>
              <a:gd name="T101" fmla="*/ 51974154 h 242"/>
              <a:gd name="T102" fmla="*/ 152306146 w 210"/>
              <a:gd name="T103" fmla="*/ 44549569 h 242"/>
              <a:gd name="T104" fmla="*/ 106185439 w 210"/>
              <a:gd name="T105" fmla="*/ 26517993 h 242"/>
              <a:gd name="T106" fmla="*/ 152306146 w 210"/>
              <a:gd name="T107" fmla="*/ 33942578 h 242"/>
              <a:gd name="T108" fmla="*/ 106185439 w 210"/>
              <a:gd name="T109" fmla="*/ 26517993 h 242"/>
              <a:gd name="T110" fmla="*/ 176975386 w 210"/>
              <a:gd name="T111" fmla="*/ 27578795 h 242"/>
              <a:gd name="T112" fmla="*/ 178047286 w 210"/>
              <a:gd name="T113" fmla="*/ 19092378 h 242"/>
              <a:gd name="T114" fmla="*/ 167322070 w 210"/>
              <a:gd name="T115" fmla="*/ 37124984 h 242"/>
              <a:gd name="T116" fmla="*/ 164104298 w 210"/>
              <a:gd name="T117" fmla="*/ 30760171 h 242"/>
              <a:gd name="T118" fmla="*/ 94386251 w 210"/>
              <a:gd name="T119" fmla="*/ 12728595 h 242"/>
              <a:gd name="T120" fmla="*/ 199498754 w 210"/>
              <a:gd name="T121" fmla="*/ 94403148 h 242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  <a:gd name="T171" fmla="*/ 0 60000 65536"/>
              <a:gd name="T172" fmla="*/ 0 60000 65536"/>
              <a:gd name="T173" fmla="*/ 0 60000 65536"/>
              <a:gd name="T174" fmla="*/ 0 60000 65536"/>
              <a:gd name="T175" fmla="*/ 0 60000 65536"/>
              <a:gd name="T176" fmla="*/ 0 60000 65536"/>
              <a:gd name="T177" fmla="*/ 0 60000 65536"/>
              <a:gd name="T178" fmla="*/ 0 60000 65536"/>
              <a:gd name="T179" fmla="*/ 0 60000 65536"/>
              <a:gd name="T180" fmla="*/ 0 60000 65536"/>
              <a:gd name="T181" fmla="*/ 0 60000 65536"/>
              <a:gd name="T182" fmla="*/ 0 60000 65536"/>
            </a:gdLst>
            <a:ahLst/>
            <a:cxnLst>
              <a:cxn ang="T122">
                <a:pos x="T0" y="T1"/>
              </a:cxn>
              <a:cxn ang="T123">
                <a:pos x="T2" y="T3"/>
              </a:cxn>
              <a:cxn ang="T124">
                <a:pos x="T4" y="T5"/>
              </a:cxn>
              <a:cxn ang="T125">
                <a:pos x="T6" y="T7"/>
              </a:cxn>
              <a:cxn ang="T126">
                <a:pos x="T8" y="T9"/>
              </a:cxn>
              <a:cxn ang="T127">
                <a:pos x="T10" y="T11"/>
              </a:cxn>
              <a:cxn ang="T128">
                <a:pos x="T12" y="T13"/>
              </a:cxn>
              <a:cxn ang="T129">
                <a:pos x="T14" y="T15"/>
              </a:cxn>
              <a:cxn ang="T130">
                <a:pos x="T16" y="T17"/>
              </a:cxn>
              <a:cxn ang="T131">
                <a:pos x="T18" y="T19"/>
              </a:cxn>
              <a:cxn ang="T132">
                <a:pos x="T20" y="T21"/>
              </a:cxn>
              <a:cxn ang="T133">
                <a:pos x="T22" y="T23"/>
              </a:cxn>
              <a:cxn ang="T134">
                <a:pos x="T24" y="T25"/>
              </a:cxn>
              <a:cxn ang="T135">
                <a:pos x="T26" y="T27"/>
              </a:cxn>
              <a:cxn ang="T136">
                <a:pos x="T28" y="T29"/>
              </a:cxn>
              <a:cxn ang="T137">
                <a:pos x="T30" y="T31"/>
              </a:cxn>
              <a:cxn ang="T138">
                <a:pos x="T32" y="T33"/>
              </a:cxn>
              <a:cxn ang="T139">
                <a:pos x="T34" y="T35"/>
              </a:cxn>
              <a:cxn ang="T140">
                <a:pos x="T36" y="T37"/>
              </a:cxn>
              <a:cxn ang="T141">
                <a:pos x="T38" y="T39"/>
              </a:cxn>
              <a:cxn ang="T142">
                <a:pos x="T40" y="T41"/>
              </a:cxn>
              <a:cxn ang="T143">
                <a:pos x="T42" y="T43"/>
              </a:cxn>
              <a:cxn ang="T144">
                <a:pos x="T44" y="T45"/>
              </a:cxn>
              <a:cxn ang="T145">
                <a:pos x="T46" y="T47"/>
              </a:cxn>
              <a:cxn ang="T146">
                <a:pos x="T48" y="T49"/>
              </a:cxn>
              <a:cxn ang="T147">
                <a:pos x="T50" y="T51"/>
              </a:cxn>
              <a:cxn ang="T148">
                <a:pos x="T52" y="T53"/>
              </a:cxn>
              <a:cxn ang="T149">
                <a:pos x="T54" y="T55"/>
              </a:cxn>
              <a:cxn ang="T150">
                <a:pos x="T56" y="T57"/>
              </a:cxn>
              <a:cxn ang="T151">
                <a:pos x="T58" y="T59"/>
              </a:cxn>
              <a:cxn ang="T152">
                <a:pos x="T60" y="T61"/>
              </a:cxn>
              <a:cxn ang="T153">
                <a:pos x="T62" y="T63"/>
              </a:cxn>
              <a:cxn ang="T154">
                <a:pos x="T64" y="T65"/>
              </a:cxn>
              <a:cxn ang="T155">
                <a:pos x="T66" y="T67"/>
              </a:cxn>
              <a:cxn ang="T156">
                <a:pos x="T68" y="T69"/>
              </a:cxn>
              <a:cxn ang="T157">
                <a:pos x="T70" y="T71"/>
              </a:cxn>
              <a:cxn ang="T158">
                <a:pos x="T72" y="T73"/>
              </a:cxn>
              <a:cxn ang="T159">
                <a:pos x="T74" y="T75"/>
              </a:cxn>
              <a:cxn ang="T160">
                <a:pos x="T76" y="T77"/>
              </a:cxn>
              <a:cxn ang="T161">
                <a:pos x="T78" y="T79"/>
              </a:cxn>
              <a:cxn ang="T162">
                <a:pos x="T80" y="T81"/>
              </a:cxn>
              <a:cxn ang="T163">
                <a:pos x="T82" y="T83"/>
              </a:cxn>
              <a:cxn ang="T164">
                <a:pos x="T84" y="T85"/>
              </a:cxn>
              <a:cxn ang="T165">
                <a:pos x="T86" y="T87"/>
              </a:cxn>
              <a:cxn ang="T166">
                <a:pos x="T88" y="T89"/>
              </a:cxn>
              <a:cxn ang="T167">
                <a:pos x="T90" y="T91"/>
              </a:cxn>
              <a:cxn ang="T168">
                <a:pos x="T92" y="T93"/>
              </a:cxn>
              <a:cxn ang="T169">
                <a:pos x="T94" y="T95"/>
              </a:cxn>
              <a:cxn ang="T170">
                <a:pos x="T96" y="T97"/>
              </a:cxn>
              <a:cxn ang="T171">
                <a:pos x="T98" y="T99"/>
              </a:cxn>
              <a:cxn ang="T172">
                <a:pos x="T100" y="T101"/>
              </a:cxn>
              <a:cxn ang="T173">
                <a:pos x="T102" y="T103"/>
              </a:cxn>
              <a:cxn ang="T174">
                <a:pos x="T104" y="T105"/>
              </a:cxn>
              <a:cxn ang="T175">
                <a:pos x="T106" y="T107"/>
              </a:cxn>
              <a:cxn ang="T176">
                <a:pos x="T108" y="T109"/>
              </a:cxn>
              <a:cxn ang="T177">
                <a:pos x="T110" y="T111"/>
              </a:cxn>
              <a:cxn ang="T178">
                <a:pos x="T112" y="T113"/>
              </a:cxn>
              <a:cxn ang="T179">
                <a:pos x="T114" y="T115"/>
              </a:cxn>
              <a:cxn ang="T180">
                <a:pos x="T116" y="T117"/>
              </a:cxn>
              <a:cxn ang="T181">
                <a:pos x="T118" y="T119"/>
              </a:cxn>
              <a:cxn ang="T182">
                <a:pos x="T120" y="T121"/>
              </a:cxn>
            </a:cxnLst>
            <a:rect l="0" t="0" r="r" b="b"/>
            <a:pathLst>
              <a:path w="210" h="242">
                <a:moveTo>
                  <a:pt x="13" y="77"/>
                </a:moveTo>
                <a:cubicBezTo>
                  <a:pt x="39" y="77"/>
                  <a:pt x="39" y="77"/>
                  <a:pt x="39" y="77"/>
                </a:cubicBezTo>
                <a:cubicBezTo>
                  <a:pt x="46" y="77"/>
                  <a:pt x="52" y="83"/>
                  <a:pt x="52" y="90"/>
                </a:cubicBezTo>
                <a:cubicBezTo>
                  <a:pt x="52" y="229"/>
                  <a:pt x="52" y="229"/>
                  <a:pt x="52" y="229"/>
                </a:cubicBezTo>
                <a:cubicBezTo>
                  <a:pt x="52" y="236"/>
                  <a:pt x="46" y="242"/>
                  <a:pt x="39" y="242"/>
                </a:cubicBezTo>
                <a:cubicBezTo>
                  <a:pt x="13" y="242"/>
                  <a:pt x="13" y="242"/>
                  <a:pt x="13" y="242"/>
                </a:cubicBezTo>
                <a:cubicBezTo>
                  <a:pt x="6" y="242"/>
                  <a:pt x="0" y="236"/>
                  <a:pt x="0" y="229"/>
                </a:cubicBezTo>
                <a:cubicBezTo>
                  <a:pt x="0" y="90"/>
                  <a:pt x="0" y="90"/>
                  <a:pt x="0" y="90"/>
                </a:cubicBezTo>
                <a:cubicBezTo>
                  <a:pt x="0" y="83"/>
                  <a:pt x="6" y="77"/>
                  <a:pt x="13" y="77"/>
                </a:cubicBezTo>
                <a:close/>
                <a:moveTo>
                  <a:pt x="60" y="89"/>
                </a:moveTo>
                <a:cubicBezTo>
                  <a:pt x="76" y="89"/>
                  <a:pt x="76" y="89"/>
                  <a:pt x="76" y="89"/>
                </a:cubicBezTo>
                <a:cubicBezTo>
                  <a:pt x="76" y="6"/>
                  <a:pt x="76" y="6"/>
                  <a:pt x="76" y="6"/>
                </a:cubicBezTo>
                <a:cubicBezTo>
                  <a:pt x="76" y="0"/>
                  <a:pt x="76" y="0"/>
                  <a:pt x="76" y="0"/>
                </a:cubicBezTo>
                <a:cubicBezTo>
                  <a:pt x="82" y="0"/>
                  <a:pt x="82" y="0"/>
                  <a:pt x="82" y="0"/>
                </a:cubicBezTo>
                <a:cubicBezTo>
                  <a:pt x="163" y="0"/>
                  <a:pt x="163" y="0"/>
                  <a:pt x="163" y="0"/>
                </a:cubicBezTo>
                <a:cubicBezTo>
                  <a:pt x="166" y="0"/>
                  <a:pt x="166" y="0"/>
                  <a:pt x="166" y="0"/>
                </a:cubicBezTo>
                <a:cubicBezTo>
                  <a:pt x="168" y="2"/>
                  <a:pt x="168" y="2"/>
                  <a:pt x="168" y="2"/>
                </a:cubicBezTo>
                <a:cubicBezTo>
                  <a:pt x="196" y="38"/>
                  <a:pt x="196" y="38"/>
                  <a:pt x="196" y="38"/>
                </a:cubicBezTo>
                <a:cubicBezTo>
                  <a:pt x="198" y="39"/>
                  <a:pt x="198" y="39"/>
                  <a:pt x="198" y="39"/>
                </a:cubicBezTo>
                <a:cubicBezTo>
                  <a:pt x="198" y="41"/>
                  <a:pt x="198" y="41"/>
                  <a:pt x="198" y="41"/>
                </a:cubicBezTo>
                <a:cubicBezTo>
                  <a:pt x="198" y="89"/>
                  <a:pt x="198" y="89"/>
                  <a:pt x="198" y="89"/>
                </a:cubicBezTo>
                <a:cubicBezTo>
                  <a:pt x="210" y="89"/>
                  <a:pt x="210" y="89"/>
                  <a:pt x="210" y="89"/>
                </a:cubicBezTo>
                <a:cubicBezTo>
                  <a:pt x="210" y="230"/>
                  <a:pt x="210" y="230"/>
                  <a:pt x="210" y="230"/>
                </a:cubicBezTo>
                <a:cubicBezTo>
                  <a:pt x="60" y="230"/>
                  <a:pt x="60" y="230"/>
                  <a:pt x="60" y="230"/>
                </a:cubicBezTo>
                <a:cubicBezTo>
                  <a:pt x="60" y="89"/>
                  <a:pt x="60" y="89"/>
                  <a:pt x="60" y="89"/>
                </a:cubicBezTo>
                <a:close/>
                <a:moveTo>
                  <a:pt x="84" y="106"/>
                </a:moveTo>
                <a:cubicBezTo>
                  <a:pt x="84" y="140"/>
                  <a:pt x="84" y="140"/>
                  <a:pt x="84" y="140"/>
                </a:cubicBezTo>
                <a:cubicBezTo>
                  <a:pt x="158" y="140"/>
                  <a:pt x="158" y="140"/>
                  <a:pt x="158" y="140"/>
                </a:cubicBezTo>
                <a:cubicBezTo>
                  <a:pt x="158" y="106"/>
                  <a:pt x="158" y="106"/>
                  <a:pt x="158" y="106"/>
                </a:cubicBezTo>
                <a:cubicBezTo>
                  <a:pt x="84" y="106"/>
                  <a:pt x="84" y="106"/>
                  <a:pt x="84" y="106"/>
                </a:cubicBezTo>
                <a:close/>
                <a:moveTo>
                  <a:pt x="139" y="204"/>
                </a:moveTo>
                <a:cubicBezTo>
                  <a:pt x="139" y="216"/>
                  <a:pt x="139" y="216"/>
                  <a:pt x="139" y="216"/>
                </a:cubicBezTo>
                <a:cubicBezTo>
                  <a:pt x="158" y="216"/>
                  <a:pt x="158" y="216"/>
                  <a:pt x="158" y="216"/>
                </a:cubicBezTo>
                <a:cubicBezTo>
                  <a:pt x="158" y="204"/>
                  <a:pt x="158" y="204"/>
                  <a:pt x="158" y="204"/>
                </a:cubicBezTo>
                <a:cubicBezTo>
                  <a:pt x="139" y="204"/>
                  <a:pt x="139" y="204"/>
                  <a:pt x="139" y="204"/>
                </a:cubicBezTo>
                <a:close/>
                <a:moveTo>
                  <a:pt x="111" y="204"/>
                </a:moveTo>
                <a:cubicBezTo>
                  <a:pt x="111" y="216"/>
                  <a:pt x="111" y="216"/>
                  <a:pt x="111" y="216"/>
                </a:cubicBezTo>
                <a:cubicBezTo>
                  <a:pt x="130" y="216"/>
                  <a:pt x="130" y="216"/>
                  <a:pt x="130" y="216"/>
                </a:cubicBezTo>
                <a:cubicBezTo>
                  <a:pt x="130" y="204"/>
                  <a:pt x="130" y="204"/>
                  <a:pt x="130" y="204"/>
                </a:cubicBezTo>
                <a:cubicBezTo>
                  <a:pt x="111" y="204"/>
                  <a:pt x="111" y="204"/>
                  <a:pt x="111" y="204"/>
                </a:cubicBezTo>
                <a:close/>
                <a:moveTo>
                  <a:pt x="84" y="204"/>
                </a:moveTo>
                <a:cubicBezTo>
                  <a:pt x="84" y="216"/>
                  <a:pt x="84" y="216"/>
                  <a:pt x="84" y="216"/>
                </a:cubicBezTo>
                <a:cubicBezTo>
                  <a:pt x="103" y="216"/>
                  <a:pt x="103" y="216"/>
                  <a:pt x="103" y="216"/>
                </a:cubicBezTo>
                <a:cubicBezTo>
                  <a:pt x="103" y="204"/>
                  <a:pt x="103" y="204"/>
                  <a:pt x="103" y="204"/>
                </a:cubicBezTo>
                <a:cubicBezTo>
                  <a:pt x="84" y="204"/>
                  <a:pt x="84" y="204"/>
                  <a:pt x="84" y="204"/>
                </a:cubicBezTo>
                <a:close/>
                <a:moveTo>
                  <a:pt x="139" y="187"/>
                </a:moveTo>
                <a:cubicBezTo>
                  <a:pt x="139" y="198"/>
                  <a:pt x="139" y="198"/>
                  <a:pt x="139" y="198"/>
                </a:cubicBezTo>
                <a:cubicBezTo>
                  <a:pt x="158" y="198"/>
                  <a:pt x="158" y="198"/>
                  <a:pt x="158" y="198"/>
                </a:cubicBezTo>
                <a:cubicBezTo>
                  <a:pt x="158" y="187"/>
                  <a:pt x="158" y="187"/>
                  <a:pt x="158" y="187"/>
                </a:cubicBezTo>
                <a:cubicBezTo>
                  <a:pt x="139" y="187"/>
                  <a:pt x="139" y="187"/>
                  <a:pt x="139" y="187"/>
                </a:cubicBezTo>
                <a:close/>
                <a:moveTo>
                  <a:pt x="111" y="187"/>
                </a:moveTo>
                <a:cubicBezTo>
                  <a:pt x="111" y="198"/>
                  <a:pt x="111" y="198"/>
                  <a:pt x="111" y="198"/>
                </a:cubicBezTo>
                <a:cubicBezTo>
                  <a:pt x="130" y="198"/>
                  <a:pt x="130" y="198"/>
                  <a:pt x="130" y="198"/>
                </a:cubicBezTo>
                <a:cubicBezTo>
                  <a:pt x="130" y="187"/>
                  <a:pt x="130" y="187"/>
                  <a:pt x="130" y="187"/>
                </a:cubicBezTo>
                <a:cubicBezTo>
                  <a:pt x="111" y="187"/>
                  <a:pt x="111" y="187"/>
                  <a:pt x="111" y="187"/>
                </a:cubicBezTo>
                <a:close/>
                <a:moveTo>
                  <a:pt x="84" y="187"/>
                </a:moveTo>
                <a:cubicBezTo>
                  <a:pt x="84" y="198"/>
                  <a:pt x="84" y="198"/>
                  <a:pt x="84" y="198"/>
                </a:cubicBezTo>
                <a:cubicBezTo>
                  <a:pt x="103" y="198"/>
                  <a:pt x="103" y="198"/>
                  <a:pt x="103" y="198"/>
                </a:cubicBezTo>
                <a:cubicBezTo>
                  <a:pt x="103" y="187"/>
                  <a:pt x="103" y="187"/>
                  <a:pt x="103" y="187"/>
                </a:cubicBezTo>
                <a:cubicBezTo>
                  <a:pt x="84" y="187"/>
                  <a:pt x="84" y="187"/>
                  <a:pt x="84" y="187"/>
                </a:cubicBezTo>
                <a:close/>
                <a:moveTo>
                  <a:pt x="139" y="169"/>
                </a:moveTo>
                <a:cubicBezTo>
                  <a:pt x="139" y="180"/>
                  <a:pt x="139" y="180"/>
                  <a:pt x="139" y="180"/>
                </a:cubicBezTo>
                <a:cubicBezTo>
                  <a:pt x="158" y="180"/>
                  <a:pt x="158" y="180"/>
                  <a:pt x="158" y="180"/>
                </a:cubicBezTo>
                <a:cubicBezTo>
                  <a:pt x="158" y="169"/>
                  <a:pt x="158" y="169"/>
                  <a:pt x="158" y="169"/>
                </a:cubicBezTo>
                <a:cubicBezTo>
                  <a:pt x="139" y="169"/>
                  <a:pt x="139" y="169"/>
                  <a:pt x="139" y="169"/>
                </a:cubicBezTo>
                <a:close/>
                <a:moveTo>
                  <a:pt x="111" y="169"/>
                </a:moveTo>
                <a:cubicBezTo>
                  <a:pt x="111" y="180"/>
                  <a:pt x="111" y="180"/>
                  <a:pt x="111" y="180"/>
                </a:cubicBezTo>
                <a:cubicBezTo>
                  <a:pt x="130" y="180"/>
                  <a:pt x="130" y="180"/>
                  <a:pt x="130" y="180"/>
                </a:cubicBezTo>
                <a:cubicBezTo>
                  <a:pt x="130" y="169"/>
                  <a:pt x="130" y="169"/>
                  <a:pt x="130" y="169"/>
                </a:cubicBezTo>
                <a:cubicBezTo>
                  <a:pt x="111" y="169"/>
                  <a:pt x="111" y="169"/>
                  <a:pt x="111" y="169"/>
                </a:cubicBezTo>
                <a:close/>
                <a:moveTo>
                  <a:pt x="84" y="169"/>
                </a:moveTo>
                <a:cubicBezTo>
                  <a:pt x="84" y="180"/>
                  <a:pt x="84" y="180"/>
                  <a:pt x="84" y="180"/>
                </a:cubicBezTo>
                <a:cubicBezTo>
                  <a:pt x="103" y="180"/>
                  <a:pt x="103" y="180"/>
                  <a:pt x="103" y="180"/>
                </a:cubicBezTo>
                <a:cubicBezTo>
                  <a:pt x="103" y="169"/>
                  <a:pt x="103" y="169"/>
                  <a:pt x="103" y="169"/>
                </a:cubicBezTo>
                <a:cubicBezTo>
                  <a:pt x="84" y="169"/>
                  <a:pt x="84" y="169"/>
                  <a:pt x="84" y="169"/>
                </a:cubicBezTo>
                <a:close/>
                <a:moveTo>
                  <a:pt x="139" y="152"/>
                </a:moveTo>
                <a:cubicBezTo>
                  <a:pt x="139" y="163"/>
                  <a:pt x="139" y="163"/>
                  <a:pt x="139" y="163"/>
                </a:cubicBezTo>
                <a:cubicBezTo>
                  <a:pt x="158" y="163"/>
                  <a:pt x="158" y="163"/>
                  <a:pt x="158" y="163"/>
                </a:cubicBezTo>
                <a:cubicBezTo>
                  <a:pt x="158" y="152"/>
                  <a:pt x="158" y="152"/>
                  <a:pt x="158" y="152"/>
                </a:cubicBezTo>
                <a:cubicBezTo>
                  <a:pt x="139" y="152"/>
                  <a:pt x="139" y="152"/>
                  <a:pt x="139" y="152"/>
                </a:cubicBezTo>
                <a:close/>
                <a:moveTo>
                  <a:pt x="111" y="152"/>
                </a:moveTo>
                <a:cubicBezTo>
                  <a:pt x="111" y="163"/>
                  <a:pt x="111" y="163"/>
                  <a:pt x="111" y="163"/>
                </a:cubicBezTo>
                <a:cubicBezTo>
                  <a:pt x="130" y="163"/>
                  <a:pt x="130" y="163"/>
                  <a:pt x="130" y="163"/>
                </a:cubicBezTo>
                <a:cubicBezTo>
                  <a:pt x="130" y="152"/>
                  <a:pt x="130" y="152"/>
                  <a:pt x="130" y="152"/>
                </a:cubicBezTo>
                <a:cubicBezTo>
                  <a:pt x="111" y="152"/>
                  <a:pt x="111" y="152"/>
                  <a:pt x="111" y="152"/>
                </a:cubicBezTo>
                <a:close/>
                <a:moveTo>
                  <a:pt x="84" y="152"/>
                </a:moveTo>
                <a:cubicBezTo>
                  <a:pt x="84" y="163"/>
                  <a:pt x="84" y="163"/>
                  <a:pt x="84" y="163"/>
                </a:cubicBezTo>
                <a:cubicBezTo>
                  <a:pt x="103" y="163"/>
                  <a:pt x="103" y="163"/>
                  <a:pt x="103" y="163"/>
                </a:cubicBezTo>
                <a:cubicBezTo>
                  <a:pt x="103" y="152"/>
                  <a:pt x="103" y="152"/>
                  <a:pt x="103" y="152"/>
                </a:cubicBezTo>
                <a:cubicBezTo>
                  <a:pt x="84" y="152"/>
                  <a:pt x="84" y="152"/>
                  <a:pt x="84" y="152"/>
                </a:cubicBezTo>
                <a:close/>
                <a:moveTo>
                  <a:pt x="99" y="74"/>
                </a:moveTo>
                <a:cubicBezTo>
                  <a:pt x="99" y="82"/>
                  <a:pt x="99" y="82"/>
                  <a:pt x="99" y="82"/>
                </a:cubicBezTo>
                <a:cubicBezTo>
                  <a:pt x="173" y="82"/>
                  <a:pt x="173" y="82"/>
                  <a:pt x="173" y="82"/>
                </a:cubicBezTo>
                <a:cubicBezTo>
                  <a:pt x="173" y="74"/>
                  <a:pt x="173" y="74"/>
                  <a:pt x="173" y="74"/>
                </a:cubicBezTo>
                <a:cubicBezTo>
                  <a:pt x="99" y="74"/>
                  <a:pt x="99" y="74"/>
                  <a:pt x="99" y="74"/>
                </a:cubicBezTo>
                <a:close/>
                <a:moveTo>
                  <a:pt x="99" y="58"/>
                </a:moveTo>
                <a:cubicBezTo>
                  <a:pt x="99" y="65"/>
                  <a:pt x="99" y="65"/>
                  <a:pt x="99" y="65"/>
                </a:cubicBezTo>
                <a:cubicBezTo>
                  <a:pt x="173" y="65"/>
                  <a:pt x="173" y="65"/>
                  <a:pt x="173" y="65"/>
                </a:cubicBezTo>
                <a:cubicBezTo>
                  <a:pt x="173" y="58"/>
                  <a:pt x="173" y="58"/>
                  <a:pt x="173" y="58"/>
                </a:cubicBezTo>
                <a:cubicBezTo>
                  <a:pt x="99" y="58"/>
                  <a:pt x="99" y="58"/>
                  <a:pt x="99" y="58"/>
                </a:cubicBezTo>
                <a:close/>
                <a:moveTo>
                  <a:pt x="99" y="42"/>
                </a:moveTo>
                <a:cubicBezTo>
                  <a:pt x="99" y="49"/>
                  <a:pt x="99" y="49"/>
                  <a:pt x="99" y="49"/>
                </a:cubicBezTo>
                <a:cubicBezTo>
                  <a:pt x="142" y="49"/>
                  <a:pt x="142" y="49"/>
                  <a:pt x="142" y="49"/>
                </a:cubicBezTo>
                <a:cubicBezTo>
                  <a:pt x="142" y="42"/>
                  <a:pt x="142" y="42"/>
                  <a:pt x="142" y="42"/>
                </a:cubicBezTo>
                <a:cubicBezTo>
                  <a:pt x="99" y="42"/>
                  <a:pt x="99" y="42"/>
                  <a:pt x="99" y="42"/>
                </a:cubicBezTo>
                <a:close/>
                <a:moveTo>
                  <a:pt x="99" y="25"/>
                </a:moveTo>
                <a:cubicBezTo>
                  <a:pt x="99" y="32"/>
                  <a:pt x="99" y="32"/>
                  <a:pt x="99" y="32"/>
                </a:cubicBezTo>
                <a:cubicBezTo>
                  <a:pt x="142" y="32"/>
                  <a:pt x="142" y="32"/>
                  <a:pt x="142" y="32"/>
                </a:cubicBezTo>
                <a:cubicBezTo>
                  <a:pt x="142" y="25"/>
                  <a:pt x="142" y="25"/>
                  <a:pt x="142" y="25"/>
                </a:cubicBezTo>
                <a:cubicBezTo>
                  <a:pt x="99" y="25"/>
                  <a:pt x="99" y="25"/>
                  <a:pt x="99" y="25"/>
                </a:cubicBezTo>
                <a:close/>
                <a:moveTo>
                  <a:pt x="166" y="18"/>
                </a:moveTo>
                <a:cubicBezTo>
                  <a:pt x="165" y="26"/>
                  <a:pt x="165" y="26"/>
                  <a:pt x="165" y="26"/>
                </a:cubicBezTo>
                <a:cubicBezTo>
                  <a:pt x="177" y="33"/>
                  <a:pt x="177" y="33"/>
                  <a:pt x="177" y="33"/>
                </a:cubicBezTo>
                <a:cubicBezTo>
                  <a:pt x="166" y="18"/>
                  <a:pt x="166" y="18"/>
                  <a:pt x="166" y="18"/>
                </a:cubicBezTo>
                <a:close/>
                <a:moveTo>
                  <a:pt x="186" y="49"/>
                </a:moveTo>
                <a:cubicBezTo>
                  <a:pt x="156" y="35"/>
                  <a:pt x="156" y="35"/>
                  <a:pt x="156" y="35"/>
                </a:cubicBezTo>
                <a:cubicBezTo>
                  <a:pt x="152" y="33"/>
                  <a:pt x="152" y="33"/>
                  <a:pt x="152" y="33"/>
                </a:cubicBezTo>
                <a:cubicBezTo>
                  <a:pt x="153" y="29"/>
                  <a:pt x="153" y="29"/>
                  <a:pt x="153" y="29"/>
                </a:cubicBezTo>
                <a:cubicBezTo>
                  <a:pt x="155" y="12"/>
                  <a:pt x="155" y="12"/>
                  <a:pt x="155" y="12"/>
                </a:cubicBezTo>
                <a:cubicBezTo>
                  <a:pt x="88" y="12"/>
                  <a:pt x="88" y="12"/>
                  <a:pt x="88" y="12"/>
                </a:cubicBezTo>
                <a:cubicBezTo>
                  <a:pt x="88" y="89"/>
                  <a:pt x="88" y="89"/>
                  <a:pt x="88" y="89"/>
                </a:cubicBezTo>
                <a:cubicBezTo>
                  <a:pt x="186" y="89"/>
                  <a:pt x="186" y="89"/>
                  <a:pt x="186" y="89"/>
                </a:cubicBezTo>
                <a:lnTo>
                  <a:pt x="186" y="49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/>
          <a:lstStyle/>
          <a:p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3086" name="Freeform 11">
            <a:extLst>
              <a:ext uri="{FF2B5EF4-FFF2-40B4-BE49-F238E27FC236}">
                <a16:creationId xmlns:a16="http://schemas.microsoft.com/office/drawing/2014/main" id="{07A2D4B5-8D8B-EA5A-9C03-118E36C0A962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5833316" y="4177046"/>
            <a:ext cx="461382" cy="344412"/>
          </a:xfrm>
          <a:custGeom>
            <a:avLst/>
            <a:gdLst>
              <a:gd name="T0" fmla="*/ 95209906 w 257"/>
              <a:gd name="T1" fmla="*/ 213066123 h 191"/>
              <a:gd name="T2" fmla="*/ 51932317 w 257"/>
              <a:gd name="T3" fmla="*/ 186869458 h 191"/>
              <a:gd name="T4" fmla="*/ 58856889 w 257"/>
              <a:gd name="T5" fmla="*/ 8732662 h 191"/>
              <a:gd name="T6" fmla="*/ 380839624 w 257"/>
              <a:gd name="T7" fmla="*/ 8732662 h 191"/>
              <a:gd name="T8" fmla="*/ 387764197 w 257"/>
              <a:gd name="T9" fmla="*/ 186869458 h 191"/>
              <a:gd name="T10" fmla="*/ 342755136 w 257"/>
              <a:gd name="T11" fmla="*/ 213066123 h 191"/>
              <a:gd name="T12" fmla="*/ 444889614 w 257"/>
              <a:gd name="T13" fmla="*/ 302133199 h 191"/>
              <a:gd name="T14" fmla="*/ 15579300 w 257"/>
              <a:gd name="T15" fmla="*/ 333569726 h 191"/>
              <a:gd name="T16" fmla="*/ 133294395 w 257"/>
              <a:gd name="T17" fmla="*/ 218304663 h 191"/>
              <a:gd name="T18" fmla="*/ 133294395 w 257"/>
              <a:gd name="T19" fmla="*/ 213066123 h 191"/>
              <a:gd name="T20" fmla="*/ 77899134 w 257"/>
              <a:gd name="T21" fmla="*/ 26196665 h 191"/>
              <a:gd name="T22" fmla="*/ 77899134 w 257"/>
              <a:gd name="T23" fmla="*/ 26196665 h 191"/>
              <a:gd name="T24" fmla="*/ 77899134 w 257"/>
              <a:gd name="T25" fmla="*/ 186869458 h 191"/>
              <a:gd name="T26" fmla="*/ 363528852 w 257"/>
              <a:gd name="T27" fmla="*/ 186869458 h 191"/>
              <a:gd name="T28" fmla="*/ 361797380 w 257"/>
              <a:gd name="T29" fmla="*/ 26196665 h 191"/>
              <a:gd name="T30" fmla="*/ 58856889 w 257"/>
              <a:gd name="T31" fmla="*/ 284669196 h 191"/>
              <a:gd name="T32" fmla="*/ 67512933 w 257"/>
              <a:gd name="T33" fmla="*/ 270697994 h 191"/>
              <a:gd name="T34" fmla="*/ 129831451 w 257"/>
              <a:gd name="T35" fmla="*/ 246248390 h 191"/>
              <a:gd name="T36" fmla="*/ 332368935 w 257"/>
              <a:gd name="T37" fmla="*/ 235768666 h 191"/>
              <a:gd name="T38" fmla="*/ 361797380 w 257"/>
              <a:gd name="T39" fmla="*/ 235768666 h 191"/>
              <a:gd name="T40" fmla="*/ 299478863 w 257"/>
              <a:gd name="T41" fmla="*/ 246248390 h 191"/>
              <a:gd name="T42" fmla="*/ 296015919 w 257"/>
              <a:gd name="T43" fmla="*/ 235768666 h 191"/>
              <a:gd name="T44" fmla="*/ 289091347 w 257"/>
              <a:gd name="T45" fmla="*/ 246248390 h 191"/>
              <a:gd name="T46" fmla="*/ 219848257 w 257"/>
              <a:gd name="T47" fmla="*/ 235768666 h 191"/>
              <a:gd name="T48" fmla="*/ 249276702 w 257"/>
              <a:gd name="T49" fmla="*/ 235768666 h 191"/>
              <a:gd name="T50" fmla="*/ 180033612 w 257"/>
              <a:gd name="T51" fmla="*/ 246248390 h 191"/>
              <a:gd name="T52" fmla="*/ 181763768 w 257"/>
              <a:gd name="T53" fmla="*/ 235768666 h 191"/>
              <a:gd name="T54" fmla="*/ 171377568 w 257"/>
              <a:gd name="T55" fmla="*/ 246248390 h 191"/>
              <a:gd name="T56" fmla="*/ 323712891 w 257"/>
              <a:gd name="T57" fmla="*/ 251486930 h 191"/>
              <a:gd name="T58" fmla="*/ 372183580 w 257"/>
              <a:gd name="T59" fmla="*/ 251486930 h 191"/>
              <a:gd name="T60" fmla="*/ 285629718 w 257"/>
              <a:gd name="T61" fmla="*/ 263712393 h 191"/>
              <a:gd name="T62" fmla="*/ 282166774 w 257"/>
              <a:gd name="T63" fmla="*/ 251486930 h 191"/>
              <a:gd name="T64" fmla="*/ 275243518 w 257"/>
              <a:gd name="T65" fmla="*/ 263712393 h 191"/>
              <a:gd name="T66" fmla="*/ 200806013 w 257"/>
              <a:gd name="T67" fmla="*/ 251486930 h 191"/>
              <a:gd name="T68" fmla="*/ 231965929 w 257"/>
              <a:gd name="T69" fmla="*/ 251486930 h 191"/>
              <a:gd name="T70" fmla="*/ 157528424 w 257"/>
              <a:gd name="T71" fmla="*/ 263712393 h 191"/>
              <a:gd name="T72" fmla="*/ 159259896 w 257"/>
              <a:gd name="T73" fmla="*/ 251486930 h 191"/>
              <a:gd name="T74" fmla="*/ 145410751 w 257"/>
              <a:gd name="T75" fmla="*/ 263712393 h 191"/>
              <a:gd name="T76" fmla="*/ 77899134 w 257"/>
              <a:gd name="T77" fmla="*/ 251486930 h 191"/>
              <a:gd name="T78" fmla="*/ 109059050 w 257"/>
              <a:gd name="T79" fmla="*/ 251486930 h 191"/>
              <a:gd name="T80" fmla="*/ 347948236 w 257"/>
              <a:gd name="T81" fmla="*/ 284669196 h 191"/>
              <a:gd name="T82" fmla="*/ 341024979 w 257"/>
              <a:gd name="T83" fmla="*/ 270697994 h 191"/>
              <a:gd name="T84" fmla="*/ 335830564 w 257"/>
              <a:gd name="T85" fmla="*/ 284669196 h 191"/>
              <a:gd name="T86" fmla="*/ 252738330 w 257"/>
              <a:gd name="T87" fmla="*/ 270697994 h 191"/>
              <a:gd name="T88" fmla="*/ 285629718 w 257"/>
              <a:gd name="T89" fmla="*/ 270697994 h 191"/>
              <a:gd name="T90" fmla="*/ 207730585 w 257"/>
              <a:gd name="T91" fmla="*/ 284669196 h 191"/>
              <a:gd name="T92" fmla="*/ 209462057 w 257"/>
              <a:gd name="T93" fmla="*/ 270697994 h 191"/>
              <a:gd name="T94" fmla="*/ 197344384 w 257"/>
              <a:gd name="T95" fmla="*/ 284669196 h 191"/>
              <a:gd name="T96" fmla="*/ 121176723 w 257"/>
              <a:gd name="T97" fmla="*/ 270697994 h 191"/>
              <a:gd name="T98" fmla="*/ 155798267 w 257"/>
              <a:gd name="T99" fmla="*/ 270697994 h 191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</a:gdLst>
            <a:ahLst/>
            <a:cxnLst>
              <a:cxn ang="T100">
                <a:pos x="T0" y="T1"/>
              </a:cxn>
              <a:cxn ang="T101">
                <a:pos x="T2" y="T3"/>
              </a:cxn>
              <a:cxn ang="T102">
                <a:pos x="T4" y="T5"/>
              </a:cxn>
              <a:cxn ang="T103">
                <a:pos x="T6" y="T7"/>
              </a:cxn>
              <a:cxn ang="T104">
                <a:pos x="T8" y="T9"/>
              </a:cxn>
              <a:cxn ang="T105">
                <a:pos x="T10" y="T11"/>
              </a:cxn>
              <a:cxn ang="T106">
                <a:pos x="T12" y="T13"/>
              </a:cxn>
              <a:cxn ang="T107">
                <a:pos x="T14" y="T15"/>
              </a:cxn>
              <a:cxn ang="T108">
                <a:pos x="T16" y="T17"/>
              </a:cxn>
              <a:cxn ang="T109">
                <a:pos x="T18" y="T19"/>
              </a:cxn>
              <a:cxn ang="T110">
                <a:pos x="T20" y="T21"/>
              </a:cxn>
              <a:cxn ang="T111">
                <a:pos x="T22" y="T23"/>
              </a:cxn>
              <a:cxn ang="T112">
                <a:pos x="T24" y="T25"/>
              </a:cxn>
              <a:cxn ang="T113">
                <a:pos x="T26" y="T27"/>
              </a:cxn>
              <a:cxn ang="T114">
                <a:pos x="T28" y="T29"/>
              </a:cxn>
              <a:cxn ang="T115">
                <a:pos x="T30" y="T31"/>
              </a:cxn>
              <a:cxn ang="T116">
                <a:pos x="T32" y="T33"/>
              </a:cxn>
              <a:cxn ang="T117">
                <a:pos x="T34" y="T35"/>
              </a:cxn>
              <a:cxn ang="T118">
                <a:pos x="T36" y="T37"/>
              </a:cxn>
              <a:cxn ang="T119">
                <a:pos x="T38" y="T39"/>
              </a:cxn>
              <a:cxn ang="T120">
                <a:pos x="T40" y="T41"/>
              </a:cxn>
              <a:cxn ang="T121">
                <a:pos x="T42" y="T43"/>
              </a:cxn>
              <a:cxn ang="T122">
                <a:pos x="T44" y="T45"/>
              </a:cxn>
              <a:cxn ang="T123">
                <a:pos x="T46" y="T47"/>
              </a:cxn>
              <a:cxn ang="T124">
                <a:pos x="T48" y="T49"/>
              </a:cxn>
              <a:cxn ang="T125">
                <a:pos x="T50" y="T51"/>
              </a:cxn>
              <a:cxn ang="T126">
                <a:pos x="T52" y="T53"/>
              </a:cxn>
              <a:cxn ang="T127">
                <a:pos x="T54" y="T55"/>
              </a:cxn>
              <a:cxn ang="T128">
                <a:pos x="T56" y="T57"/>
              </a:cxn>
              <a:cxn ang="T129">
                <a:pos x="T58" y="T59"/>
              </a:cxn>
              <a:cxn ang="T130">
                <a:pos x="T60" y="T61"/>
              </a:cxn>
              <a:cxn ang="T131">
                <a:pos x="T62" y="T63"/>
              </a:cxn>
              <a:cxn ang="T132">
                <a:pos x="T64" y="T65"/>
              </a:cxn>
              <a:cxn ang="T133">
                <a:pos x="T66" y="T67"/>
              </a:cxn>
              <a:cxn ang="T134">
                <a:pos x="T68" y="T69"/>
              </a:cxn>
              <a:cxn ang="T135">
                <a:pos x="T70" y="T71"/>
              </a:cxn>
              <a:cxn ang="T136">
                <a:pos x="T72" y="T73"/>
              </a:cxn>
              <a:cxn ang="T137">
                <a:pos x="T74" y="T75"/>
              </a:cxn>
              <a:cxn ang="T138">
                <a:pos x="T76" y="T77"/>
              </a:cxn>
              <a:cxn ang="T139">
                <a:pos x="T78" y="T79"/>
              </a:cxn>
              <a:cxn ang="T140">
                <a:pos x="T80" y="T81"/>
              </a:cxn>
              <a:cxn ang="T141">
                <a:pos x="T82" y="T83"/>
              </a:cxn>
              <a:cxn ang="T142">
                <a:pos x="T84" y="T85"/>
              </a:cxn>
              <a:cxn ang="T143">
                <a:pos x="T86" y="T87"/>
              </a:cxn>
              <a:cxn ang="T144">
                <a:pos x="T88" y="T89"/>
              </a:cxn>
              <a:cxn ang="T145">
                <a:pos x="T90" y="T91"/>
              </a:cxn>
              <a:cxn ang="T146">
                <a:pos x="T92" y="T93"/>
              </a:cxn>
              <a:cxn ang="T147">
                <a:pos x="T94" y="T95"/>
              </a:cxn>
              <a:cxn ang="T148">
                <a:pos x="T96" y="T97"/>
              </a:cxn>
              <a:cxn ang="T149">
                <a:pos x="T98" y="T99"/>
              </a:cxn>
            </a:cxnLst>
            <a:rect l="0" t="0" r="r" b="b"/>
            <a:pathLst>
              <a:path w="257" h="191">
                <a:moveTo>
                  <a:pt x="33" y="125"/>
                </a:moveTo>
                <a:cubicBezTo>
                  <a:pt x="55" y="125"/>
                  <a:pt x="55" y="125"/>
                  <a:pt x="55" y="125"/>
                </a:cubicBezTo>
                <a:cubicBezTo>
                  <a:pt x="55" y="122"/>
                  <a:pt x="55" y="122"/>
                  <a:pt x="55" y="122"/>
                </a:cubicBezTo>
                <a:cubicBezTo>
                  <a:pt x="45" y="122"/>
                  <a:pt x="45" y="122"/>
                  <a:pt x="45" y="122"/>
                </a:cubicBezTo>
                <a:cubicBezTo>
                  <a:pt x="41" y="122"/>
                  <a:pt x="37" y="120"/>
                  <a:pt x="34" y="118"/>
                </a:cubicBezTo>
                <a:cubicBezTo>
                  <a:pt x="32" y="115"/>
                  <a:pt x="30" y="111"/>
                  <a:pt x="30" y="107"/>
                </a:cubicBezTo>
                <a:cubicBezTo>
                  <a:pt x="30" y="15"/>
                  <a:pt x="30" y="15"/>
                  <a:pt x="30" y="15"/>
                </a:cubicBezTo>
                <a:cubicBezTo>
                  <a:pt x="30" y="11"/>
                  <a:pt x="32" y="7"/>
                  <a:pt x="34" y="5"/>
                </a:cubicBezTo>
                <a:cubicBezTo>
                  <a:pt x="34" y="5"/>
                  <a:pt x="34" y="5"/>
                  <a:pt x="34" y="5"/>
                </a:cubicBezTo>
                <a:cubicBezTo>
                  <a:pt x="37" y="2"/>
                  <a:pt x="41" y="0"/>
                  <a:pt x="45" y="0"/>
                </a:cubicBezTo>
                <a:cubicBezTo>
                  <a:pt x="209" y="0"/>
                  <a:pt x="209" y="0"/>
                  <a:pt x="209" y="0"/>
                </a:cubicBezTo>
                <a:cubicBezTo>
                  <a:pt x="213" y="0"/>
                  <a:pt x="217" y="2"/>
                  <a:pt x="220" y="5"/>
                </a:cubicBezTo>
                <a:cubicBezTo>
                  <a:pt x="220" y="5"/>
                  <a:pt x="220" y="5"/>
                  <a:pt x="220" y="5"/>
                </a:cubicBezTo>
                <a:cubicBezTo>
                  <a:pt x="222" y="7"/>
                  <a:pt x="224" y="11"/>
                  <a:pt x="224" y="15"/>
                </a:cubicBezTo>
                <a:cubicBezTo>
                  <a:pt x="224" y="107"/>
                  <a:pt x="224" y="107"/>
                  <a:pt x="224" y="107"/>
                </a:cubicBezTo>
                <a:cubicBezTo>
                  <a:pt x="224" y="111"/>
                  <a:pt x="222" y="115"/>
                  <a:pt x="220" y="118"/>
                </a:cubicBezTo>
                <a:cubicBezTo>
                  <a:pt x="217" y="120"/>
                  <a:pt x="213" y="122"/>
                  <a:pt x="209" y="122"/>
                </a:cubicBezTo>
                <a:cubicBezTo>
                  <a:pt x="198" y="122"/>
                  <a:pt x="198" y="122"/>
                  <a:pt x="198" y="122"/>
                </a:cubicBezTo>
                <a:cubicBezTo>
                  <a:pt x="198" y="125"/>
                  <a:pt x="198" y="125"/>
                  <a:pt x="198" y="125"/>
                </a:cubicBezTo>
                <a:cubicBezTo>
                  <a:pt x="221" y="125"/>
                  <a:pt x="221" y="125"/>
                  <a:pt x="221" y="125"/>
                </a:cubicBezTo>
                <a:cubicBezTo>
                  <a:pt x="257" y="173"/>
                  <a:pt x="257" y="173"/>
                  <a:pt x="257" y="173"/>
                </a:cubicBezTo>
                <a:cubicBezTo>
                  <a:pt x="256" y="173"/>
                  <a:pt x="256" y="173"/>
                  <a:pt x="256" y="173"/>
                </a:cubicBezTo>
                <a:cubicBezTo>
                  <a:pt x="248" y="191"/>
                  <a:pt x="248" y="191"/>
                  <a:pt x="248" y="191"/>
                </a:cubicBezTo>
                <a:cubicBezTo>
                  <a:pt x="9" y="191"/>
                  <a:pt x="9" y="191"/>
                  <a:pt x="9" y="191"/>
                </a:cubicBezTo>
                <a:cubicBezTo>
                  <a:pt x="0" y="173"/>
                  <a:pt x="0" y="173"/>
                  <a:pt x="0" y="173"/>
                </a:cubicBezTo>
                <a:cubicBezTo>
                  <a:pt x="33" y="125"/>
                  <a:pt x="33" y="125"/>
                  <a:pt x="33" y="125"/>
                </a:cubicBezTo>
                <a:close/>
                <a:moveTo>
                  <a:pt x="77" y="125"/>
                </a:moveTo>
                <a:cubicBezTo>
                  <a:pt x="176" y="125"/>
                  <a:pt x="176" y="125"/>
                  <a:pt x="176" y="125"/>
                </a:cubicBezTo>
                <a:cubicBezTo>
                  <a:pt x="176" y="122"/>
                  <a:pt x="176" y="122"/>
                  <a:pt x="176" y="122"/>
                </a:cubicBezTo>
                <a:cubicBezTo>
                  <a:pt x="77" y="122"/>
                  <a:pt x="77" y="122"/>
                  <a:pt x="77" y="122"/>
                </a:cubicBezTo>
                <a:cubicBezTo>
                  <a:pt x="77" y="125"/>
                  <a:pt x="77" y="125"/>
                  <a:pt x="77" y="125"/>
                </a:cubicBezTo>
                <a:close/>
                <a:moveTo>
                  <a:pt x="209" y="15"/>
                </a:move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5"/>
                  <a:pt x="45" y="15"/>
                  <a:pt x="45" y="15"/>
                </a:cubicBezTo>
                <a:cubicBezTo>
                  <a:pt x="45" y="107"/>
                  <a:pt x="45" y="107"/>
                  <a:pt x="45" y="107"/>
                </a:cubicBezTo>
                <a:cubicBezTo>
                  <a:pt x="45" y="107"/>
                  <a:pt x="45" y="107"/>
                  <a:pt x="45" y="107"/>
                </a:cubicBezTo>
                <a:cubicBezTo>
                  <a:pt x="45" y="107"/>
                  <a:pt x="45" y="107"/>
                  <a:pt x="45" y="107"/>
                </a:cubicBezTo>
                <a:cubicBezTo>
                  <a:pt x="209" y="107"/>
                  <a:pt x="209" y="107"/>
                  <a:pt x="209" y="107"/>
                </a:cubicBezTo>
                <a:cubicBezTo>
                  <a:pt x="209" y="107"/>
                  <a:pt x="209" y="107"/>
                  <a:pt x="209" y="107"/>
                </a:cubicBezTo>
                <a:cubicBezTo>
                  <a:pt x="209" y="107"/>
                  <a:pt x="210" y="107"/>
                  <a:pt x="210" y="107"/>
                </a:cubicBezTo>
                <a:cubicBezTo>
                  <a:pt x="210" y="15"/>
                  <a:pt x="210" y="15"/>
                  <a:pt x="210" y="15"/>
                </a:cubicBezTo>
                <a:cubicBezTo>
                  <a:pt x="210" y="15"/>
                  <a:pt x="210" y="15"/>
                  <a:pt x="209" y="15"/>
                </a:cubicBezTo>
                <a:cubicBezTo>
                  <a:pt x="209" y="15"/>
                  <a:pt x="209" y="15"/>
                  <a:pt x="209" y="15"/>
                </a:cubicBezTo>
                <a:cubicBezTo>
                  <a:pt x="209" y="15"/>
                  <a:pt x="209" y="15"/>
                  <a:pt x="209" y="15"/>
                </a:cubicBezTo>
                <a:close/>
                <a:moveTo>
                  <a:pt x="39" y="155"/>
                </a:moveTo>
                <a:cubicBezTo>
                  <a:pt x="37" y="158"/>
                  <a:pt x="35" y="160"/>
                  <a:pt x="34" y="163"/>
                </a:cubicBezTo>
                <a:cubicBezTo>
                  <a:pt x="42" y="163"/>
                  <a:pt x="51" y="163"/>
                  <a:pt x="60" y="163"/>
                </a:cubicBezTo>
                <a:cubicBezTo>
                  <a:pt x="61" y="160"/>
                  <a:pt x="62" y="158"/>
                  <a:pt x="63" y="155"/>
                </a:cubicBezTo>
                <a:cubicBezTo>
                  <a:pt x="55" y="155"/>
                  <a:pt x="47" y="155"/>
                  <a:pt x="39" y="155"/>
                </a:cubicBezTo>
                <a:close/>
                <a:moveTo>
                  <a:pt x="51" y="135"/>
                </a:moveTo>
                <a:cubicBezTo>
                  <a:pt x="50" y="137"/>
                  <a:pt x="49" y="139"/>
                  <a:pt x="48" y="141"/>
                </a:cubicBezTo>
                <a:cubicBezTo>
                  <a:pt x="57" y="141"/>
                  <a:pt x="66" y="141"/>
                  <a:pt x="75" y="141"/>
                </a:cubicBezTo>
                <a:cubicBezTo>
                  <a:pt x="76" y="139"/>
                  <a:pt x="77" y="137"/>
                  <a:pt x="78" y="135"/>
                </a:cubicBezTo>
                <a:cubicBezTo>
                  <a:pt x="69" y="135"/>
                  <a:pt x="60" y="135"/>
                  <a:pt x="51" y="135"/>
                </a:cubicBezTo>
                <a:close/>
                <a:moveTo>
                  <a:pt x="192" y="135"/>
                </a:moveTo>
                <a:cubicBezTo>
                  <a:pt x="193" y="137"/>
                  <a:pt x="194" y="139"/>
                  <a:pt x="195" y="141"/>
                </a:cubicBezTo>
                <a:cubicBezTo>
                  <a:pt x="201" y="141"/>
                  <a:pt x="207" y="141"/>
                  <a:pt x="213" y="141"/>
                </a:cubicBezTo>
                <a:cubicBezTo>
                  <a:pt x="212" y="139"/>
                  <a:pt x="210" y="137"/>
                  <a:pt x="209" y="135"/>
                </a:cubicBezTo>
                <a:cubicBezTo>
                  <a:pt x="204" y="135"/>
                  <a:pt x="198" y="135"/>
                  <a:pt x="192" y="135"/>
                </a:cubicBezTo>
                <a:close/>
                <a:moveTo>
                  <a:pt x="171" y="135"/>
                </a:moveTo>
                <a:cubicBezTo>
                  <a:pt x="171" y="137"/>
                  <a:pt x="172" y="139"/>
                  <a:pt x="173" y="141"/>
                </a:cubicBezTo>
                <a:cubicBezTo>
                  <a:pt x="179" y="141"/>
                  <a:pt x="184" y="141"/>
                  <a:pt x="190" y="141"/>
                </a:cubicBezTo>
                <a:cubicBezTo>
                  <a:pt x="189" y="139"/>
                  <a:pt x="188" y="137"/>
                  <a:pt x="187" y="135"/>
                </a:cubicBezTo>
                <a:cubicBezTo>
                  <a:pt x="182" y="135"/>
                  <a:pt x="176" y="135"/>
                  <a:pt x="171" y="135"/>
                </a:cubicBezTo>
                <a:close/>
                <a:moveTo>
                  <a:pt x="149" y="135"/>
                </a:moveTo>
                <a:cubicBezTo>
                  <a:pt x="149" y="137"/>
                  <a:pt x="149" y="139"/>
                  <a:pt x="150" y="141"/>
                </a:cubicBezTo>
                <a:cubicBezTo>
                  <a:pt x="155" y="141"/>
                  <a:pt x="161" y="141"/>
                  <a:pt x="167" y="141"/>
                </a:cubicBezTo>
                <a:cubicBezTo>
                  <a:pt x="167" y="139"/>
                  <a:pt x="166" y="137"/>
                  <a:pt x="165" y="135"/>
                </a:cubicBezTo>
                <a:cubicBezTo>
                  <a:pt x="160" y="135"/>
                  <a:pt x="154" y="135"/>
                  <a:pt x="149" y="135"/>
                </a:cubicBezTo>
                <a:close/>
                <a:moveTo>
                  <a:pt x="127" y="135"/>
                </a:moveTo>
                <a:cubicBezTo>
                  <a:pt x="127" y="137"/>
                  <a:pt x="127" y="139"/>
                  <a:pt x="127" y="141"/>
                </a:cubicBezTo>
                <a:cubicBezTo>
                  <a:pt x="133" y="141"/>
                  <a:pt x="139" y="141"/>
                  <a:pt x="144" y="141"/>
                </a:cubicBezTo>
                <a:cubicBezTo>
                  <a:pt x="144" y="139"/>
                  <a:pt x="144" y="137"/>
                  <a:pt x="144" y="135"/>
                </a:cubicBezTo>
                <a:cubicBezTo>
                  <a:pt x="138" y="135"/>
                  <a:pt x="133" y="135"/>
                  <a:pt x="127" y="135"/>
                </a:cubicBezTo>
                <a:close/>
                <a:moveTo>
                  <a:pt x="105" y="135"/>
                </a:moveTo>
                <a:cubicBezTo>
                  <a:pt x="105" y="137"/>
                  <a:pt x="104" y="139"/>
                  <a:pt x="104" y="141"/>
                </a:cubicBezTo>
                <a:cubicBezTo>
                  <a:pt x="110" y="141"/>
                  <a:pt x="115" y="141"/>
                  <a:pt x="121" y="141"/>
                </a:cubicBezTo>
                <a:cubicBezTo>
                  <a:pt x="121" y="139"/>
                  <a:pt x="122" y="137"/>
                  <a:pt x="122" y="135"/>
                </a:cubicBezTo>
                <a:cubicBezTo>
                  <a:pt x="116" y="135"/>
                  <a:pt x="111" y="135"/>
                  <a:pt x="105" y="135"/>
                </a:cubicBezTo>
                <a:close/>
                <a:moveTo>
                  <a:pt x="83" y="135"/>
                </a:moveTo>
                <a:cubicBezTo>
                  <a:pt x="83" y="137"/>
                  <a:pt x="82" y="139"/>
                  <a:pt x="81" y="141"/>
                </a:cubicBezTo>
                <a:cubicBezTo>
                  <a:pt x="87" y="141"/>
                  <a:pt x="93" y="141"/>
                  <a:pt x="99" y="141"/>
                </a:cubicBezTo>
                <a:cubicBezTo>
                  <a:pt x="99" y="139"/>
                  <a:pt x="100" y="137"/>
                  <a:pt x="100" y="135"/>
                </a:cubicBezTo>
                <a:cubicBezTo>
                  <a:pt x="94" y="135"/>
                  <a:pt x="89" y="135"/>
                  <a:pt x="83" y="135"/>
                </a:cubicBezTo>
                <a:close/>
                <a:moveTo>
                  <a:pt x="187" y="144"/>
                </a:moveTo>
                <a:cubicBezTo>
                  <a:pt x="188" y="146"/>
                  <a:pt x="189" y="149"/>
                  <a:pt x="190" y="151"/>
                </a:cubicBezTo>
                <a:cubicBezTo>
                  <a:pt x="200" y="151"/>
                  <a:pt x="209" y="151"/>
                  <a:pt x="219" y="151"/>
                </a:cubicBezTo>
                <a:cubicBezTo>
                  <a:pt x="218" y="149"/>
                  <a:pt x="216" y="146"/>
                  <a:pt x="215" y="144"/>
                </a:cubicBezTo>
                <a:cubicBezTo>
                  <a:pt x="205" y="144"/>
                  <a:pt x="196" y="144"/>
                  <a:pt x="187" y="144"/>
                </a:cubicBezTo>
                <a:close/>
                <a:moveTo>
                  <a:pt x="163" y="144"/>
                </a:moveTo>
                <a:cubicBezTo>
                  <a:pt x="163" y="146"/>
                  <a:pt x="164" y="149"/>
                  <a:pt x="165" y="151"/>
                </a:cubicBezTo>
                <a:cubicBezTo>
                  <a:pt x="171" y="151"/>
                  <a:pt x="177" y="151"/>
                  <a:pt x="183" y="151"/>
                </a:cubicBezTo>
                <a:cubicBezTo>
                  <a:pt x="183" y="149"/>
                  <a:pt x="182" y="146"/>
                  <a:pt x="181" y="144"/>
                </a:cubicBezTo>
                <a:cubicBezTo>
                  <a:pt x="175" y="144"/>
                  <a:pt x="169" y="144"/>
                  <a:pt x="163" y="144"/>
                </a:cubicBezTo>
                <a:close/>
                <a:moveTo>
                  <a:pt x="139" y="144"/>
                </a:moveTo>
                <a:cubicBezTo>
                  <a:pt x="140" y="146"/>
                  <a:pt x="140" y="149"/>
                  <a:pt x="140" y="151"/>
                </a:cubicBezTo>
                <a:cubicBezTo>
                  <a:pt x="146" y="151"/>
                  <a:pt x="153" y="151"/>
                  <a:pt x="159" y="151"/>
                </a:cubicBezTo>
                <a:cubicBezTo>
                  <a:pt x="158" y="149"/>
                  <a:pt x="158" y="146"/>
                  <a:pt x="157" y="144"/>
                </a:cubicBezTo>
                <a:cubicBezTo>
                  <a:pt x="151" y="144"/>
                  <a:pt x="145" y="144"/>
                  <a:pt x="139" y="144"/>
                </a:cubicBezTo>
                <a:close/>
                <a:moveTo>
                  <a:pt x="116" y="144"/>
                </a:moveTo>
                <a:cubicBezTo>
                  <a:pt x="116" y="146"/>
                  <a:pt x="115" y="149"/>
                  <a:pt x="115" y="151"/>
                </a:cubicBezTo>
                <a:cubicBezTo>
                  <a:pt x="121" y="151"/>
                  <a:pt x="128" y="151"/>
                  <a:pt x="134" y="151"/>
                </a:cubicBezTo>
                <a:cubicBezTo>
                  <a:pt x="134" y="149"/>
                  <a:pt x="134" y="146"/>
                  <a:pt x="134" y="144"/>
                </a:cubicBezTo>
                <a:cubicBezTo>
                  <a:pt x="128" y="144"/>
                  <a:pt x="122" y="144"/>
                  <a:pt x="116" y="144"/>
                </a:cubicBezTo>
                <a:close/>
                <a:moveTo>
                  <a:pt x="92" y="144"/>
                </a:moveTo>
                <a:cubicBezTo>
                  <a:pt x="92" y="146"/>
                  <a:pt x="91" y="149"/>
                  <a:pt x="91" y="151"/>
                </a:cubicBezTo>
                <a:cubicBezTo>
                  <a:pt x="97" y="151"/>
                  <a:pt x="103" y="151"/>
                  <a:pt x="109" y="151"/>
                </a:cubicBezTo>
                <a:cubicBezTo>
                  <a:pt x="110" y="149"/>
                  <a:pt x="110" y="146"/>
                  <a:pt x="110" y="144"/>
                </a:cubicBezTo>
                <a:cubicBezTo>
                  <a:pt x="104" y="144"/>
                  <a:pt x="98" y="144"/>
                  <a:pt x="92" y="144"/>
                </a:cubicBezTo>
                <a:close/>
                <a:moveTo>
                  <a:pt x="69" y="144"/>
                </a:moveTo>
                <a:cubicBezTo>
                  <a:pt x="68" y="146"/>
                  <a:pt x="67" y="149"/>
                  <a:pt x="66" y="151"/>
                </a:cubicBezTo>
                <a:cubicBezTo>
                  <a:pt x="72" y="151"/>
                  <a:pt x="78" y="151"/>
                  <a:pt x="84" y="151"/>
                </a:cubicBezTo>
                <a:cubicBezTo>
                  <a:pt x="85" y="149"/>
                  <a:pt x="86" y="146"/>
                  <a:pt x="87" y="144"/>
                </a:cubicBezTo>
                <a:cubicBezTo>
                  <a:pt x="81" y="144"/>
                  <a:pt x="75" y="144"/>
                  <a:pt x="69" y="144"/>
                </a:cubicBezTo>
                <a:close/>
                <a:moveTo>
                  <a:pt x="45" y="144"/>
                </a:moveTo>
                <a:cubicBezTo>
                  <a:pt x="44" y="146"/>
                  <a:pt x="43" y="149"/>
                  <a:pt x="41" y="151"/>
                </a:cubicBezTo>
                <a:cubicBezTo>
                  <a:pt x="47" y="151"/>
                  <a:pt x="54" y="151"/>
                  <a:pt x="60" y="151"/>
                </a:cubicBezTo>
                <a:cubicBezTo>
                  <a:pt x="61" y="149"/>
                  <a:pt x="62" y="146"/>
                  <a:pt x="63" y="144"/>
                </a:cubicBezTo>
                <a:cubicBezTo>
                  <a:pt x="57" y="144"/>
                  <a:pt x="51" y="144"/>
                  <a:pt x="45" y="144"/>
                </a:cubicBezTo>
                <a:close/>
                <a:moveTo>
                  <a:pt x="197" y="155"/>
                </a:moveTo>
                <a:cubicBezTo>
                  <a:pt x="198" y="158"/>
                  <a:pt x="199" y="160"/>
                  <a:pt x="201" y="163"/>
                </a:cubicBezTo>
                <a:cubicBezTo>
                  <a:pt x="209" y="163"/>
                  <a:pt x="218" y="163"/>
                  <a:pt x="227" y="163"/>
                </a:cubicBezTo>
                <a:cubicBezTo>
                  <a:pt x="225" y="160"/>
                  <a:pt x="223" y="158"/>
                  <a:pt x="222" y="155"/>
                </a:cubicBezTo>
                <a:cubicBezTo>
                  <a:pt x="213" y="155"/>
                  <a:pt x="205" y="155"/>
                  <a:pt x="197" y="155"/>
                </a:cubicBezTo>
                <a:close/>
                <a:moveTo>
                  <a:pt x="171" y="155"/>
                </a:moveTo>
                <a:cubicBezTo>
                  <a:pt x="172" y="158"/>
                  <a:pt x="173" y="160"/>
                  <a:pt x="174" y="163"/>
                </a:cubicBezTo>
                <a:cubicBezTo>
                  <a:pt x="180" y="163"/>
                  <a:pt x="187" y="163"/>
                  <a:pt x="194" y="163"/>
                </a:cubicBezTo>
                <a:cubicBezTo>
                  <a:pt x="193" y="160"/>
                  <a:pt x="192" y="158"/>
                  <a:pt x="191" y="155"/>
                </a:cubicBezTo>
                <a:cubicBezTo>
                  <a:pt x="184" y="155"/>
                  <a:pt x="178" y="155"/>
                  <a:pt x="171" y="155"/>
                </a:cubicBezTo>
                <a:close/>
                <a:moveTo>
                  <a:pt x="146" y="155"/>
                </a:moveTo>
                <a:cubicBezTo>
                  <a:pt x="146" y="158"/>
                  <a:pt x="147" y="160"/>
                  <a:pt x="147" y="163"/>
                </a:cubicBezTo>
                <a:cubicBezTo>
                  <a:pt x="154" y="163"/>
                  <a:pt x="161" y="163"/>
                  <a:pt x="168" y="163"/>
                </a:cubicBezTo>
                <a:cubicBezTo>
                  <a:pt x="167" y="160"/>
                  <a:pt x="166" y="158"/>
                  <a:pt x="165" y="155"/>
                </a:cubicBezTo>
                <a:cubicBezTo>
                  <a:pt x="159" y="155"/>
                  <a:pt x="153" y="155"/>
                  <a:pt x="146" y="155"/>
                </a:cubicBezTo>
                <a:close/>
                <a:moveTo>
                  <a:pt x="121" y="155"/>
                </a:moveTo>
                <a:cubicBezTo>
                  <a:pt x="121" y="158"/>
                  <a:pt x="121" y="160"/>
                  <a:pt x="120" y="163"/>
                </a:cubicBezTo>
                <a:cubicBezTo>
                  <a:pt x="127" y="163"/>
                  <a:pt x="134" y="163"/>
                  <a:pt x="141" y="163"/>
                </a:cubicBezTo>
                <a:cubicBezTo>
                  <a:pt x="141" y="160"/>
                  <a:pt x="141" y="158"/>
                  <a:pt x="140" y="155"/>
                </a:cubicBezTo>
                <a:cubicBezTo>
                  <a:pt x="134" y="155"/>
                  <a:pt x="127" y="155"/>
                  <a:pt x="121" y="155"/>
                </a:cubicBezTo>
                <a:close/>
                <a:moveTo>
                  <a:pt x="95" y="155"/>
                </a:moveTo>
                <a:cubicBezTo>
                  <a:pt x="95" y="158"/>
                  <a:pt x="94" y="160"/>
                  <a:pt x="93" y="163"/>
                </a:cubicBezTo>
                <a:cubicBezTo>
                  <a:pt x="100" y="163"/>
                  <a:pt x="107" y="163"/>
                  <a:pt x="114" y="163"/>
                </a:cubicBezTo>
                <a:cubicBezTo>
                  <a:pt x="114" y="160"/>
                  <a:pt x="114" y="158"/>
                  <a:pt x="115" y="155"/>
                </a:cubicBezTo>
                <a:cubicBezTo>
                  <a:pt x="108" y="155"/>
                  <a:pt x="102" y="155"/>
                  <a:pt x="95" y="155"/>
                </a:cubicBezTo>
                <a:close/>
                <a:moveTo>
                  <a:pt x="70" y="155"/>
                </a:moveTo>
                <a:cubicBezTo>
                  <a:pt x="69" y="158"/>
                  <a:pt x="68" y="160"/>
                  <a:pt x="67" y="163"/>
                </a:cubicBezTo>
                <a:cubicBezTo>
                  <a:pt x="74" y="163"/>
                  <a:pt x="81" y="163"/>
                  <a:pt x="87" y="163"/>
                </a:cubicBezTo>
                <a:cubicBezTo>
                  <a:pt x="88" y="160"/>
                  <a:pt x="89" y="158"/>
                  <a:pt x="90" y="155"/>
                </a:cubicBezTo>
                <a:cubicBezTo>
                  <a:pt x="83" y="155"/>
                  <a:pt x="77" y="155"/>
                  <a:pt x="70" y="155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/>
          <a:lstStyle/>
          <a:p>
            <a:endParaRPr lang="zh-CN" altLang="en-US" sz="2400">
              <a:cs typeface="+mn-ea"/>
              <a:sym typeface="+mn-lt"/>
            </a:endParaRPr>
          </a:p>
        </p:txBody>
      </p:sp>
      <p:sp>
        <p:nvSpPr>
          <p:cNvPr id="43087" name="Freeform 26">
            <a:extLst>
              <a:ext uri="{FF2B5EF4-FFF2-40B4-BE49-F238E27FC236}">
                <a16:creationId xmlns:a16="http://schemas.microsoft.com/office/drawing/2014/main" id="{EBA9132A-B030-7EF2-491F-F518F8A443DC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5909718" y="5334267"/>
            <a:ext cx="258060" cy="353720"/>
          </a:xfrm>
          <a:custGeom>
            <a:avLst/>
            <a:gdLst>
              <a:gd name="T0" fmla="*/ 98579135 w 172"/>
              <a:gd name="T1" fmla="*/ 0 h 235"/>
              <a:gd name="T2" fmla="*/ 168501533 w 172"/>
              <a:gd name="T3" fmla="*/ 28841676 h 235"/>
              <a:gd name="T4" fmla="*/ 197158270 w 172"/>
              <a:gd name="T5" fmla="*/ 99216569 h 235"/>
              <a:gd name="T6" fmla="*/ 168501533 w 172"/>
              <a:gd name="T7" fmla="*/ 169591461 h 235"/>
              <a:gd name="T8" fmla="*/ 98579135 w 172"/>
              <a:gd name="T9" fmla="*/ 199587793 h 235"/>
              <a:gd name="T10" fmla="*/ 28656738 w 172"/>
              <a:gd name="T11" fmla="*/ 169591461 h 235"/>
              <a:gd name="T12" fmla="*/ 0 w 172"/>
              <a:gd name="T13" fmla="*/ 99216569 h 235"/>
              <a:gd name="T14" fmla="*/ 28656738 w 172"/>
              <a:gd name="T15" fmla="*/ 28841676 h 235"/>
              <a:gd name="T16" fmla="*/ 98579135 w 172"/>
              <a:gd name="T17" fmla="*/ 0 h 235"/>
              <a:gd name="T18" fmla="*/ 76800186 w 172"/>
              <a:gd name="T19" fmla="*/ 113061690 h 235"/>
              <a:gd name="T20" fmla="*/ 106602508 w 172"/>
              <a:gd name="T21" fmla="*/ 74989217 h 235"/>
              <a:gd name="T22" fmla="*/ 76800186 w 172"/>
              <a:gd name="T23" fmla="*/ 113061690 h 235"/>
              <a:gd name="T24" fmla="*/ 116919190 w 172"/>
              <a:gd name="T25" fmla="*/ 211124678 h 235"/>
              <a:gd name="T26" fmla="*/ 116919190 w 172"/>
              <a:gd name="T27" fmla="*/ 227275887 h 235"/>
              <a:gd name="T28" fmla="*/ 178818215 w 172"/>
              <a:gd name="T29" fmla="*/ 237659192 h 235"/>
              <a:gd name="T30" fmla="*/ 178818215 w 172"/>
              <a:gd name="T31" fmla="*/ 271116266 h 235"/>
              <a:gd name="T32" fmla="*/ 21778949 w 172"/>
              <a:gd name="T33" fmla="*/ 271116266 h 235"/>
              <a:gd name="T34" fmla="*/ 21778949 w 172"/>
              <a:gd name="T35" fmla="*/ 237659192 h 235"/>
              <a:gd name="T36" fmla="*/ 80239080 w 172"/>
              <a:gd name="T37" fmla="*/ 227275887 h 235"/>
              <a:gd name="T38" fmla="*/ 80239080 w 172"/>
              <a:gd name="T39" fmla="*/ 211124678 h 235"/>
              <a:gd name="T40" fmla="*/ 98579135 w 172"/>
              <a:gd name="T41" fmla="*/ 212278259 h 235"/>
              <a:gd name="T42" fmla="*/ 116919190 w 172"/>
              <a:gd name="T43" fmla="*/ 211124678 h 235"/>
              <a:gd name="T44" fmla="*/ 98579135 w 172"/>
              <a:gd name="T45" fmla="*/ 54223683 h 235"/>
              <a:gd name="T46" fmla="*/ 66483503 w 172"/>
              <a:gd name="T47" fmla="*/ 66914149 h 235"/>
              <a:gd name="T48" fmla="*/ 53874581 w 172"/>
              <a:gd name="T49" fmla="*/ 99216569 h 235"/>
              <a:gd name="T50" fmla="*/ 66483503 w 172"/>
              <a:gd name="T51" fmla="*/ 131520062 h 235"/>
              <a:gd name="T52" fmla="*/ 98579135 w 172"/>
              <a:gd name="T53" fmla="*/ 145364110 h 235"/>
              <a:gd name="T54" fmla="*/ 130674767 w 172"/>
              <a:gd name="T55" fmla="*/ 131520062 h 235"/>
              <a:gd name="T56" fmla="*/ 144430344 w 172"/>
              <a:gd name="T57" fmla="*/ 99216569 h 235"/>
              <a:gd name="T58" fmla="*/ 130674767 w 172"/>
              <a:gd name="T59" fmla="*/ 66914149 h 235"/>
              <a:gd name="T60" fmla="*/ 98579135 w 172"/>
              <a:gd name="T61" fmla="*/ 54223683 h 235"/>
              <a:gd name="T62" fmla="*/ 120358085 w 172"/>
              <a:gd name="T63" fmla="*/ 77297453 h 235"/>
              <a:gd name="T64" fmla="*/ 98579135 w 172"/>
              <a:gd name="T65" fmla="*/ 68067730 h 235"/>
              <a:gd name="T66" fmla="*/ 76800186 w 172"/>
              <a:gd name="T67" fmla="*/ 77297453 h 235"/>
              <a:gd name="T68" fmla="*/ 67630158 w 172"/>
              <a:gd name="T69" fmla="*/ 99216569 h 235"/>
              <a:gd name="T70" fmla="*/ 76800186 w 172"/>
              <a:gd name="T71" fmla="*/ 122290339 h 235"/>
              <a:gd name="T72" fmla="*/ 98579135 w 172"/>
              <a:gd name="T73" fmla="*/ 131520062 h 235"/>
              <a:gd name="T74" fmla="*/ 120358085 w 172"/>
              <a:gd name="T75" fmla="*/ 122290339 h 235"/>
              <a:gd name="T76" fmla="*/ 129528112 w 172"/>
              <a:gd name="T77" fmla="*/ 99216569 h 235"/>
              <a:gd name="T78" fmla="*/ 120358085 w 172"/>
              <a:gd name="T79" fmla="*/ 77297453 h 235"/>
              <a:gd name="T80" fmla="*/ 142137034 w 172"/>
              <a:gd name="T81" fmla="*/ 55377264 h 235"/>
              <a:gd name="T82" fmla="*/ 98579135 w 172"/>
              <a:gd name="T83" fmla="*/ 36917818 h 235"/>
              <a:gd name="T84" fmla="*/ 55021236 w 172"/>
              <a:gd name="T85" fmla="*/ 55377264 h 235"/>
              <a:gd name="T86" fmla="*/ 36680110 w 172"/>
              <a:gd name="T87" fmla="*/ 99216569 h 235"/>
              <a:gd name="T88" fmla="*/ 55021236 w 172"/>
              <a:gd name="T89" fmla="*/ 143056947 h 235"/>
              <a:gd name="T90" fmla="*/ 98579135 w 172"/>
              <a:gd name="T91" fmla="*/ 161516393 h 235"/>
              <a:gd name="T92" fmla="*/ 142137034 w 172"/>
              <a:gd name="T93" fmla="*/ 143056947 h 235"/>
              <a:gd name="T94" fmla="*/ 160478160 w 172"/>
              <a:gd name="T95" fmla="*/ 99216569 h 235"/>
              <a:gd name="T96" fmla="*/ 142137034 w 172"/>
              <a:gd name="T97" fmla="*/ 55377264 h 23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172" h="235">
                <a:moveTo>
                  <a:pt x="86" y="0"/>
                </a:moveTo>
                <a:cubicBezTo>
                  <a:pt x="110" y="0"/>
                  <a:pt x="132" y="10"/>
                  <a:pt x="147" y="25"/>
                </a:cubicBezTo>
                <a:cubicBezTo>
                  <a:pt x="163" y="41"/>
                  <a:pt x="172" y="62"/>
                  <a:pt x="172" y="86"/>
                </a:cubicBezTo>
                <a:cubicBezTo>
                  <a:pt x="172" y="110"/>
                  <a:pt x="163" y="132"/>
                  <a:pt x="147" y="147"/>
                </a:cubicBezTo>
                <a:cubicBezTo>
                  <a:pt x="132" y="163"/>
                  <a:pt x="110" y="173"/>
                  <a:pt x="86" y="173"/>
                </a:cubicBezTo>
                <a:cubicBezTo>
                  <a:pt x="62" y="173"/>
                  <a:pt x="41" y="163"/>
                  <a:pt x="25" y="147"/>
                </a:cubicBezTo>
                <a:cubicBezTo>
                  <a:pt x="9" y="132"/>
                  <a:pt x="0" y="110"/>
                  <a:pt x="0" y="86"/>
                </a:cubicBezTo>
                <a:cubicBezTo>
                  <a:pt x="0" y="62"/>
                  <a:pt x="9" y="41"/>
                  <a:pt x="25" y="25"/>
                </a:cubicBezTo>
                <a:cubicBezTo>
                  <a:pt x="41" y="10"/>
                  <a:pt x="62" y="0"/>
                  <a:pt x="86" y="0"/>
                </a:cubicBezTo>
                <a:close/>
                <a:moveTo>
                  <a:pt x="67" y="98"/>
                </a:moveTo>
                <a:cubicBezTo>
                  <a:pt x="72" y="84"/>
                  <a:pt x="78" y="74"/>
                  <a:pt x="93" y="65"/>
                </a:cubicBezTo>
                <a:cubicBezTo>
                  <a:pt x="77" y="61"/>
                  <a:pt x="59" y="78"/>
                  <a:pt x="67" y="98"/>
                </a:cubicBezTo>
                <a:close/>
                <a:moveTo>
                  <a:pt x="102" y="183"/>
                </a:moveTo>
                <a:cubicBezTo>
                  <a:pt x="102" y="197"/>
                  <a:pt x="102" y="197"/>
                  <a:pt x="102" y="197"/>
                </a:cubicBezTo>
                <a:cubicBezTo>
                  <a:pt x="156" y="206"/>
                  <a:pt x="156" y="206"/>
                  <a:pt x="156" y="206"/>
                </a:cubicBezTo>
                <a:cubicBezTo>
                  <a:pt x="156" y="235"/>
                  <a:pt x="156" y="235"/>
                  <a:pt x="156" y="235"/>
                </a:cubicBezTo>
                <a:cubicBezTo>
                  <a:pt x="19" y="235"/>
                  <a:pt x="19" y="235"/>
                  <a:pt x="19" y="235"/>
                </a:cubicBezTo>
                <a:cubicBezTo>
                  <a:pt x="19" y="206"/>
                  <a:pt x="19" y="206"/>
                  <a:pt x="19" y="206"/>
                </a:cubicBezTo>
                <a:cubicBezTo>
                  <a:pt x="70" y="197"/>
                  <a:pt x="70" y="197"/>
                  <a:pt x="70" y="197"/>
                </a:cubicBezTo>
                <a:cubicBezTo>
                  <a:pt x="70" y="183"/>
                  <a:pt x="70" y="183"/>
                  <a:pt x="70" y="183"/>
                </a:cubicBezTo>
                <a:cubicBezTo>
                  <a:pt x="75" y="184"/>
                  <a:pt x="81" y="184"/>
                  <a:pt x="86" y="184"/>
                </a:cubicBezTo>
                <a:cubicBezTo>
                  <a:pt x="91" y="184"/>
                  <a:pt x="97" y="184"/>
                  <a:pt x="102" y="183"/>
                </a:cubicBezTo>
                <a:close/>
                <a:moveTo>
                  <a:pt x="86" y="47"/>
                </a:moveTo>
                <a:cubicBezTo>
                  <a:pt x="75" y="47"/>
                  <a:pt x="65" y="51"/>
                  <a:pt x="58" y="58"/>
                </a:cubicBezTo>
                <a:cubicBezTo>
                  <a:pt x="51" y="66"/>
                  <a:pt x="47" y="75"/>
                  <a:pt x="47" y="86"/>
                </a:cubicBezTo>
                <a:cubicBezTo>
                  <a:pt x="47" y="97"/>
                  <a:pt x="51" y="107"/>
                  <a:pt x="58" y="114"/>
                </a:cubicBezTo>
                <a:cubicBezTo>
                  <a:pt x="65" y="121"/>
                  <a:pt x="75" y="126"/>
                  <a:pt x="86" y="126"/>
                </a:cubicBezTo>
                <a:cubicBezTo>
                  <a:pt x="97" y="126"/>
                  <a:pt x="107" y="121"/>
                  <a:pt x="114" y="114"/>
                </a:cubicBezTo>
                <a:cubicBezTo>
                  <a:pt x="121" y="107"/>
                  <a:pt x="126" y="97"/>
                  <a:pt x="126" y="86"/>
                </a:cubicBezTo>
                <a:cubicBezTo>
                  <a:pt x="126" y="75"/>
                  <a:pt x="121" y="66"/>
                  <a:pt x="114" y="58"/>
                </a:cubicBezTo>
                <a:cubicBezTo>
                  <a:pt x="107" y="51"/>
                  <a:pt x="97" y="47"/>
                  <a:pt x="86" y="47"/>
                </a:cubicBezTo>
                <a:close/>
                <a:moveTo>
                  <a:pt x="105" y="67"/>
                </a:moveTo>
                <a:cubicBezTo>
                  <a:pt x="100" y="62"/>
                  <a:pt x="94" y="59"/>
                  <a:pt x="86" y="59"/>
                </a:cubicBezTo>
                <a:cubicBezTo>
                  <a:pt x="78" y="59"/>
                  <a:pt x="72" y="62"/>
                  <a:pt x="67" y="67"/>
                </a:cubicBezTo>
                <a:cubicBezTo>
                  <a:pt x="62" y="72"/>
                  <a:pt x="59" y="79"/>
                  <a:pt x="59" y="86"/>
                </a:cubicBezTo>
                <a:cubicBezTo>
                  <a:pt x="59" y="94"/>
                  <a:pt x="62" y="101"/>
                  <a:pt x="67" y="106"/>
                </a:cubicBezTo>
                <a:cubicBezTo>
                  <a:pt x="72" y="111"/>
                  <a:pt x="78" y="114"/>
                  <a:pt x="86" y="114"/>
                </a:cubicBezTo>
                <a:cubicBezTo>
                  <a:pt x="94" y="114"/>
                  <a:pt x="100" y="111"/>
                  <a:pt x="105" y="106"/>
                </a:cubicBezTo>
                <a:cubicBezTo>
                  <a:pt x="110" y="101"/>
                  <a:pt x="113" y="94"/>
                  <a:pt x="113" y="86"/>
                </a:cubicBezTo>
                <a:cubicBezTo>
                  <a:pt x="113" y="79"/>
                  <a:pt x="110" y="72"/>
                  <a:pt x="105" y="67"/>
                </a:cubicBezTo>
                <a:close/>
                <a:moveTo>
                  <a:pt x="124" y="48"/>
                </a:moveTo>
                <a:cubicBezTo>
                  <a:pt x="114" y="38"/>
                  <a:pt x="101" y="32"/>
                  <a:pt x="86" y="32"/>
                </a:cubicBezTo>
                <a:cubicBezTo>
                  <a:pt x="71" y="32"/>
                  <a:pt x="58" y="38"/>
                  <a:pt x="48" y="48"/>
                </a:cubicBezTo>
                <a:cubicBezTo>
                  <a:pt x="38" y="58"/>
                  <a:pt x="32" y="71"/>
                  <a:pt x="32" y="86"/>
                </a:cubicBezTo>
                <a:cubicBezTo>
                  <a:pt x="32" y="101"/>
                  <a:pt x="38" y="115"/>
                  <a:pt x="48" y="124"/>
                </a:cubicBezTo>
                <a:cubicBezTo>
                  <a:pt x="58" y="134"/>
                  <a:pt x="71" y="140"/>
                  <a:pt x="86" y="140"/>
                </a:cubicBezTo>
                <a:cubicBezTo>
                  <a:pt x="101" y="140"/>
                  <a:pt x="114" y="134"/>
                  <a:pt x="124" y="124"/>
                </a:cubicBezTo>
                <a:cubicBezTo>
                  <a:pt x="134" y="115"/>
                  <a:pt x="140" y="101"/>
                  <a:pt x="140" y="86"/>
                </a:cubicBezTo>
                <a:cubicBezTo>
                  <a:pt x="140" y="71"/>
                  <a:pt x="134" y="58"/>
                  <a:pt x="124" y="48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/>
          <a:lstStyle/>
          <a:p>
            <a:endParaRPr lang="zh-CN" altLang="en-US" sz="2400"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83FE4A42-703E-BFE4-F38E-2770120C08A3}"/>
              </a:ext>
            </a:extLst>
          </p:cNvPr>
          <p:cNvGrpSpPr/>
          <p:nvPr/>
        </p:nvGrpSpPr>
        <p:grpSpPr>
          <a:xfrm>
            <a:off x="8558928" y="5111125"/>
            <a:ext cx="2654966" cy="1143452"/>
            <a:chOff x="1724025" y="4689693"/>
            <a:chExt cx="2654966" cy="1143452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5CE758A7-85D9-5473-2219-446E5FA74A6B}"/>
                </a:ext>
              </a:extLst>
            </p:cNvPr>
            <p:cNvSpPr txBox="1"/>
            <p:nvPr/>
          </p:nvSpPr>
          <p:spPr>
            <a:xfrm>
              <a:off x="1724026" y="5002789"/>
              <a:ext cx="2654965" cy="8303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10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根据自己的需要添加适当的文字，此处添加详细文本描述，建议与标题相关尽量简洁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... ...</a:t>
              </a: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30ECBE24-7343-9ACF-398E-A0EB9600C2B3}"/>
                </a:ext>
              </a:extLst>
            </p:cNvPr>
            <p:cNvSpPr txBox="1"/>
            <p:nvPr/>
          </p:nvSpPr>
          <p:spPr>
            <a:xfrm>
              <a:off x="1724025" y="4689693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Pain</a:t>
              </a:r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 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point</a:t>
              </a:r>
              <a:endPara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12DEE5AB-C38E-07E0-DAED-BBDF4AC8BC54}"/>
              </a:ext>
            </a:extLst>
          </p:cNvPr>
          <p:cNvGrpSpPr/>
          <p:nvPr/>
        </p:nvGrpSpPr>
        <p:grpSpPr>
          <a:xfrm>
            <a:off x="978106" y="3906183"/>
            <a:ext cx="3097244" cy="889536"/>
            <a:chOff x="2104398" y="4689693"/>
            <a:chExt cx="3097244" cy="889536"/>
          </a:xfrm>
        </p:grpSpPr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D987983D-B179-676F-FD52-26831A9EDF15}"/>
                </a:ext>
              </a:extLst>
            </p:cNvPr>
            <p:cNvSpPr txBox="1"/>
            <p:nvPr/>
          </p:nvSpPr>
          <p:spPr>
            <a:xfrm>
              <a:off x="2104398" y="5002789"/>
              <a:ext cx="3097243" cy="576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10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根据自己的需要添加适当的文字，此处添加详细文本描述，建议与标题相关尽量简洁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... ...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0A07D164-B8DD-9C8D-46B9-5D75FC7F30EA}"/>
                </a:ext>
              </a:extLst>
            </p:cNvPr>
            <p:cNvSpPr txBox="1"/>
            <p:nvPr/>
          </p:nvSpPr>
          <p:spPr>
            <a:xfrm>
              <a:off x="2966075" y="4689693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r"/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Solution</a:t>
              </a:r>
              <a:endPara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C67C5722-1629-5A26-2A81-8225A1C1F7A1}"/>
              </a:ext>
            </a:extLst>
          </p:cNvPr>
          <p:cNvGrpSpPr/>
          <p:nvPr/>
        </p:nvGrpSpPr>
        <p:grpSpPr>
          <a:xfrm>
            <a:off x="7624270" y="2767589"/>
            <a:ext cx="3156653" cy="889536"/>
            <a:chOff x="1724025" y="4689693"/>
            <a:chExt cx="3156653" cy="889536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A686F1C-2614-DC55-E8C3-290FFBFF82E6}"/>
                </a:ext>
              </a:extLst>
            </p:cNvPr>
            <p:cNvSpPr txBox="1"/>
            <p:nvPr/>
          </p:nvSpPr>
          <p:spPr>
            <a:xfrm>
              <a:off x="1724026" y="5002789"/>
              <a:ext cx="3156652" cy="576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100" b="0" i="0">
                  <a:solidFill>
                    <a:schemeClr val="bg1">
                      <a:lumMod val="50000"/>
                    </a:schemeClr>
                  </a:solidFill>
                  <a:effectLst/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zh-CN" altLang="en-US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根据自己的需要添加适当的文字，此处添加详细文本描述，建议与标题相关尽量简洁</a:t>
              </a:r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... ...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AFB2CCCA-1691-02DE-D97A-9398CC319C68}"/>
                </a:ext>
              </a:extLst>
            </p:cNvPr>
            <p:cNvSpPr txBox="1"/>
            <p:nvPr/>
          </p:nvSpPr>
          <p:spPr>
            <a:xfrm>
              <a:off x="1724025" y="4689693"/>
              <a:ext cx="22355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HarmonyOS Sans SC Light" panose="00000400000000000000" pitchFamily="2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r>
                <a:rPr lang="en-US" altLang="zh-CN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n-lt"/>
                  <a:ea typeface="+mn-ea"/>
                  <a:cs typeface="+mn-ea"/>
                  <a:sym typeface="+mn-lt"/>
                </a:rPr>
                <a:t>Future</a:t>
              </a:r>
              <a:endParaRPr lang="zh-CN" alt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</p:grpSp>
      <p:sp>
        <p:nvSpPr>
          <p:cNvPr id="12" name="梯形 11">
            <a:extLst>
              <a:ext uri="{FF2B5EF4-FFF2-40B4-BE49-F238E27FC236}">
                <a16:creationId xmlns:a16="http://schemas.microsoft.com/office/drawing/2014/main" id="{C64C4422-BA26-B978-E4EA-E359F7C6F089}"/>
              </a:ext>
            </a:extLst>
          </p:cNvPr>
          <p:cNvSpPr/>
          <p:nvPr/>
        </p:nvSpPr>
        <p:spPr>
          <a:xfrm>
            <a:off x="4748897" y="2435805"/>
            <a:ext cx="2677365" cy="395356"/>
          </a:xfrm>
          <a:prstGeom prst="trapezoid">
            <a:avLst>
              <a:gd name="adj" fmla="val 114141"/>
            </a:avLst>
          </a:prstGeom>
          <a:solidFill>
            <a:srgbClr val="E09292"/>
          </a:solid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zh-CN" altLang="en-US" sz="3000" b="1">
              <a:solidFill>
                <a:schemeClr val="bg1"/>
              </a:solidFill>
              <a:cs typeface="+mn-ea"/>
            </a:endParaRPr>
          </a:p>
        </p:txBody>
      </p:sp>
      <p:sp>
        <p:nvSpPr>
          <p:cNvPr id="13" name="Shape 4114">
            <a:extLst>
              <a:ext uri="{FF2B5EF4-FFF2-40B4-BE49-F238E27FC236}">
                <a16:creationId xmlns:a16="http://schemas.microsoft.com/office/drawing/2014/main" id="{BE1BE2B4-E7A6-0775-7B57-5D21BFFDF5E5}"/>
              </a:ext>
            </a:extLst>
          </p:cNvPr>
          <p:cNvSpPr/>
          <p:nvPr/>
        </p:nvSpPr>
        <p:spPr bwMode="auto">
          <a:xfrm>
            <a:off x="5696084" y="1467179"/>
            <a:ext cx="799831" cy="919793"/>
          </a:xfrm>
          <a:custGeom>
            <a:avLst/>
            <a:gdLst>
              <a:gd name="T0" fmla="*/ 845750 w 21600"/>
              <a:gd name="T1" fmla="*/ 864591 h 21600"/>
              <a:gd name="T2" fmla="*/ 845750 w 21600"/>
              <a:gd name="T3" fmla="*/ 864591 h 21600"/>
              <a:gd name="T4" fmla="*/ 845750 w 21600"/>
              <a:gd name="T5" fmla="*/ 864591 h 21600"/>
              <a:gd name="T6" fmla="*/ 845750 w 21600"/>
              <a:gd name="T7" fmla="*/ 864591 h 21600"/>
              <a:gd name="T8" fmla="*/ 0 60000 65536"/>
              <a:gd name="T9" fmla="*/ 5898240 60000 65536"/>
              <a:gd name="T10" fmla="*/ 11796480 60000 65536"/>
              <a:gd name="T11" fmla="*/ 1769472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1600" h="21600" extrusionOk="0">
                <a:moveTo>
                  <a:pt x="1735" y="3821"/>
                </a:moveTo>
                <a:lnTo>
                  <a:pt x="4745" y="3821"/>
                </a:lnTo>
                <a:cubicBezTo>
                  <a:pt x="4832" y="6659"/>
                  <a:pt x="5371" y="8569"/>
                  <a:pt x="6052" y="9978"/>
                </a:cubicBezTo>
                <a:cubicBezTo>
                  <a:pt x="3968" y="8590"/>
                  <a:pt x="2022" y="6988"/>
                  <a:pt x="1735" y="3821"/>
                </a:cubicBezTo>
                <a:close/>
                <a:moveTo>
                  <a:pt x="10800" y="1439"/>
                </a:moveTo>
                <a:cubicBezTo>
                  <a:pt x="14079" y="1438"/>
                  <a:pt x="15359" y="2749"/>
                  <a:pt x="15358" y="3236"/>
                </a:cubicBezTo>
                <a:cubicBezTo>
                  <a:pt x="15358" y="3725"/>
                  <a:pt x="14080" y="5035"/>
                  <a:pt x="10800" y="5038"/>
                </a:cubicBezTo>
                <a:cubicBezTo>
                  <a:pt x="7521" y="5035"/>
                  <a:pt x="6242" y="3725"/>
                  <a:pt x="6242" y="3236"/>
                </a:cubicBezTo>
                <a:cubicBezTo>
                  <a:pt x="6241" y="2749"/>
                  <a:pt x="7521" y="1438"/>
                  <a:pt x="10800" y="1439"/>
                </a:cubicBezTo>
                <a:close/>
                <a:moveTo>
                  <a:pt x="15548" y="9978"/>
                </a:moveTo>
                <a:cubicBezTo>
                  <a:pt x="16230" y="8569"/>
                  <a:pt x="16768" y="6659"/>
                  <a:pt x="16855" y="3821"/>
                </a:cubicBezTo>
                <a:lnTo>
                  <a:pt x="19866" y="3821"/>
                </a:lnTo>
                <a:cubicBezTo>
                  <a:pt x="19580" y="6988"/>
                  <a:pt x="17632" y="8590"/>
                  <a:pt x="15548" y="9978"/>
                </a:cubicBezTo>
                <a:close/>
                <a:moveTo>
                  <a:pt x="12216" y="15911"/>
                </a:moveTo>
                <a:cubicBezTo>
                  <a:pt x="12216" y="14207"/>
                  <a:pt x="13537" y="13266"/>
                  <a:pt x="15690" y="11871"/>
                </a:cubicBezTo>
                <a:cubicBezTo>
                  <a:pt x="18323" y="10163"/>
                  <a:pt x="21600" y="8040"/>
                  <a:pt x="21600" y="2998"/>
                </a:cubicBezTo>
                <a:cubicBezTo>
                  <a:pt x="21600" y="2544"/>
                  <a:pt x="21220" y="2177"/>
                  <a:pt x="20750" y="2177"/>
                </a:cubicBezTo>
                <a:lnTo>
                  <a:pt x="16635" y="2177"/>
                </a:lnTo>
                <a:cubicBezTo>
                  <a:pt x="16053" y="1125"/>
                  <a:pt x="14320" y="0"/>
                  <a:pt x="10800" y="0"/>
                </a:cubicBezTo>
                <a:cubicBezTo>
                  <a:pt x="7281" y="0"/>
                  <a:pt x="5547" y="1125"/>
                  <a:pt x="4966" y="2177"/>
                </a:cubicBezTo>
                <a:lnTo>
                  <a:pt x="850" y="2177"/>
                </a:lnTo>
                <a:cubicBezTo>
                  <a:pt x="380" y="2177"/>
                  <a:pt x="0" y="2544"/>
                  <a:pt x="0" y="2998"/>
                </a:cubicBezTo>
                <a:cubicBezTo>
                  <a:pt x="0" y="8040"/>
                  <a:pt x="3277" y="10163"/>
                  <a:pt x="5912" y="11871"/>
                </a:cubicBezTo>
                <a:cubicBezTo>
                  <a:pt x="8065" y="13266"/>
                  <a:pt x="9384" y="14207"/>
                  <a:pt x="9384" y="15911"/>
                </a:cubicBezTo>
                <a:lnTo>
                  <a:pt x="9384" y="17450"/>
                </a:lnTo>
                <a:cubicBezTo>
                  <a:pt x="7122" y="17696"/>
                  <a:pt x="5461" y="18514"/>
                  <a:pt x="5461" y="19487"/>
                </a:cubicBezTo>
                <a:cubicBezTo>
                  <a:pt x="5461" y="20654"/>
                  <a:pt x="7851" y="21600"/>
                  <a:pt x="10800" y="21600"/>
                </a:cubicBezTo>
                <a:cubicBezTo>
                  <a:pt x="13749" y="21600"/>
                  <a:pt x="16139" y="20654"/>
                  <a:pt x="16139" y="19487"/>
                </a:cubicBezTo>
                <a:cubicBezTo>
                  <a:pt x="16139" y="18514"/>
                  <a:pt x="14478" y="17696"/>
                  <a:pt x="12216" y="17450"/>
                </a:cubicBezTo>
                <a:cubicBezTo>
                  <a:pt x="12216" y="17450"/>
                  <a:pt x="12216" y="15911"/>
                  <a:pt x="12216" y="15911"/>
                </a:cubicBezTo>
                <a:close/>
              </a:path>
            </a:pathLst>
          </a:custGeom>
          <a:solidFill>
            <a:srgbClr val="535B6E"/>
          </a:solidFill>
          <a:ln>
            <a:noFill/>
          </a:ln>
          <a:effectLst/>
        </p:spPr>
        <p:txBody>
          <a:bodyPr lIns="0" tIns="0" rIns="0" bIns="0" rtlCol="0" anchor="ctr"/>
          <a:lstStyle/>
          <a:p>
            <a:pPr algn="ctr"/>
            <a:endParaRPr lang="id-ID" sz="3000" b="1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25762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57E53-B36D-0697-A1E8-4A545261E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文本框 457">
            <a:extLst>
              <a:ext uri="{FF2B5EF4-FFF2-40B4-BE49-F238E27FC236}">
                <a16:creationId xmlns:a16="http://schemas.microsoft.com/office/drawing/2014/main" id="{6AE67E6A-5E92-C936-14C7-D223D265046D}"/>
              </a:ext>
            </a:extLst>
          </p:cNvPr>
          <p:cNvSpPr txBox="1"/>
          <p:nvPr/>
        </p:nvSpPr>
        <p:spPr>
          <a:xfrm>
            <a:off x="2233983" y="1893448"/>
            <a:ext cx="776212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8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Product</a:t>
            </a:r>
            <a:r>
              <a:rPr lang="zh-CN" altLang="en-US" sz="88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 </a:t>
            </a:r>
            <a:r>
              <a:rPr lang="en-US" altLang="zh-CN" sz="8800" dirty="0">
                <a:latin typeface="Aa厚底黑" panose="00020600040101010101" pitchFamily="18" charset="-122"/>
                <a:ea typeface="Aa厚底黑" panose="00020600040101010101" pitchFamily="18" charset="-122"/>
                <a:cs typeface="+mn-ea"/>
                <a:sym typeface="+mn-lt"/>
              </a:rPr>
              <a:t>name</a:t>
            </a:r>
            <a:endParaRPr lang="zh-CN" altLang="en-US" sz="8800" dirty="0">
              <a:latin typeface="Aa厚底黑" panose="00020600040101010101" pitchFamily="18" charset="-122"/>
              <a:ea typeface="Aa厚底黑" panose="00020600040101010101" pitchFamily="18" charset="-122"/>
              <a:cs typeface="+mn-ea"/>
              <a:sym typeface="+mn-lt"/>
            </a:endParaRPr>
          </a:p>
        </p:txBody>
      </p:sp>
      <p:sp>
        <p:nvSpPr>
          <p:cNvPr id="465" name="文本框 464">
            <a:extLst>
              <a:ext uri="{FF2B5EF4-FFF2-40B4-BE49-F238E27FC236}">
                <a16:creationId xmlns:a16="http://schemas.microsoft.com/office/drawing/2014/main" id="{3571B1FA-F256-4FDF-1E4F-E243CCD30157}"/>
              </a:ext>
            </a:extLst>
          </p:cNvPr>
          <p:cNvSpPr txBox="1"/>
          <p:nvPr/>
        </p:nvSpPr>
        <p:spPr>
          <a:xfrm>
            <a:off x="4110227" y="4393348"/>
            <a:ext cx="3971546" cy="316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100" dirty="0">
                <a:solidFill>
                  <a:srgbClr val="263238"/>
                </a:solidFill>
                <a:cs typeface="+mn-ea"/>
                <a:sym typeface="+mn-lt"/>
              </a:rPr>
              <a:t>People</a:t>
            </a:r>
            <a:r>
              <a:rPr lang="zh-CN" altLang="en-US" sz="1100" dirty="0">
                <a:solidFill>
                  <a:srgbClr val="263238"/>
                </a:solidFill>
                <a:cs typeface="+mn-ea"/>
                <a:sym typeface="+mn-lt"/>
              </a:rPr>
              <a:t>！！</a:t>
            </a:r>
          </a:p>
        </p:txBody>
      </p:sp>
      <p:grpSp>
        <p:nvGrpSpPr>
          <p:cNvPr id="477" name="组合 476">
            <a:extLst>
              <a:ext uri="{FF2B5EF4-FFF2-40B4-BE49-F238E27FC236}">
                <a16:creationId xmlns:a16="http://schemas.microsoft.com/office/drawing/2014/main" id="{954C0737-C781-433F-E33B-FF1C9A4FFD9B}"/>
              </a:ext>
            </a:extLst>
          </p:cNvPr>
          <p:cNvGrpSpPr/>
          <p:nvPr/>
        </p:nvGrpSpPr>
        <p:grpSpPr>
          <a:xfrm>
            <a:off x="2949510" y="3518002"/>
            <a:ext cx="6331072" cy="733657"/>
            <a:chOff x="2949510" y="3329680"/>
            <a:chExt cx="6331072" cy="733657"/>
          </a:xfrm>
        </p:grpSpPr>
        <p:sp>
          <p:nvSpPr>
            <p:cNvPr id="472" name="任意多边形: 形状 471">
              <a:extLst>
                <a:ext uri="{FF2B5EF4-FFF2-40B4-BE49-F238E27FC236}">
                  <a16:creationId xmlns:a16="http://schemas.microsoft.com/office/drawing/2014/main" id="{1954CC46-200F-1CCB-CF2A-F009FDB17674}"/>
                </a:ext>
              </a:extLst>
            </p:cNvPr>
            <p:cNvSpPr/>
            <p:nvPr/>
          </p:nvSpPr>
          <p:spPr>
            <a:xfrm flipH="1">
              <a:off x="2949510" y="3329680"/>
              <a:ext cx="6331072" cy="733657"/>
            </a:xfrm>
            <a:custGeom>
              <a:avLst/>
              <a:gdLst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29907 w 6127268"/>
                <a:gd name="connsiteY32" fmla="*/ 243727 h 917430"/>
                <a:gd name="connsiteX33" fmla="*/ 681 w 6127268"/>
                <a:gd name="connsiteY33" fmla="*/ 170402 h 917430"/>
                <a:gd name="connsiteX34" fmla="*/ 18735 w 6127268"/>
                <a:gd name="connsiteY34" fmla="*/ 92764 h 917430"/>
                <a:gd name="connsiteX35" fmla="*/ 185861 w 6127268"/>
                <a:gd name="connsiteY35" fmla="*/ 3843 h 917430"/>
                <a:gd name="connsiteX36" fmla="*/ 245451 w 6127268"/>
                <a:gd name="connsiteY36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681 w 6127268"/>
                <a:gd name="connsiteY32" fmla="*/ 170402 h 917430"/>
                <a:gd name="connsiteX33" fmla="*/ 18735 w 6127268"/>
                <a:gd name="connsiteY33" fmla="*/ 92764 h 917430"/>
                <a:gd name="connsiteX34" fmla="*/ 185861 w 6127268"/>
                <a:gd name="connsiteY34" fmla="*/ 3843 h 917430"/>
                <a:gd name="connsiteX35" fmla="*/ 245451 w 6127268"/>
                <a:gd name="connsiteY35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735 w 6127268"/>
                <a:gd name="connsiteY32" fmla="*/ 92764 h 917430"/>
                <a:gd name="connsiteX33" fmla="*/ 185861 w 6127268"/>
                <a:gd name="connsiteY33" fmla="*/ 3843 h 917430"/>
                <a:gd name="connsiteX34" fmla="*/ 245451 w 6127268"/>
                <a:gd name="connsiteY34" fmla="*/ 48 h 917430"/>
                <a:gd name="connsiteX0" fmla="*/ 245451 w 6127268"/>
                <a:gd name="connsiteY0" fmla="*/ 48 h 917430"/>
                <a:gd name="connsiteX1" fmla="*/ 408809 w 6127268"/>
                <a:gd name="connsiteY1" fmla="*/ 37739 h 917430"/>
                <a:gd name="connsiteX2" fmla="*/ 629531 w 6127268"/>
                <a:gd name="connsiteY2" fmla="*/ 130287 h 917430"/>
                <a:gd name="connsiteX3" fmla="*/ 974312 w 6127268"/>
                <a:gd name="connsiteY3" fmla="*/ 171387 h 917430"/>
                <a:gd name="connsiteX4" fmla="*/ 2055319 w 6127268"/>
                <a:gd name="connsiteY4" fmla="*/ 176513 h 917430"/>
                <a:gd name="connsiteX5" fmla="*/ 3186669 w 6127268"/>
                <a:gd name="connsiteY5" fmla="*/ 105385 h 917430"/>
                <a:gd name="connsiteX6" fmla="*/ 3887620 w 6127268"/>
                <a:gd name="connsiteY6" fmla="*/ 46104 h 917430"/>
                <a:gd name="connsiteX7" fmla="*/ 4556635 w 6127268"/>
                <a:gd name="connsiteY7" fmla="*/ 18881 h 917430"/>
                <a:gd name="connsiteX8" fmla="*/ 5167088 w 6127268"/>
                <a:gd name="connsiteY8" fmla="*/ 67138 h 917430"/>
                <a:gd name="connsiteX9" fmla="*/ 5906224 w 6127268"/>
                <a:gd name="connsiteY9" fmla="*/ 263839 h 917430"/>
                <a:gd name="connsiteX10" fmla="*/ 6059223 w 6127268"/>
                <a:gd name="connsiteY10" fmla="*/ 342074 h 917430"/>
                <a:gd name="connsiteX11" fmla="*/ 6113589 w 6127268"/>
                <a:gd name="connsiteY11" fmla="*/ 513776 h 917430"/>
                <a:gd name="connsiteX12" fmla="*/ 6090612 w 6127268"/>
                <a:gd name="connsiteY12" fmla="*/ 544202 h 917430"/>
                <a:gd name="connsiteX13" fmla="*/ 6121691 w 6127268"/>
                <a:gd name="connsiteY13" fmla="*/ 585147 h 917430"/>
                <a:gd name="connsiteX14" fmla="*/ 6113633 w 6127268"/>
                <a:gd name="connsiteY14" fmla="*/ 674072 h 917430"/>
                <a:gd name="connsiteX15" fmla="*/ 6121691 w 6127268"/>
                <a:gd name="connsiteY15" fmla="*/ 684688 h 917430"/>
                <a:gd name="connsiteX16" fmla="*/ 6113589 w 6127268"/>
                <a:gd name="connsiteY16" fmla="*/ 774093 h 917430"/>
                <a:gd name="connsiteX17" fmla="*/ 5874802 w 6127268"/>
                <a:gd name="connsiteY17" fmla="*/ 909531 h 917430"/>
                <a:gd name="connsiteX18" fmla="*/ 5545260 w 6127268"/>
                <a:gd name="connsiteY18" fmla="*/ 868962 h 917430"/>
                <a:gd name="connsiteX19" fmla="*/ 5124450 w 6127268"/>
                <a:gd name="connsiteY19" fmla="*/ 734347 h 917430"/>
                <a:gd name="connsiteX20" fmla="*/ 4649702 w 6127268"/>
                <a:gd name="connsiteY20" fmla="*/ 677725 h 917430"/>
                <a:gd name="connsiteX21" fmla="*/ 4025807 w 6127268"/>
                <a:gd name="connsiteY21" fmla="*/ 678354 h 917430"/>
                <a:gd name="connsiteX22" fmla="*/ 3229906 w 6127268"/>
                <a:gd name="connsiteY22" fmla="*/ 740971 h 917430"/>
                <a:gd name="connsiteX23" fmla="*/ 2356693 w 6127268"/>
                <a:gd name="connsiteY23" fmla="*/ 798222 h 917430"/>
                <a:gd name="connsiteX24" fmla="*/ 1620040 w 6127268"/>
                <a:gd name="connsiteY24" fmla="*/ 819884 h 917430"/>
                <a:gd name="connsiteX25" fmla="*/ 774053 w 6127268"/>
                <a:gd name="connsiteY25" fmla="*/ 785892 h 917430"/>
                <a:gd name="connsiteX26" fmla="*/ 301958 w 6127268"/>
                <a:gd name="connsiteY26" fmla="*/ 687541 h 917430"/>
                <a:gd name="connsiteX27" fmla="*/ 31235 w 6127268"/>
                <a:gd name="connsiteY27" fmla="*/ 507377 h 917430"/>
                <a:gd name="connsiteX28" fmla="*/ 681 w 6127268"/>
                <a:gd name="connsiteY28" fmla="*/ 430719 h 917430"/>
                <a:gd name="connsiteX29" fmla="*/ 15300 w 6127268"/>
                <a:gd name="connsiteY29" fmla="*/ 367855 h 917430"/>
                <a:gd name="connsiteX30" fmla="*/ 681 w 6127268"/>
                <a:gd name="connsiteY30" fmla="*/ 331178 h 917430"/>
                <a:gd name="connsiteX31" fmla="*/ 18735 w 6127268"/>
                <a:gd name="connsiteY31" fmla="*/ 253540 h 917430"/>
                <a:gd name="connsiteX32" fmla="*/ 185861 w 6127268"/>
                <a:gd name="connsiteY32" fmla="*/ 3843 h 917430"/>
                <a:gd name="connsiteX33" fmla="*/ 245451 w 6127268"/>
                <a:gd name="connsiteY33" fmla="*/ 48 h 917430"/>
                <a:gd name="connsiteX0" fmla="*/ 245451 w 6127268"/>
                <a:gd name="connsiteY0" fmla="*/ 0 h 917382"/>
                <a:gd name="connsiteX1" fmla="*/ 408809 w 6127268"/>
                <a:gd name="connsiteY1" fmla="*/ 37691 h 917382"/>
                <a:gd name="connsiteX2" fmla="*/ 629531 w 6127268"/>
                <a:gd name="connsiteY2" fmla="*/ 130239 h 917382"/>
                <a:gd name="connsiteX3" fmla="*/ 974312 w 6127268"/>
                <a:gd name="connsiteY3" fmla="*/ 171339 h 917382"/>
                <a:gd name="connsiteX4" fmla="*/ 2055319 w 6127268"/>
                <a:gd name="connsiteY4" fmla="*/ 176465 h 917382"/>
                <a:gd name="connsiteX5" fmla="*/ 3186669 w 6127268"/>
                <a:gd name="connsiteY5" fmla="*/ 105337 h 917382"/>
                <a:gd name="connsiteX6" fmla="*/ 3887620 w 6127268"/>
                <a:gd name="connsiteY6" fmla="*/ 46056 h 917382"/>
                <a:gd name="connsiteX7" fmla="*/ 4556635 w 6127268"/>
                <a:gd name="connsiteY7" fmla="*/ 18833 h 917382"/>
                <a:gd name="connsiteX8" fmla="*/ 5167088 w 6127268"/>
                <a:gd name="connsiteY8" fmla="*/ 67090 h 917382"/>
                <a:gd name="connsiteX9" fmla="*/ 5906224 w 6127268"/>
                <a:gd name="connsiteY9" fmla="*/ 263791 h 917382"/>
                <a:gd name="connsiteX10" fmla="*/ 6059223 w 6127268"/>
                <a:gd name="connsiteY10" fmla="*/ 342026 h 917382"/>
                <a:gd name="connsiteX11" fmla="*/ 6113589 w 6127268"/>
                <a:gd name="connsiteY11" fmla="*/ 513728 h 917382"/>
                <a:gd name="connsiteX12" fmla="*/ 6090612 w 6127268"/>
                <a:gd name="connsiteY12" fmla="*/ 544154 h 917382"/>
                <a:gd name="connsiteX13" fmla="*/ 6121691 w 6127268"/>
                <a:gd name="connsiteY13" fmla="*/ 585099 h 917382"/>
                <a:gd name="connsiteX14" fmla="*/ 6113633 w 6127268"/>
                <a:gd name="connsiteY14" fmla="*/ 674024 h 917382"/>
                <a:gd name="connsiteX15" fmla="*/ 6121691 w 6127268"/>
                <a:gd name="connsiteY15" fmla="*/ 684640 h 917382"/>
                <a:gd name="connsiteX16" fmla="*/ 6113589 w 6127268"/>
                <a:gd name="connsiteY16" fmla="*/ 774045 h 917382"/>
                <a:gd name="connsiteX17" fmla="*/ 5874802 w 6127268"/>
                <a:gd name="connsiteY17" fmla="*/ 909483 h 917382"/>
                <a:gd name="connsiteX18" fmla="*/ 5545260 w 6127268"/>
                <a:gd name="connsiteY18" fmla="*/ 868914 h 917382"/>
                <a:gd name="connsiteX19" fmla="*/ 5124450 w 6127268"/>
                <a:gd name="connsiteY19" fmla="*/ 734299 h 917382"/>
                <a:gd name="connsiteX20" fmla="*/ 4649702 w 6127268"/>
                <a:gd name="connsiteY20" fmla="*/ 677677 h 917382"/>
                <a:gd name="connsiteX21" fmla="*/ 4025807 w 6127268"/>
                <a:gd name="connsiteY21" fmla="*/ 678306 h 917382"/>
                <a:gd name="connsiteX22" fmla="*/ 3229906 w 6127268"/>
                <a:gd name="connsiteY22" fmla="*/ 740923 h 917382"/>
                <a:gd name="connsiteX23" fmla="*/ 2356693 w 6127268"/>
                <a:gd name="connsiteY23" fmla="*/ 798174 h 917382"/>
                <a:gd name="connsiteX24" fmla="*/ 1620040 w 6127268"/>
                <a:gd name="connsiteY24" fmla="*/ 819836 h 917382"/>
                <a:gd name="connsiteX25" fmla="*/ 774053 w 6127268"/>
                <a:gd name="connsiteY25" fmla="*/ 785844 h 917382"/>
                <a:gd name="connsiteX26" fmla="*/ 301958 w 6127268"/>
                <a:gd name="connsiteY26" fmla="*/ 687493 h 917382"/>
                <a:gd name="connsiteX27" fmla="*/ 31235 w 6127268"/>
                <a:gd name="connsiteY27" fmla="*/ 507329 h 917382"/>
                <a:gd name="connsiteX28" fmla="*/ 681 w 6127268"/>
                <a:gd name="connsiteY28" fmla="*/ 430671 h 917382"/>
                <a:gd name="connsiteX29" fmla="*/ 15300 w 6127268"/>
                <a:gd name="connsiteY29" fmla="*/ 367807 h 917382"/>
                <a:gd name="connsiteX30" fmla="*/ 681 w 6127268"/>
                <a:gd name="connsiteY30" fmla="*/ 331130 h 917382"/>
                <a:gd name="connsiteX31" fmla="*/ 18735 w 6127268"/>
                <a:gd name="connsiteY31" fmla="*/ 253492 h 917382"/>
                <a:gd name="connsiteX32" fmla="*/ 245451 w 6127268"/>
                <a:gd name="connsiteY32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4619 w 6126587"/>
                <a:gd name="connsiteY29" fmla="*/ 367807 h 917382"/>
                <a:gd name="connsiteX30" fmla="*/ 18054 w 6126587"/>
                <a:gd name="connsiteY30" fmla="*/ 253492 h 917382"/>
                <a:gd name="connsiteX31" fmla="*/ 244770 w 6126587"/>
                <a:gd name="connsiteY31" fmla="*/ 0 h 917382"/>
                <a:gd name="connsiteX0" fmla="*/ 244770 w 6126587"/>
                <a:gd name="connsiteY0" fmla="*/ 0 h 917382"/>
                <a:gd name="connsiteX1" fmla="*/ 408128 w 6126587"/>
                <a:gd name="connsiteY1" fmla="*/ 37691 h 917382"/>
                <a:gd name="connsiteX2" fmla="*/ 628850 w 6126587"/>
                <a:gd name="connsiteY2" fmla="*/ 130239 h 917382"/>
                <a:gd name="connsiteX3" fmla="*/ 973631 w 6126587"/>
                <a:gd name="connsiteY3" fmla="*/ 171339 h 917382"/>
                <a:gd name="connsiteX4" fmla="*/ 2054638 w 6126587"/>
                <a:gd name="connsiteY4" fmla="*/ 176465 h 917382"/>
                <a:gd name="connsiteX5" fmla="*/ 3185988 w 6126587"/>
                <a:gd name="connsiteY5" fmla="*/ 105337 h 917382"/>
                <a:gd name="connsiteX6" fmla="*/ 3886939 w 6126587"/>
                <a:gd name="connsiteY6" fmla="*/ 46056 h 917382"/>
                <a:gd name="connsiteX7" fmla="*/ 4555954 w 6126587"/>
                <a:gd name="connsiteY7" fmla="*/ 18833 h 917382"/>
                <a:gd name="connsiteX8" fmla="*/ 5166407 w 6126587"/>
                <a:gd name="connsiteY8" fmla="*/ 67090 h 917382"/>
                <a:gd name="connsiteX9" fmla="*/ 5905543 w 6126587"/>
                <a:gd name="connsiteY9" fmla="*/ 263791 h 917382"/>
                <a:gd name="connsiteX10" fmla="*/ 6058542 w 6126587"/>
                <a:gd name="connsiteY10" fmla="*/ 342026 h 917382"/>
                <a:gd name="connsiteX11" fmla="*/ 6112908 w 6126587"/>
                <a:gd name="connsiteY11" fmla="*/ 513728 h 917382"/>
                <a:gd name="connsiteX12" fmla="*/ 6089931 w 6126587"/>
                <a:gd name="connsiteY12" fmla="*/ 544154 h 917382"/>
                <a:gd name="connsiteX13" fmla="*/ 6121010 w 6126587"/>
                <a:gd name="connsiteY13" fmla="*/ 585099 h 917382"/>
                <a:gd name="connsiteX14" fmla="*/ 6112952 w 6126587"/>
                <a:gd name="connsiteY14" fmla="*/ 674024 h 917382"/>
                <a:gd name="connsiteX15" fmla="*/ 6121010 w 6126587"/>
                <a:gd name="connsiteY15" fmla="*/ 684640 h 917382"/>
                <a:gd name="connsiteX16" fmla="*/ 6112908 w 6126587"/>
                <a:gd name="connsiteY16" fmla="*/ 774045 h 917382"/>
                <a:gd name="connsiteX17" fmla="*/ 5874121 w 6126587"/>
                <a:gd name="connsiteY17" fmla="*/ 909483 h 917382"/>
                <a:gd name="connsiteX18" fmla="*/ 5544579 w 6126587"/>
                <a:gd name="connsiteY18" fmla="*/ 868914 h 917382"/>
                <a:gd name="connsiteX19" fmla="*/ 5123769 w 6126587"/>
                <a:gd name="connsiteY19" fmla="*/ 734299 h 917382"/>
                <a:gd name="connsiteX20" fmla="*/ 4649021 w 6126587"/>
                <a:gd name="connsiteY20" fmla="*/ 677677 h 917382"/>
                <a:gd name="connsiteX21" fmla="*/ 4025126 w 6126587"/>
                <a:gd name="connsiteY21" fmla="*/ 678306 h 917382"/>
                <a:gd name="connsiteX22" fmla="*/ 3229225 w 6126587"/>
                <a:gd name="connsiteY22" fmla="*/ 740923 h 917382"/>
                <a:gd name="connsiteX23" fmla="*/ 2356012 w 6126587"/>
                <a:gd name="connsiteY23" fmla="*/ 798174 h 917382"/>
                <a:gd name="connsiteX24" fmla="*/ 1619359 w 6126587"/>
                <a:gd name="connsiteY24" fmla="*/ 819836 h 917382"/>
                <a:gd name="connsiteX25" fmla="*/ 773372 w 6126587"/>
                <a:gd name="connsiteY25" fmla="*/ 785844 h 917382"/>
                <a:gd name="connsiteX26" fmla="*/ 301277 w 6126587"/>
                <a:gd name="connsiteY26" fmla="*/ 687493 h 917382"/>
                <a:gd name="connsiteX27" fmla="*/ 30554 w 6126587"/>
                <a:gd name="connsiteY27" fmla="*/ 507329 h 917382"/>
                <a:gd name="connsiteX28" fmla="*/ 0 w 6126587"/>
                <a:gd name="connsiteY28" fmla="*/ 430671 h 917382"/>
                <a:gd name="connsiteX29" fmla="*/ 18054 w 6126587"/>
                <a:gd name="connsiteY29" fmla="*/ 253492 h 917382"/>
                <a:gd name="connsiteX30" fmla="*/ 244770 w 6126587"/>
                <a:gd name="connsiteY30" fmla="*/ 0 h 917382"/>
                <a:gd name="connsiteX0" fmla="*/ 251762 w 6133579"/>
                <a:gd name="connsiteY0" fmla="*/ 0 h 917382"/>
                <a:gd name="connsiteX1" fmla="*/ 415120 w 6133579"/>
                <a:gd name="connsiteY1" fmla="*/ 37691 h 917382"/>
                <a:gd name="connsiteX2" fmla="*/ 635842 w 6133579"/>
                <a:gd name="connsiteY2" fmla="*/ 130239 h 917382"/>
                <a:gd name="connsiteX3" fmla="*/ 980623 w 6133579"/>
                <a:gd name="connsiteY3" fmla="*/ 171339 h 917382"/>
                <a:gd name="connsiteX4" fmla="*/ 2061630 w 6133579"/>
                <a:gd name="connsiteY4" fmla="*/ 176465 h 917382"/>
                <a:gd name="connsiteX5" fmla="*/ 3192980 w 6133579"/>
                <a:gd name="connsiteY5" fmla="*/ 105337 h 917382"/>
                <a:gd name="connsiteX6" fmla="*/ 3893931 w 6133579"/>
                <a:gd name="connsiteY6" fmla="*/ 46056 h 917382"/>
                <a:gd name="connsiteX7" fmla="*/ 4562946 w 6133579"/>
                <a:gd name="connsiteY7" fmla="*/ 18833 h 917382"/>
                <a:gd name="connsiteX8" fmla="*/ 5173399 w 6133579"/>
                <a:gd name="connsiteY8" fmla="*/ 67090 h 917382"/>
                <a:gd name="connsiteX9" fmla="*/ 5912535 w 6133579"/>
                <a:gd name="connsiteY9" fmla="*/ 263791 h 917382"/>
                <a:gd name="connsiteX10" fmla="*/ 6065534 w 6133579"/>
                <a:gd name="connsiteY10" fmla="*/ 342026 h 917382"/>
                <a:gd name="connsiteX11" fmla="*/ 6119900 w 6133579"/>
                <a:gd name="connsiteY11" fmla="*/ 513728 h 917382"/>
                <a:gd name="connsiteX12" fmla="*/ 6096923 w 6133579"/>
                <a:gd name="connsiteY12" fmla="*/ 544154 h 917382"/>
                <a:gd name="connsiteX13" fmla="*/ 6128002 w 6133579"/>
                <a:gd name="connsiteY13" fmla="*/ 585099 h 917382"/>
                <a:gd name="connsiteX14" fmla="*/ 6119944 w 6133579"/>
                <a:gd name="connsiteY14" fmla="*/ 674024 h 917382"/>
                <a:gd name="connsiteX15" fmla="*/ 6128002 w 6133579"/>
                <a:gd name="connsiteY15" fmla="*/ 684640 h 917382"/>
                <a:gd name="connsiteX16" fmla="*/ 6119900 w 6133579"/>
                <a:gd name="connsiteY16" fmla="*/ 774045 h 917382"/>
                <a:gd name="connsiteX17" fmla="*/ 5881113 w 6133579"/>
                <a:gd name="connsiteY17" fmla="*/ 909483 h 917382"/>
                <a:gd name="connsiteX18" fmla="*/ 5551571 w 6133579"/>
                <a:gd name="connsiteY18" fmla="*/ 868914 h 917382"/>
                <a:gd name="connsiteX19" fmla="*/ 5130761 w 6133579"/>
                <a:gd name="connsiteY19" fmla="*/ 734299 h 917382"/>
                <a:gd name="connsiteX20" fmla="*/ 4656013 w 6133579"/>
                <a:gd name="connsiteY20" fmla="*/ 677677 h 917382"/>
                <a:gd name="connsiteX21" fmla="*/ 4032118 w 6133579"/>
                <a:gd name="connsiteY21" fmla="*/ 678306 h 917382"/>
                <a:gd name="connsiteX22" fmla="*/ 3236217 w 6133579"/>
                <a:gd name="connsiteY22" fmla="*/ 740923 h 917382"/>
                <a:gd name="connsiteX23" fmla="*/ 2363004 w 6133579"/>
                <a:gd name="connsiteY23" fmla="*/ 798174 h 917382"/>
                <a:gd name="connsiteX24" fmla="*/ 1626351 w 6133579"/>
                <a:gd name="connsiteY24" fmla="*/ 819836 h 917382"/>
                <a:gd name="connsiteX25" fmla="*/ 780364 w 6133579"/>
                <a:gd name="connsiteY25" fmla="*/ 785844 h 917382"/>
                <a:gd name="connsiteX26" fmla="*/ 308269 w 6133579"/>
                <a:gd name="connsiteY26" fmla="*/ 687493 h 917382"/>
                <a:gd name="connsiteX27" fmla="*/ 37546 w 6133579"/>
                <a:gd name="connsiteY27" fmla="*/ 507329 h 917382"/>
                <a:gd name="connsiteX28" fmla="*/ 25046 w 6133579"/>
                <a:gd name="connsiteY28" fmla="*/ 253492 h 917382"/>
                <a:gd name="connsiteX29" fmla="*/ 251762 w 6133579"/>
                <a:gd name="connsiteY29" fmla="*/ 0 h 917382"/>
                <a:gd name="connsiteX0" fmla="*/ 226716 w 6108533"/>
                <a:gd name="connsiteY0" fmla="*/ 0 h 917382"/>
                <a:gd name="connsiteX1" fmla="*/ 390074 w 6108533"/>
                <a:gd name="connsiteY1" fmla="*/ 37691 h 917382"/>
                <a:gd name="connsiteX2" fmla="*/ 610796 w 6108533"/>
                <a:gd name="connsiteY2" fmla="*/ 130239 h 917382"/>
                <a:gd name="connsiteX3" fmla="*/ 955577 w 6108533"/>
                <a:gd name="connsiteY3" fmla="*/ 171339 h 917382"/>
                <a:gd name="connsiteX4" fmla="*/ 2036584 w 6108533"/>
                <a:gd name="connsiteY4" fmla="*/ 176465 h 917382"/>
                <a:gd name="connsiteX5" fmla="*/ 3167934 w 6108533"/>
                <a:gd name="connsiteY5" fmla="*/ 105337 h 917382"/>
                <a:gd name="connsiteX6" fmla="*/ 3868885 w 6108533"/>
                <a:gd name="connsiteY6" fmla="*/ 46056 h 917382"/>
                <a:gd name="connsiteX7" fmla="*/ 4537900 w 6108533"/>
                <a:gd name="connsiteY7" fmla="*/ 18833 h 917382"/>
                <a:gd name="connsiteX8" fmla="*/ 5148353 w 6108533"/>
                <a:gd name="connsiteY8" fmla="*/ 67090 h 917382"/>
                <a:gd name="connsiteX9" fmla="*/ 5887489 w 6108533"/>
                <a:gd name="connsiteY9" fmla="*/ 263791 h 917382"/>
                <a:gd name="connsiteX10" fmla="*/ 6040488 w 6108533"/>
                <a:gd name="connsiteY10" fmla="*/ 342026 h 917382"/>
                <a:gd name="connsiteX11" fmla="*/ 6094854 w 6108533"/>
                <a:gd name="connsiteY11" fmla="*/ 513728 h 917382"/>
                <a:gd name="connsiteX12" fmla="*/ 6071877 w 6108533"/>
                <a:gd name="connsiteY12" fmla="*/ 544154 h 917382"/>
                <a:gd name="connsiteX13" fmla="*/ 6102956 w 6108533"/>
                <a:gd name="connsiteY13" fmla="*/ 585099 h 917382"/>
                <a:gd name="connsiteX14" fmla="*/ 6094898 w 6108533"/>
                <a:gd name="connsiteY14" fmla="*/ 674024 h 917382"/>
                <a:gd name="connsiteX15" fmla="*/ 6102956 w 6108533"/>
                <a:gd name="connsiteY15" fmla="*/ 684640 h 917382"/>
                <a:gd name="connsiteX16" fmla="*/ 6094854 w 6108533"/>
                <a:gd name="connsiteY16" fmla="*/ 774045 h 917382"/>
                <a:gd name="connsiteX17" fmla="*/ 5856067 w 6108533"/>
                <a:gd name="connsiteY17" fmla="*/ 909483 h 917382"/>
                <a:gd name="connsiteX18" fmla="*/ 5526525 w 6108533"/>
                <a:gd name="connsiteY18" fmla="*/ 868914 h 917382"/>
                <a:gd name="connsiteX19" fmla="*/ 5105715 w 6108533"/>
                <a:gd name="connsiteY19" fmla="*/ 734299 h 917382"/>
                <a:gd name="connsiteX20" fmla="*/ 4630967 w 6108533"/>
                <a:gd name="connsiteY20" fmla="*/ 677677 h 917382"/>
                <a:gd name="connsiteX21" fmla="*/ 4007072 w 6108533"/>
                <a:gd name="connsiteY21" fmla="*/ 678306 h 917382"/>
                <a:gd name="connsiteX22" fmla="*/ 3211171 w 6108533"/>
                <a:gd name="connsiteY22" fmla="*/ 740923 h 917382"/>
                <a:gd name="connsiteX23" fmla="*/ 2337958 w 6108533"/>
                <a:gd name="connsiteY23" fmla="*/ 798174 h 917382"/>
                <a:gd name="connsiteX24" fmla="*/ 1601305 w 6108533"/>
                <a:gd name="connsiteY24" fmla="*/ 819836 h 917382"/>
                <a:gd name="connsiteX25" fmla="*/ 755318 w 6108533"/>
                <a:gd name="connsiteY25" fmla="*/ 785844 h 917382"/>
                <a:gd name="connsiteX26" fmla="*/ 283223 w 6108533"/>
                <a:gd name="connsiteY26" fmla="*/ 687493 h 917382"/>
                <a:gd name="connsiteX27" fmla="*/ 0 w 6108533"/>
                <a:gd name="connsiteY27" fmla="*/ 253492 h 917382"/>
                <a:gd name="connsiteX28" fmla="*/ 226716 w 6108533"/>
                <a:gd name="connsiteY28" fmla="*/ 0 h 917382"/>
                <a:gd name="connsiteX0" fmla="*/ 13196 w 5895013"/>
                <a:gd name="connsiteY0" fmla="*/ 0 h 917382"/>
                <a:gd name="connsiteX1" fmla="*/ 176554 w 5895013"/>
                <a:gd name="connsiteY1" fmla="*/ 37691 h 917382"/>
                <a:gd name="connsiteX2" fmla="*/ 397276 w 5895013"/>
                <a:gd name="connsiteY2" fmla="*/ 130239 h 917382"/>
                <a:gd name="connsiteX3" fmla="*/ 742057 w 5895013"/>
                <a:gd name="connsiteY3" fmla="*/ 171339 h 917382"/>
                <a:gd name="connsiteX4" fmla="*/ 1823064 w 5895013"/>
                <a:gd name="connsiteY4" fmla="*/ 176465 h 917382"/>
                <a:gd name="connsiteX5" fmla="*/ 2954414 w 5895013"/>
                <a:gd name="connsiteY5" fmla="*/ 105337 h 917382"/>
                <a:gd name="connsiteX6" fmla="*/ 3655365 w 5895013"/>
                <a:gd name="connsiteY6" fmla="*/ 46056 h 917382"/>
                <a:gd name="connsiteX7" fmla="*/ 4324380 w 5895013"/>
                <a:gd name="connsiteY7" fmla="*/ 18833 h 917382"/>
                <a:gd name="connsiteX8" fmla="*/ 4934833 w 5895013"/>
                <a:gd name="connsiteY8" fmla="*/ 67090 h 917382"/>
                <a:gd name="connsiteX9" fmla="*/ 5673969 w 5895013"/>
                <a:gd name="connsiteY9" fmla="*/ 263791 h 917382"/>
                <a:gd name="connsiteX10" fmla="*/ 5826968 w 5895013"/>
                <a:gd name="connsiteY10" fmla="*/ 342026 h 917382"/>
                <a:gd name="connsiteX11" fmla="*/ 5881334 w 5895013"/>
                <a:gd name="connsiteY11" fmla="*/ 513728 h 917382"/>
                <a:gd name="connsiteX12" fmla="*/ 5858357 w 5895013"/>
                <a:gd name="connsiteY12" fmla="*/ 544154 h 917382"/>
                <a:gd name="connsiteX13" fmla="*/ 5889436 w 5895013"/>
                <a:gd name="connsiteY13" fmla="*/ 585099 h 917382"/>
                <a:gd name="connsiteX14" fmla="*/ 5881378 w 5895013"/>
                <a:gd name="connsiteY14" fmla="*/ 674024 h 917382"/>
                <a:gd name="connsiteX15" fmla="*/ 5889436 w 5895013"/>
                <a:gd name="connsiteY15" fmla="*/ 684640 h 917382"/>
                <a:gd name="connsiteX16" fmla="*/ 5881334 w 5895013"/>
                <a:gd name="connsiteY16" fmla="*/ 774045 h 917382"/>
                <a:gd name="connsiteX17" fmla="*/ 5642547 w 5895013"/>
                <a:gd name="connsiteY17" fmla="*/ 909483 h 917382"/>
                <a:gd name="connsiteX18" fmla="*/ 5313005 w 5895013"/>
                <a:gd name="connsiteY18" fmla="*/ 868914 h 917382"/>
                <a:gd name="connsiteX19" fmla="*/ 4892195 w 5895013"/>
                <a:gd name="connsiteY19" fmla="*/ 734299 h 917382"/>
                <a:gd name="connsiteX20" fmla="*/ 4417447 w 5895013"/>
                <a:gd name="connsiteY20" fmla="*/ 677677 h 917382"/>
                <a:gd name="connsiteX21" fmla="*/ 3793552 w 5895013"/>
                <a:gd name="connsiteY21" fmla="*/ 678306 h 917382"/>
                <a:gd name="connsiteX22" fmla="*/ 2997651 w 5895013"/>
                <a:gd name="connsiteY22" fmla="*/ 740923 h 917382"/>
                <a:gd name="connsiteX23" fmla="*/ 2124438 w 5895013"/>
                <a:gd name="connsiteY23" fmla="*/ 798174 h 917382"/>
                <a:gd name="connsiteX24" fmla="*/ 1387785 w 5895013"/>
                <a:gd name="connsiteY24" fmla="*/ 819836 h 917382"/>
                <a:gd name="connsiteX25" fmla="*/ 541798 w 5895013"/>
                <a:gd name="connsiteY25" fmla="*/ 785844 h 917382"/>
                <a:gd name="connsiteX26" fmla="*/ 69703 w 5895013"/>
                <a:gd name="connsiteY26" fmla="*/ 687493 h 917382"/>
                <a:gd name="connsiteX27" fmla="*/ 13196 w 5895013"/>
                <a:gd name="connsiteY27" fmla="*/ 0 h 917382"/>
                <a:gd name="connsiteX0" fmla="*/ 17507 w 5842817"/>
                <a:gd name="connsiteY0" fmla="*/ 678091 h 907980"/>
                <a:gd name="connsiteX1" fmla="*/ 124358 w 5842817"/>
                <a:gd name="connsiteY1" fmla="*/ 28289 h 907980"/>
                <a:gd name="connsiteX2" fmla="*/ 345080 w 5842817"/>
                <a:gd name="connsiteY2" fmla="*/ 120837 h 907980"/>
                <a:gd name="connsiteX3" fmla="*/ 689861 w 5842817"/>
                <a:gd name="connsiteY3" fmla="*/ 161937 h 907980"/>
                <a:gd name="connsiteX4" fmla="*/ 1770868 w 5842817"/>
                <a:gd name="connsiteY4" fmla="*/ 167063 h 907980"/>
                <a:gd name="connsiteX5" fmla="*/ 2902218 w 5842817"/>
                <a:gd name="connsiteY5" fmla="*/ 95935 h 907980"/>
                <a:gd name="connsiteX6" fmla="*/ 3603169 w 5842817"/>
                <a:gd name="connsiteY6" fmla="*/ 36654 h 907980"/>
                <a:gd name="connsiteX7" fmla="*/ 4272184 w 5842817"/>
                <a:gd name="connsiteY7" fmla="*/ 9431 h 907980"/>
                <a:gd name="connsiteX8" fmla="*/ 4882637 w 5842817"/>
                <a:gd name="connsiteY8" fmla="*/ 57688 h 907980"/>
                <a:gd name="connsiteX9" fmla="*/ 5621773 w 5842817"/>
                <a:gd name="connsiteY9" fmla="*/ 254389 h 907980"/>
                <a:gd name="connsiteX10" fmla="*/ 5774772 w 5842817"/>
                <a:gd name="connsiteY10" fmla="*/ 332624 h 907980"/>
                <a:gd name="connsiteX11" fmla="*/ 5829138 w 5842817"/>
                <a:gd name="connsiteY11" fmla="*/ 504326 h 907980"/>
                <a:gd name="connsiteX12" fmla="*/ 5806161 w 5842817"/>
                <a:gd name="connsiteY12" fmla="*/ 534752 h 907980"/>
                <a:gd name="connsiteX13" fmla="*/ 5837240 w 5842817"/>
                <a:gd name="connsiteY13" fmla="*/ 575697 h 907980"/>
                <a:gd name="connsiteX14" fmla="*/ 5829182 w 5842817"/>
                <a:gd name="connsiteY14" fmla="*/ 664622 h 907980"/>
                <a:gd name="connsiteX15" fmla="*/ 5837240 w 5842817"/>
                <a:gd name="connsiteY15" fmla="*/ 675238 h 907980"/>
                <a:gd name="connsiteX16" fmla="*/ 5829138 w 5842817"/>
                <a:gd name="connsiteY16" fmla="*/ 764643 h 907980"/>
                <a:gd name="connsiteX17" fmla="*/ 5590351 w 5842817"/>
                <a:gd name="connsiteY17" fmla="*/ 900081 h 907980"/>
                <a:gd name="connsiteX18" fmla="*/ 5260809 w 5842817"/>
                <a:gd name="connsiteY18" fmla="*/ 859512 h 907980"/>
                <a:gd name="connsiteX19" fmla="*/ 4839999 w 5842817"/>
                <a:gd name="connsiteY19" fmla="*/ 724897 h 907980"/>
                <a:gd name="connsiteX20" fmla="*/ 4365251 w 5842817"/>
                <a:gd name="connsiteY20" fmla="*/ 668275 h 907980"/>
                <a:gd name="connsiteX21" fmla="*/ 3741356 w 5842817"/>
                <a:gd name="connsiteY21" fmla="*/ 668904 h 907980"/>
                <a:gd name="connsiteX22" fmla="*/ 2945455 w 5842817"/>
                <a:gd name="connsiteY22" fmla="*/ 731521 h 907980"/>
                <a:gd name="connsiteX23" fmla="*/ 2072242 w 5842817"/>
                <a:gd name="connsiteY23" fmla="*/ 788772 h 907980"/>
                <a:gd name="connsiteX24" fmla="*/ 1335589 w 5842817"/>
                <a:gd name="connsiteY24" fmla="*/ 810434 h 907980"/>
                <a:gd name="connsiteX25" fmla="*/ 489602 w 5842817"/>
                <a:gd name="connsiteY25" fmla="*/ 776442 h 907980"/>
                <a:gd name="connsiteX26" fmla="*/ 17507 w 5842817"/>
                <a:gd name="connsiteY26" fmla="*/ 678091 h 907980"/>
                <a:gd name="connsiteX0" fmla="*/ 246440 w 6071750"/>
                <a:gd name="connsiteY0" fmla="*/ 669016 h 898905"/>
                <a:gd name="connsiteX1" fmla="*/ 10391 w 6071750"/>
                <a:gd name="connsiteY1" fmla="*/ 49694 h 898905"/>
                <a:gd name="connsiteX2" fmla="*/ 574013 w 6071750"/>
                <a:gd name="connsiteY2" fmla="*/ 111762 h 898905"/>
                <a:gd name="connsiteX3" fmla="*/ 918794 w 6071750"/>
                <a:gd name="connsiteY3" fmla="*/ 152862 h 898905"/>
                <a:gd name="connsiteX4" fmla="*/ 1999801 w 6071750"/>
                <a:gd name="connsiteY4" fmla="*/ 157988 h 898905"/>
                <a:gd name="connsiteX5" fmla="*/ 3131151 w 6071750"/>
                <a:gd name="connsiteY5" fmla="*/ 86860 h 898905"/>
                <a:gd name="connsiteX6" fmla="*/ 3832102 w 6071750"/>
                <a:gd name="connsiteY6" fmla="*/ 27579 h 898905"/>
                <a:gd name="connsiteX7" fmla="*/ 4501117 w 6071750"/>
                <a:gd name="connsiteY7" fmla="*/ 356 h 898905"/>
                <a:gd name="connsiteX8" fmla="*/ 5111570 w 6071750"/>
                <a:gd name="connsiteY8" fmla="*/ 48613 h 898905"/>
                <a:gd name="connsiteX9" fmla="*/ 5850706 w 6071750"/>
                <a:gd name="connsiteY9" fmla="*/ 245314 h 898905"/>
                <a:gd name="connsiteX10" fmla="*/ 6003705 w 6071750"/>
                <a:gd name="connsiteY10" fmla="*/ 323549 h 898905"/>
                <a:gd name="connsiteX11" fmla="*/ 6058071 w 6071750"/>
                <a:gd name="connsiteY11" fmla="*/ 495251 h 898905"/>
                <a:gd name="connsiteX12" fmla="*/ 6035094 w 6071750"/>
                <a:gd name="connsiteY12" fmla="*/ 525677 h 898905"/>
                <a:gd name="connsiteX13" fmla="*/ 6066173 w 6071750"/>
                <a:gd name="connsiteY13" fmla="*/ 566622 h 898905"/>
                <a:gd name="connsiteX14" fmla="*/ 6058115 w 6071750"/>
                <a:gd name="connsiteY14" fmla="*/ 655547 h 898905"/>
                <a:gd name="connsiteX15" fmla="*/ 6066173 w 6071750"/>
                <a:gd name="connsiteY15" fmla="*/ 666163 h 898905"/>
                <a:gd name="connsiteX16" fmla="*/ 6058071 w 6071750"/>
                <a:gd name="connsiteY16" fmla="*/ 755568 h 898905"/>
                <a:gd name="connsiteX17" fmla="*/ 5819284 w 6071750"/>
                <a:gd name="connsiteY17" fmla="*/ 891006 h 898905"/>
                <a:gd name="connsiteX18" fmla="*/ 5489742 w 6071750"/>
                <a:gd name="connsiteY18" fmla="*/ 850437 h 898905"/>
                <a:gd name="connsiteX19" fmla="*/ 5068932 w 6071750"/>
                <a:gd name="connsiteY19" fmla="*/ 715822 h 898905"/>
                <a:gd name="connsiteX20" fmla="*/ 4594184 w 6071750"/>
                <a:gd name="connsiteY20" fmla="*/ 659200 h 898905"/>
                <a:gd name="connsiteX21" fmla="*/ 3970289 w 6071750"/>
                <a:gd name="connsiteY21" fmla="*/ 659829 h 898905"/>
                <a:gd name="connsiteX22" fmla="*/ 3174388 w 6071750"/>
                <a:gd name="connsiteY22" fmla="*/ 722446 h 898905"/>
                <a:gd name="connsiteX23" fmla="*/ 2301175 w 6071750"/>
                <a:gd name="connsiteY23" fmla="*/ 779697 h 898905"/>
                <a:gd name="connsiteX24" fmla="*/ 1564522 w 6071750"/>
                <a:gd name="connsiteY24" fmla="*/ 801359 h 898905"/>
                <a:gd name="connsiteX25" fmla="*/ 718535 w 6071750"/>
                <a:gd name="connsiteY25" fmla="*/ 767367 h 898905"/>
                <a:gd name="connsiteX26" fmla="*/ 246440 w 6071750"/>
                <a:gd name="connsiteY26" fmla="*/ 669016 h 898905"/>
                <a:gd name="connsiteX0" fmla="*/ 248034 w 6073344"/>
                <a:gd name="connsiteY0" fmla="*/ 681433 h 911322"/>
                <a:gd name="connsiteX1" fmla="*/ 11985 w 6073344"/>
                <a:gd name="connsiteY1" fmla="*/ 62111 h 911322"/>
                <a:gd name="connsiteX2" fmla="*/ 575607 w 6073344"/>
                <a:gd name="connsiteY2" fmla="*/ 124179 h 911322"/>
                <a:gd name="connsiteX3" fmla="*/ 920388 w 6073344"/>
                <a:gd name="connsiteY3" fmla="*/ 165279 h 911322"/>
                <a:gd name="connsiteX4" fmla="*/ 2001395 w 6073344"/>
                <a:gd name="connsiteY4" fmla="*/ 170405 h 911322"/>
                <a:gd name="connsiteX5" fmla="*/ 3132745 w 6073344"/>
                <a:gd name="connsiteY5" fmla="*/ 99277 h 911322"/>
                <a:gd name="connsiteX6" fmla="*/ 3833696 w 6073344"/>
                <a:gd name="connsiteY6" fmla="*/ 39996 h 911322"/>
                <a:gd name="connsiteX7" fmla="*/ 4502711 w 6073344"/>
                <a:gd name="connsiteY7" fmla="*/ 12773 h 911322"/>
                <a:gd name="connsiteX8" fmla="*/ 5113164 w 6073344"/>
                <a:gd name="connsiteY8" fmla="*/ 61030 h 911322"/>
                <a:gd name="connsiteX9" fmla="*/ 5852300 w 6073344"/>
                <a:gd name="connsiteY9" fmla="*/ 257731 h 911322"/>
                <a:gd name="connsiteX10" fmla="*/ 6005299 w 6073344"/>
                <a:gd name="connsiteY10" fmla="*/ 335966 h 911322"/>
                <a:gd name="connsiteX11" fmla="*/ 6059665 w 6073344"/>
                <a:gd name="connsiteY11" fmla="*/ 507668 h 911322"/>
                <a:gd name="connsiteX12" fmla="*/ 6036688 w 6073344"/>
                <a:gd name="connsiteY12" fmla="*/ 538094 h 911322"/>
                <a:gd name="connsiteX13" fmla="*/ 6067767 w 6073344"/>
                <a:gd name="connsiteY13" fmla="*/ 579039 h 911322"/>
                <a:gd name="connsiteX14" fmla="*/ 6059709 w 6073344"/>
                <a:gd name="connsiteY14" fmla="*/ 667964 h 911322"/>
                <a:gd name="connsiteX15" fmla="*/ 6067767 w 6073344"/>
                <a:gd name="connsiteY15" fmla="*/ 678580 h 911322"/>
                <a:gd name="connsiteX16" fmla="*/ 6059665 w 6073344"/>
                <a:gd name="connsiteY16" fmla="*/ 767985 h 911322"/>
                <a:gd name="connsiteX17" fmla="*/ 5820878 w 6073344"/>
                <a:gd name="connsiteY17" fmla="*/ 903423 h 911322"/>
                <a:gd name="connsiteX18" fmla="*/ 5491336 w 6073344"/>
                <a:gd name="connsiteY18" fmla="*/ 862854 h 911322"/>
                <a:gd name="connsiteX19" fmla="*/ 5070526 w 6073344"/>
                <a:gd name="connsiteY19" fmla="*/ 728239 h 911322"/>
                <a:gd name="connsiteX20" fmla="*/ 4595778 w 6073344"/>
                <a:gd name="connsiteY20" fmla="*/ 671617 h 911322"/>
                <a:gd name="connsiteX21" fmla="*/ 3971883 w 6073344"/>
                <a:gd name="connsiteY21" fmla="*/ 672246 h 911322"/>
                <a:gd name="connsiteX22" fmla="*/ 3175982 w 6073344"/>
                <a:gd name="connsiteY22" fmla="*/ 734863 h 911322"/>
                <a:gd name="connsiteX23" fmla="*/ 2302769 w 6073344"/>
                <a:gd name="connsiteY23" fmla="*/ 792114 h 911322"/>
                <a:gd name="connsiteX24" fmla="*/ 1566116 w 6073344"/>
                <a:gd name="connsiteY24" fmla="*/ 813776 h 911322"/>
                <a:gd name="connsiteX25" fmla="*/ 720129 w 6073344"/>
                <a:gd name="connsiteY25" fmla="*/ 779784 h 911322"/>
                <a:gd name="connsiteX26" fmla="*/ 248034 w 6073344"/>
                <a:gd name="connsiteY26" fmla="*/ 681433 h 911322"/>
                <a:gd name="connsiteX0" fmla="*/ 275085 w 6100395"/>
                <a:gd name="connsiteY0" fmla="*/ 677655 h 907544"/>
                <a:gd name="connsiteX1" fmla="*/ 39036 w 6100395"/>
                <a:gd name="connsiteY1" fmla="*/ 58333 h 907544"/>
                <a:gd name="connsiteX2" fmla="*/ 602658 w 6100395"/>
                <a:gd name="connsiteY2" fmla="*/ 120401 h 907544"/>
                <a:gd name="connsiteX3" fmla="*/ 947439 w 6100395"/>
                <a:gd name="connsiteY3" fmla="*/ 161501 h 907544"/>
                <a:gd name="connsiteX4" fmla="*/ 2028446 w 6100395"/>
                <a:gd name="connsiteY4" fmla="*/ 166627 h 907544"/>
                <a:gd name="connsiteX5" fmla="*/ 3159796 w 6100395"/>
                <a:gd name="connsiteY5" fmla="*/ 95499 h 907544"/>
                <a:gd name="connsiteX6" fmla="*/ 3860747 w 6100395"/>
                <a:gd name="connsiteY6" fmla="*/ 36218 h 907544"/>
                <a:gd name="connsiteX7" fmla="*/ 4529762 w 6100395"/>
                <a:gd name="connsiteY7" fmla="*/ 8995 h 907544"/>
                <a:gd name="connsiteX8" fmla="*/ 5140215 w 6100395"/>
                <a:gd name="connsiteY8" fmla="*/ 57252 h 907544"/>
                <a:gd name="connsiteX9" fmla="*/ 5879351 w 6100395"/>
                <a:gd name="connsiteY9" fmla="*/ 253953 h 907544"/>
                <a:gd name="connsiteX10" fmla="*/ 6032350 w 6100395"/>
                <a:gd name="connsiteY10" fmla="*/ 332188 h 907544"/>
                <a:gd name="connsiteX11" fmla="*/ 6086716 w 6100395"/>
                <a:gd name="connsiteY11" fmla="*/ 503890 h 907544"/>
                <a:gd name="connsiteX12" fmla="*/ 6063739 w 6100395"/>
                <a:gd name="connsiteY12" fmla="*/ 534316 h 907544"/>
                <a:gd name="connsiteX13" fmla="*/ 6094818 w 6100395"/>
                <a:gd name="connsiteY13" fmla="*/ 575261 h 907544"/>
                <a:gd name="connsiteX14" fmla="*/ 6086760 w 6100395"/>
                <a:gd name="connsiteY14" fmla="*/ 664186 h 907544"/>
                <a:gd name="connsiteX15" fmla="*/ 6094818 w 6100395"/>
                <a:gd name="connsiteY15" fmla="*/ 674802 h 907544"/>
                <a:gd name="connsiteX16" fmla="*/ 6086716 w 6100395"/>
                <a:gd name="connsiteY16" fmla="*/ 764207 h 907544"/>
                <a:gd name="connsiteX17" fmla="*/ 5847929 w 6100395"/>
                <a:gd name="connsiteY17" fmla="*/ 899645 h 907544"/>
                <a:gd name="connsiteX18" fmla="*/ 5518387 w 6100395"/>
                <a:gd name="connsiteY18" fmla="*/ 859076 h 907544"/>
                <a:gd name="connsiteX19" fmla="*/ 5097577 w 6100395"/>
                <a:gd name="connsiteY19" fmla="*/ 724461 h 907544"/>
                <a:gd name="connsiteX20" fmla="*/ 4622829 w 6100395"/>
                <a:gd name="connsiteY20" fmla="*/ 667839 h 907544"/>
                <a:gd name="connsiteX21" fmla="*/ 3998934 w 6100395"/>
                <a:gd name="connsiteY21" fmla="*/ 668468 h 907544"/>
                <a:gd name="connsiteX22" fmla="*/ 3203033 w 6100395"/>
                <a:gd name="connsiteY22" fmla="*/ 731085 h 907544"/>
                <a:gd name="connsiteX23" fmla="*/ 2329820 w 6100395"/>
                <a:gd name="connsiteY23" fmla="*/ 788336 h 907544"/>
                <a:gd name="connsiteX24" fmla="*/ 1593167 w 6100395"/>
                <a:gd name="connsiteY24" fmla="*/ 809998 h 907544"/>
                <a:gd name="connsiteX25" fmla="*/ 747180 w 6100395"/>
                <a:gd name="connsiteY25" fmla="*/ 776006 h 907544"/>
                <a:gd name="connsiteX26" fmla="*/ 275085 w 6100395"/>
                <a:gd name="connsiteY26" fmla="*/ 677655 h 907544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5994151 w 6062196"/>
                <a:gd name="connsiteY10" fmla="*/ 323549 h 898905"/>
                <a:gd name="connsiteX11" fmla="*/ 6048517 w 6062196"/>
                <a:gd name="connsiteY11" fmla="*/ 495251 h 898905"/>
                <a:gd name="connsiteX12" fmla="*/ 6025540 w 6062196"/>
                <a:gd name="connsiteY12" fmla="*/ 525677 h 898905"/>
                <a:gd name="connsiteX13" fmla="*/ 6056619 w 6062196"/>
                <a:gd name="connsiteY13" fmla="*/ 566622 h 898905"/>
                <a:gd name="connsiteX14" fmla="*/ 6048561 w 6062196"/>
                <a:gd name="connsiteY14" fmla="*/ 655547 h 898905"/>
                <a:gd name="connsiteX15" fmla="*/ 6056619 w 6062196"/>
                <a:gd name="connsiteY15" fmla="*/ 666163 h 898905"/>
                <a:gd name="connsiteX16" fmla="*/ 6048517 w 6062196"/>
                <a:gd name="connsiteY16" fmla="*/ 755568 h 898905"/>
                <a:gd name="connsiteX17" fmla="*/ 5809730 w 6062196"/>
                <a:gd name="connsiteY17" fmla="*/ 891006 h 898905"/>
                <a:gd name="connsiteX18" fmla="*/ 5480188 w 6062196"/>
                <a:gd name="connsiteY18" fmla="*/ 850437 h 898905"/>
                <a:gd name="connsiteX19" fmla="*/ 5059378 w 6062196"/>
                <a:gd name="connsiteY19" fmla="*/ 715822 h 898905"/>
                <a:gd name="connsiteX20" fmla="*/ 4584630 w 6062196"/>
                <a:gd name="connsiteY20" fmla="*/ 659200 h 898905"/>
                <a:gd name="connsiteX21" fmla="*/ 3960735 w 6062196"/>
                <a:gd name="connsiteY21" fmla="*/ 659829 h 898905"/>
                <a:gd name="connsiteX22" fmla="*/ 3164834 w 6062196"/>
                <a:gd name="connsiteY22" fmla="*/ 722446 h 898905"/>
                <a:gd name="connsiteX23" fmla="*/ 2291621 w 6062196"/>
                <a:gd name="connsiteY23" fmla="*/ 779697 h 898905"/>
                <a:gd name="connsiteX24" fmla="*/ 1554968 w 6062196"/>
                <a:gd name="connsiteY24" fmla="*/ 801359 h 898905"/>
                <a:gd name="connsiteX25" fmla="*/ 708981 w 6062196"/>
                <a:gd name="connsiteY25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25540 w 6062196"/>
                <a:gd name="connsiteY11" fmla="*/ 525677 h 898905"/>
                <a:gd name="connsiteX12" fmla="*/ 6056619 w 6062196"/>
                <a:gd name="connsiteY12" fmla="*/ 566622 h 898905"/>
                <a:gd name="connsiteX13" fmla="*/ 6048561 w 6062196"/>
                <a:gd name="connsiteY13" fmla="*/ 655547 h 898905"/>
                <a:gd name="connsiteX14" fmla="*/ 6056619 w 6062196"/>
                <a:gd name="connsiteY14" fmla="*/ 666163 h 898905"/>
                <a:gd name="connsiteX15" fmla="*/ 6048517 w 6062196"/>
                <a:gd name="connsiteY15" fmla="*/ 755568 h 898905"/>
                <a:gd name="connsiteX16" fmla="*/ 5809730 w 6062196"/>
                <a:gd name="connsiteY16" fmla="*/ 891006 h 898905"/>
                <a:gd name="connsiteX17" fmla="*/ 5480188 w 6062196"/>
                <a:gd name="connsiteY17" fmla="*/ 850437 h 898905"/>
                <a:gd name="connsiteX18" fmla="*/ 5059378 w 6062196"/>
                <a:gd name="connsiteY18" fmla="*/ 715822 h 898905"/>
                <a:gd name="connsiteX19" fmla="*/ 4584630 w 6062196"/>
                <a:gd name="connsiteY19" fmla="*/ 659200 h 898905"/>
                <a:gd name="connsiteX20" fmla="*/ 3960735 w 6062196"/>
                <a:gd name="connsiteY20" fmla="*/ 659829 h 898905"/>
                <a:gd name="connsiteX21" fmla="*/ 3164834 w 6062196"/>
                <a:gd name="connsiteY21" fmla="*/ 722446 h 898905"/>
                <a:gd name="connsiteX22" fmla="*/ 2291621 w 6062196"/>
                <a:gd name="connsiteY22" fmla="*/ 779697 h 898905"/>
                <a:gd name="connsiteX23" fmla="*/ 1554968 w 6062196"/>
                <a:gd name="connsiteY23" fmla="*/ 801359 h 898905"/>
                <a:gd name="connsiteX24" fmla="*/ 708981 w 6062196"/>
                <a:gd name="connsiteY24" fmla="*/ 767367 h 898905"/>
                <a:gd name="connsiteX0" fmla="*/ 708981 w 6062196"/>
                <a:gd name="connsiteY0" fmla="*/ 767367 h 898905"/>
                <a:gd name="connsiteX1" fmla="*/ 837 w 6062196"/>
                <a:gd name="connsiteY1" fmla="*/ 49694 h 898905"/>
                <a:gd name="connsiteX2" fmla="*/ 564459 w 6062196"/>
                <a:gd name="connsiteY2" fmla="*/ 111762 h 898905"/>
                <a:gd name="connsiteX3" fmla="*/ 909240 w 6062196"/>
                <a:gd name="connsiteY3" fmla="*/ 152862 h 898905"/>
                <a:gd name="connsiteX4" fmla="*/ 1990247 w 6062196"/>
                <a:gd name="connsiteY4" fmla="*/ 157988 h 898905"/>
                <a:gd name="connsiteX5" fmla="*/ 3121597 w 6062196"/>
                <a:gd name="connsiteY5" fmla="*/ 86860 h 898905"/>
                <a:gd name="connsiteX6" fmla="*/ 3822548 w 6062196"/>
                <a:gd name="connsiteY6" fmla="*/ 27579 h 898905"/>
                <a:gd name="connsiteX7" fmla="*/ 4491563 w 6062196"/>
                <a:gd name="connsiteY7" fmla="*/ 356 h 898905"/>
                <a:gd name="connsiteX8" fmla="*/ 5102016 w 6062196"/>
                <a:gd name="connsiteY8" fmla="*/ 48613 h 898905"/>
                <a:gd name="connsiteX9" fmla="*/ 5841152 w 6062196"/>
                <a:gd name="connsiteY9" fmla="*/ 245314 h 898905"/>
                <a:gd name="connsiteX10" fmla="*/ 6048517 w 6062196"/>
                <a:gd name="connsiteY10" fmla="*/ 495251 h 898905"/>
                <a:gd name="connsiteX11" fmla="*/ 6056619 w 6062196"/>
                <a:gd name="connsiteY11" fmla="*/ 566622 h 898905"/>
                <a:gd name="connsiteX12" fmla="*/ 6048561 w 6062196"/>
                <a:gd name="connsiteY12" fmla="*/ 655547 h 898905"/>
                <a:gd name="connsiteX13" fmla="*/ 6056619 w 6062196"/>
                <a:gd name="connsiteY13" fmla="*/ 666163 h 898905"/>
                <a:gd name="connsiteX14" fmla="*/ 6048517 w 6062196"/>
                <a:gd name="connsiteY14" fmla="*/ 755568 h 898905"/>
                <a:gd name="connsiteX15" fmla="*/ 5809730 w 6062196"/>
                <a:gd name="connsiteY15" fmla="*/ 891006 h 898905"/>
                <a:gd name="connsiteX16" fmla="*/ 5480188 w 6062196"/>
                <a:gd name="connsiteY16" fmla="*/ 850437 h 898905"/>
                <a:gd name="connsiteX17" fmla="*/ 5059378 w 6062196"/>
                <a:gd name="connsiteY17" fmla="*/ 715822 h 898905"/>
                <a:gd name="connsiteX18" fmla="*/ 4584630 w 6062196"/>
                <a:gd name="connsiteY18" fmla="*/ 659200 h 898905"/>
                <a:gd name="connsiteX19" fmla="*/ 3960735 w 6062196"/>
                <a:gd name="connsiteY19" fmla="*/ 659829 h 898905"/>
                <a:gd name="connsiteX20" fmla="*/ 3164834 w 6062196"/>
                <a:gd name="connsiteY20" fmla="*/ 722446 h 898905"/>
                <a:gd name="connsiteX21" fmla="*/ 2291621 w 6062196"/>
                <a:gd name="connsiteY21" fmla="*/ 779697 h 898905"/>
                <a:gd name="connsiteX22" fmla="*/ 1554968 w 6062196"/>
                <a:gd name="connsiteY22" fmla="*/ 801359 h 898905"/>
                <a:gd name="connsiteX23" fmla="*/ 708981 w 6062196"/>
                <a:gd name="connsiteY23" fmla="*/ 767367 h 898905"/>
                <a:gd name="connsiteX0" fmla="*/ 708981 w 6056619"/>
                <a:gd name="connsiteY0" fmla="*/ 767367 h 898905"/>
                <a:gd name="connsiteX1" fmla="*/ 837 w 6056619"/>
                <a:gd name="connsiteY1" fmla="*/ 49694 h 898905"/>
                <a:gd name="connsiteX2" fmla="*/ 564459 w 6056619"/>
                <a:gd name="connsiteY2" fmla="*/ 111762 h 898905"/>
                <a:gd name="connsiteX3" fmla="*/ 909240 w 6056619"/>
                <a:gd name="connsiteY3" fmla="*/ 152862 h 898905"/>
                <a:gd name="connsiteX4" fmla="*/ 1990247 w 6056619"/>
                <a:gd name="connsiteY4" fmla="*/ 157988 h 898905"/>
                <a:gd name="connsiteX5" fmla="*/ 3121597 w 6056619"/>
                <a:gd name="connsiteY5" fmla="*/ 86860 h 898905"/>
                <a:gd name="connsiteX6" fmla="*/ 3822548 w 6056619"/>
                <a:gd name="connsiteY6" fmla="*/ 27579 h 898905"/>
                <a:gd name="connsiteX7" fmla="*/ 4491563 w 6056619"/>
                <a:gd name="connsiteY7" fmla="*/ 356 h 898905"/>
                <a:gd name="connsiteX8" fmla="*/ 5102016 w 6056619"/>
                <a:gd name="connsiteY8" fmla="*/ 48613 h 898905"/>
                <a:gd name="connsiteX9" fmla="*/ 5841152 w 6056619"/>
                <a:gd name="connsiteY9" fmla="*/ 245314 h 898905"/>
                <a:gd name="connsiteX10" fmla="*/ 6048517 w 6056619"/>
                <a:gd name="connsiteY10" fmla="*/ 495251 h 898905"/>
                <a:gd name="connsiteX11" fmla="*/ 6056619 w 6056619"/>
                <a:gd name="connsiteY11" fmla="*/ 566622 h 898905"/>
                <a:gd name="connsiteX12" fmla="*/ 6048561 w 6056619"/>
                <a:gd name="connsiteY12" fmla="*/ 655547 h 898905"/>
                <a:gd name="connsiteX13" fmla="*/ 6048517 w 6056619"/>
                <a:gd name="connsiteY13" fmla="*/ 755568 h 898905"/>
                <a:gd name="connsiteX14" fmla="*/ 5809730 w 6056619"/>
                <a:gd name="connsiteY14" fmla="*/ 891006 h 898905"/>
                <a:gd name="connsiteX15" fmla="*/ 5480188 w 6056619"/>
                <a:gd name="connsiteY15" fmla="*/ 850437 h 898905"/>
                <a:gd name="connsiteX16" fmla="*/ 5059378 w 6056619"/>
                <a:gd name="connsiteY16" fmla="*/ 715822 h 898905"/>
                <a:gd name="connsiteX17" fmla="*/ 4584630 w 6056619"/>
                <a:gd name="connsiteY17" fmla="*/ 659200 h 898905"/>
                <a:gd name="connsiteX18" fmla="*/ 3960735 w 6056619"/>
                <a:gd name="connsiteY18" fmla="*/ 659829 h 898905"/>
                <a:gd name="connsiteX19" fmla="*/ 3164834 w 6056619"/>
                <a:gd name="connsiteY19" fmla="*/ 722446 h 898905"/>
                <a:gd name="connsiteX20" fmla="*/ 2291621 w 6056619"/>
                <a:gd name="connsiteY20" fmla="*/ 779697 h 898905"/>
                <a:gd name="connsiteX21" fmla="*/ 1554968 w 6056619"/>
                <a:gd name="connsiteY21" fmla="*/ 801359 h 898905"/>
                <a:gd name="connsiteX22" fmla="*/ 708981 w 6056619"/>
                <a:gd name="connsiteY22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17 w 6048561"/>
                <a:gd name="connsiteY10" fmla="*/ 495251 h 898905"/>
                <a:gd name="connsiteX11" fmla="*/ 6048561 w 6048561"/>
                <a:gd name="connsiteY11" fmla="*/ 655547 h 898905"/>
                <a:gd name="connsiteX12" fmla="*/ 6048517 w 6048561"/>
                <a:gd name="connsiteY12" fmla="*/ 755568 h 898905"/>
                <a:gd name="connsiteX13" fmla="*/ 5809730 w 6048561"/>
                <a:gd name="connsiteY13" fmla="*/ 891006 h 898905"/>
                <a:gd name="connsiteX14" fmla="*/ 5480188 w 6048561"/>
                <a:gd name="connsiteY14" fmla="*/ 850437 h 898905"/>
                <a:gd name="connsiteX15" fmla="*/ 5059378 w 6048561"/>
                <a:gd name="connsiteY15" fmla="*/ 715822 h 898905"/>
                <a:gd name="connsiteX16" fmla="*/ 4584630 w 6048561"/>
                <a:gd name="connsiteY16" fmla="*/ 659200 h 898905"/>
                <a:gd name="connsiteX17" fmla="*/ 3960735 w 6048561"/>
                <a:gd name="connsiteY17" fmla="*/ 659829 h 898905"/>
                <a:gd name="connsiteX18" fmla="*/ 3164834 w 6048561"/>
                <a:gd name="connsiteY18" fmla="*/ 722446 h 898905"/>
                <a:gd name="connsiteX19" fmla="*/ 2291621 w 6048561"/>
                <a:gd name="connsiteY19" fmla="*/ 779697 h 898905"/>
                <a:gd name="connsiteX20" fmla="*/ 1554968 w 6048561"/>
                <a:gd name="connsiteY20" fmla="*/ 801359 h 898905"/>
                <a:gd name="connsiteX21" fmla="*/ 708981 w 6048561"/>
                <a:gd name="connsiteY21" fmla="*/ 767367 h 898905"/>
                <a:gd name="connsiteX0" fmla="*/ 708981 w 6048561"/>
                <a:gd name="connsiteY0" fmla="*/ 767367 h 898905"/>
                <a:gd name="connsiteX1" fmla="*/ 837 w 6048561"/>
                <a:gd name="connsiteY1" fmla="*/ 49694 h 898905"/>
                <a:gd name="connsiteX2" fmla="*/ 564459 w 6048561"/>
                <a:gd name="connsiteY2" fmla="*/ 111762 h 898905"/>
                <a:gd name="connsiteX3" fmla="*/ 909240 w 6048561"/>
                <a:gd name="connsiteY3" fmla="*/ 152862 h 898905"/>
                <a:gd name="connsiteX4" fmla="*/ 1990247 w 6048561"/>
                <a:gd name="connsiteY4" fmla="*/ 157988 h 898905"/>
                <a:gd name="connsiteX5" fmla="*/ 3121597 w 6048561"/>
                <a:gd name="connsiteY5" fmla="*/ 86860 h 898905"/>
                <a:gd name="connsiteX6" fmla="*/ 3822548 w 6048561"/>
                <a:gd name="connsiteY6" fmla="*/ 27579 h 898905"/>
                <a:gd name="connsiteX7" fmla="*/ 4491563 w 6048561"/>
                <a:gd name="connsiteY7" fmla="*/ 356 h 898905"/>
                <a:gd name="connsiteX8" fmla="*/ 5102016 w 6048561"/>
                <a:gd name="connsiteY8" fmla="*/ 48613 h 898905"/>
                <a:gd name="connsiteX9" fmla="*/ 5841152 w 6048561"/>
                <a:gd name="connsiteY9" fmla="*/ 245314 h 898905"/>
                <a:gd name="connsiteX10" fmla="*/ 6048561 w 6048561"/>
                <a:gd name="connsiteY10" fmla="*/ 655547 h 898905"/>
                <a:gd name="connsiteX11" fmla="*/ 6048517 w 6048561"/>
                <a:gd name="connsiteY11" fmla="*/ 755568 h 898905"/>
                <a:gd name="connsiteX12" fmla="*/ 5809730 w 6048561"/>
                <a:gd name="connsiteY12" fmla="*/ 891006 h 898905"/>
                <a:gd name="connsiteX13" fmla="*/ 5480188 w 6048561"/>
                <a:gd name="connsiteY13" fmla="*/ 850437 h 898905"/>
                <a:gd name="connsiteX14" fmla="*/ 5059378 w 6048561"/>
                <a:gd name="connsiteY14" fmla="*/ 715822 h 898905"/>
                <a:gd name="connsiteX15" fmla="*/ 4584630 w 6048561"/>
                <a:gd name="connsiteY15" fmla="*/ 659200 h 898905"/>
                <a:gd name="connsiteX16" fmla="*/ 3960735 w 6048561"/>
                <a:gd name="connsiteY16" fmla="*/ 659829 h 898905"/>
                <a:gd name="connsiteX17" fmla="*/ 3164834 w 6048561"/>
                <a:gd name="connsiteY17" fmla="*/ 722446 h 898905"/>
                <a:gd name="connsiteX18" fmla="*/ 2291621 w 6048561"/>
                <a:gd name="connsiteY18" fmla="*/ 779697 h 898905"/>
                <a:gd name="connsiteX19" fmla="*/ 1554968 w 6048561"/>
                <a:gd name="connsiteY19" fmla="*/ 801359 h 898905"/>
                <a:gd name="connsiteX20" fmla="*/ 708981 w 6048561"/>
                <a:gd name="connsiteY20" fmla="*/ 767367 h 898905"/>
                <a:gd name="connsiteX0" fmla="*/ 708981 w 6048855"/>
                <a:gd name="connsiteY0" fmla="*/ 767367 h 898905"/>
                <a:gd name="connsiteX1" fmla="*/ 837 w 6048855"/>
                <a:gd name="connsiteY1" fmla="*/ 49694 h 898905"/>
                <a:gd name="connsiteX2" fmla="*/ 564459 w 6048855"/>
                <a:gd name="connsiteY2" fmla="*/ 111762 h 898905"/>
                <a:gd name="connsiteX3" fmla="*/ 909240 w 6048855"/>
                <a:gd name="connsiteY3" fmla="*/ 152862 h 898905"/>
                <a:gd name="connsiteX4" fmla="*/ 1990247 w 6048855"/>
                <a:gd name="connsiteY4" fmla="*/ 157988 h 898905"/>
                <a:gd name="connsiteX5" fmla="*/ 3121597 w 6048855"/>
                <a:gd name="connsiteY5" fmla="*/ 86860 h 898905"/>
                <a:gd name="connsiteX6" fmla="*/ 3822548 w 6048855"/>
                <a:gd name="connsiteY6" fmla="*/ 27579 h 898905"/>
                <a:gd name="connsiteX7" fmla="*/ 4491563 w 6048855"/>
                <a:gd name="connsiteY7" fmla="*/ 356 h 898905"/>
                <a:gd name="connsiteX8" fmla="*/ 5102016 w 6048855"/>
                <a:gd name="connsiteY8" fmla="*/ 48613 h 898905"/>
                <a:gd name="connsiteX9" fmla="*/ 5841152 w 6048855"/>
                <a:gd name="connsiteY9" fmla="*/ 245314 h 898905"/>
                <a:gd name="connsiteX10" fmla="*/ 6048517 w 6048855"/>
                <a:gd name="connsiteY10" fmla="*/ 755568 h 898905"/>
                <a:gd name="connsiteX11" fmla="*/ 5809730 w 6048855"/>
                <a:gd name="connsiteY11" fmla="*/ 891006 h 898905"/>
                <a:gd name="connsiteX12" fmla="*/ 5480188 w 6048855"/>
                <a:gd name="connsiteY12" fmla="*/ 850437 h 898905"/>
                <a:gd name="connsiteX13" fmla="*/ 5059378 w 6048855"/>
                <a:gd name="connsiteY13" fmla="*/ 715822 h 898905"/>
                <a:gd name="connsiteX14" fmla="*/ 4584630 w 6048855"/>
                <a:gd name="connsiteY14" fmla="*/ 659200 h 898905"/>
                <a:gd name="connsiteX15" fmla="*/ 3960735 w 6048855"/>
                <a:gd name="connsiteY15" fmla="*/ 659829 h 898905"/>
                <a:gd name="connsiteX16" fmla="*/ 3164834 w 6048855"/>
                <a:gd name="connsiteY16" fmla="*/ 722446 h 898905"/>
                <a:gd name="connsiteX17" fmla="*/ 2291621 w 6048855"/>
                <a:gd name="connsiteY17" fmla="*/ 779697 h 898905"/>
                <a:gd name="connsiteX18" fmla="*/ 1554968 w 6048855"/>
                <a:gd name="connsiteY18" fmla="*/ 801359 h 898905"/>
                <a:gd name="connsiteX19" fmla="*/ 708981 w 6048855"/>
                <a:gd name="connsiteY19" fmla="*/ 767367 h 898905"/>
                <a:gd name="connsiteX0" fmla="*/ 708981 w 5899017"/>
                <a:gd name="connsiteY0" fmla="*/ 767367 h 934953"/>
                <a:gd name="connsiteX1" fmla="*/ 837 w 5899017"/>
                <a:gd name="connsiteY1" fmla="*/ 49694 h 934953"/>
                <a:gd name="connsiteX2" fmla="*/ 564459 w 5899017"/>
                <a:gd name="connsiteY2" fmla="*/ 111762 h 934953"/>
                <a:gd name="connsiteX3" fmla="*/ 909240 w 5899017"/>
                <a:gd name="connsiteY3" fmla="*/ 152862 h 934953"/>
                <a:gd name="connsiteX4" fmla="*/ 1990247 w 5899017"/>
                <a:gd name="connsiteY4" fmla="*/ 157988 h 934953"/>
                <a:gd name="connsiteX5" fmla="*/ 3121597 w 5899017"/>
                <a:gd name="connsiteY5" fmla="*/ 86860 h 934953"/>
                <a:gd name="connsiteX6" fmla="*/ 3822548 w 5899017"/>
                <a:gd name="connsiteY6" fmla="*/ 27579 h 934953"/>
                <a:gd name="connsiteX7" fmla="*/ 4491563 w 5899017"/>
                <a:gd name="connsiteY7" fmla="*/ 356 h 934953"/>
                <a:gd name="connsiteX8" fmla="*/ 5102016 w 5899017"/>
                <a:gd name="connsiteY8" fmla="*/ 48613 h 934953"/>
                <a:gd name="connsiteX9" fmla="*/ 5841152 w 5899017"/>
                <a:gd name="connsiteY9" fmla="*/ 245314 h 934953"/>
                <a:gd name="connsiteX10" fmla="*/ 5809730 w 5899017"/>
                <a:gd name="connsiteY10" fmla="*/ 891006 h 934953"/>
                <a:gd name="connsiteX11" fmla="*/ 5480188 w 5899017"/>
                <a:gd name="connsiteY11" fmla="*/ 850437 h 934953"/>
                <a:gd name="connsiteX12" fmla="*/ 5059378 w 5899017"/>
                <a:gd name="connsiteY12" fmla="*/ 715822 h 934953"/>
                <a:gd name="connsiteX13" fmla="*/ 4584630 w 5899017"/>
                <a:gd name="connsiteY13" fmla="*/ 659200 h 934953"/>
                <a:gd name="connsiteX14" fmla="*/ 3960735 w 5899017"/>
                <a:gd name="connsiteY14" fmla="*/ 659829 h 934953"/>
                <a:gd name="connsiteX15" fmla="*/ 3164834 w 5899017"/>
                <a:gd name="connsiteY15" fmla="*/ 722446 h 934953"/>
                <a:gd name="connsiteX16" fmla="*/ 2291621 w 5899017"/>
                <a:gd name="connsiteY16" fmla="*/ 779697 h 934953"/>
                <a:gd name="connsiteX17" fmla="*/ 1554968 w 5899017"/>
                <a:gd name="connsiteY17" fmla="*/ 801359 h 934953"/>
                <a:gd name="connsiteX18" fmla="*/ 708981 w 5899017"/>
                <a:gd name="connsiteY18" fmla="*/ 767367 h 934953"/>
                <a:gd name="connsiteX0" fmla="*/ 708981 w 5849902"/>
                <a:gd name="connsiteY0" fmla="*/ 767367 h 869780"/>
                <a:gd name="connsiteX1" fmla="*/ 837 w 5849902"/>
                <a:gd name="connsiteY1" fmla="*/ 49694 h 869780"/>
                <a:gd name="connsiteX2" fmla="*/ 564459 w 5849902"/>
                <a:gd name="connsiteY2" fmla="*/ 111762 h 869780"/>
                <a:gd name="connsiteX3" fmla="*/ 909240 w 5849902"/>
                <a:gd name="connsiteY3" fmla="*/ 152862 h 869780"/>
                <a:gd name="connsiteX4" fmla="*/ 1990247 w 5849902"/>
                <a:gd name="connsiteY4" fmla="*/ 157988 h 869780"/>
                <a:gd name="connsiteX5" fmla="*/ 3121597 w 5849902"/>
                <a:gd name="connsiteY5" fmla="*/ 86860 h 869780"/>
                <a:gd name="connsiteX6" fmla="*/ 3822548 w 5849902"/>
                <a:gd name="connsiteY6" fmla="*/ 27579 h 869780"/>
                <a:gd name="connsiteX7" fmla="*/ 4491563 w 5849902"/>
                <a:gd name="connsiteY7" fmla="*/ 356 h 869780"/>
                <a:gd name="connsiteX8" fmla="*/ 5102016 w 5849902"/>
                <a:gd name="connsiteY8" fmla="*/ 48613 h 869780"/>
                <a:gd name="connsiteX9" fmla="*/ 5841152 w 5849902"/>
                <a:gd name="connsiteY9" fmla="*/ 245314 h 869780"/>
                <a:gd name="connsiteX10" fmla="*/ 5480188 w 5849902"/>
                <a:gd name="connsiteY10" fmla="*/ 850437 h 869780"/>
                <a:gd name="connsiteX11" fmla="*/ 5059378 w 5849902"/>
                <a:gd name="connsiteY11" fmla="*/ 715822 h 869780"/>
                <a:gd name="connsiteX12" fmla="*/ 4584630 w 5849902"/>
                <a:gd name="connsiteY12" fmla="*/ 659200 h 869780"/>
                <a:gd name="connsiteX13" fmla="*/ 3960735 w 5849902"/>
                <a:gd name="connsiteY13" fmla="*/ 659829 h 869780"/>
                <a:gd name="connsiteX14" fmla="*/ 3164834 w 5849902"/>
                <a:gd name="connsiteY14" fmla="*/ 722446 h 869780"/>
                <a:gd name="connsiteX15" fmla="*/ 2291621 w 5849902"/>
                <a:gd name="connsiteY15" fmla="*/ 779697 h 869780"/>
                <a:gd name="connsiteX16" fmla="*/ 1554968 w 5849902"/>
                <a:gd name="connsiteY16" fmla="*/ 801359 h 869780"/>
                <a:gd name="connsiteX17" fmla="*/ 708981 w 5849902"/>
                <a:gd name="connsiteY17" fmla="*/ 767367 h 869780"/>
                <a:gd name="connsiteX0" fmla="*/ 708981 w 6203964"/>
                <a:gd name="connsiteY0" fmla="*/ 767367 h 875806"/>
                <a:gd name="connsiteX1" fmla="*/ 837 w 6203964"/>
                <a:gd name="connsiteY1" fmla="*/ 49694 h 875806"/>
                <a:gd name="connsiteX2" fmla="*/ 564459 w 6203964"/>
                <a:gd name="connsiteY2" fmla="*/ 111762 h 875806"/>
                <a:gd name="connsiteX3" fmla="*/ 909240 w 6203964"/>
                <a:gd name="connsiteY3" fmla="*/ 152862 h 875806"/>
                <a:gd name="connsiteX4" fmla="*/ 1990247 w 6203964"/>
                <a:gd name="connsiteY4" fmla="*/ 157988 h 875806"/>
                <a:gd name="connsiteX5" fmla="*/ 3121597 w 6203964"/>
                <a:gd name="connsiteY5" fmla="*/ 86860 h 875806"/>
                <a:gd name="connsiteX6" fmla="*/ 3822548 w 6203964"/>
                <a:gd name="connsiteY6" fmla="*/ 27579 h 875806"/>
                <a:gd name="connsiteX7" fmla="*/ 4491563 w 6203964"/>
                <a:gd name="connsiteY7" fmla="*/ 356 h 875806"/>
                <a:gd name="connsiteX8" fmla="*/ 5102016 w 6203964"/>
                <a:gd name="connsiteY8" fmla="*/ 48613 h 875806"/>
                <a:gd name="connsiteX9" fmla="*/ 6199292 w 6203964"/>
                <a:gd name="connsiteY9" fmla="*/ 146254 h 875806"/>
                <a:gd name="connsiteX10" fmla="*/ 5480188 w 6203964"/>
                <a:gd name="connsiteY10" fmla="*/ 850437 h 875806"/>
                <a:gd name="connsiteX11" fmla="*/ 5059378 w 6203964"/>
                <a:gd name="connsiteY11" fmla="*/ 715822 h 875806"/>
                <a:gd name="connsiteX12" fmla="*/ 4584630 w 6203964"/>
                <a:gd name="connsiteY12" fmla="*/ 659200 h 875806"/>
                <a:gd name="connsiteX13" fmla="*/ 3960735 w 6203964"/>
                <a:gd name="connsiteY13" fmla="*/ 659829 h 875806"/>
                <a:gd name="connsiteX14" fmla="*/ 3164834 w 6203964"/>
                <a:gd name="connsiteY14" fmla="*/ 722446 h 875806"/>
                <a:gd name="connsiteX15" fmla="*/ 2291621 w 6203964"/>
                <a:gd name="connsiteY15" fmla="*/ 779697 h 875806"/>
                <a:gd name="connsiteX16" fmla="*/ 1554968 w 6203964"/>
                <a:gd name="connsiteY16" fmla="*/ 801359 h 875806"/>
                <a:gd name="connsiteX17" fmla="*/ 708981 w 6203964"/>
                <a:gd name="connsiteY17" fmla="*/ 767367 h 875806"/>
                <a:gd name="connsiteX0" fmla="*/ 708981 w 6199337"/>
                <a:gd name="connsiteY0" fmla="*/ 767367 h 833393"/>
                <a:gd name="connsiteX1" fmla="*/ 837 w 6199337"/>
                <a:gd name="connsiteY1" fmla="*/ 49694 h 833393"/>
                <a:gd name="connsiteX2" fmla="*/ 564459 w 6199337"/>
                <a:gd name="connsiteY2" fmla="*/ 111762 h 833393"/>
                <a:gd name="connsiteX3" fmla="*/ 909240 w 6199337"/>
                <a:gd name="connsiteY3" fmla="*/ 152862 h 833393"/>
                <a:gd name="connsiteX4" fmla="*/ 1990247 w 6199337"/>
                <a:gd name="connsiteY4" fmla="*/ 157988 h 833393"/>
                <a:gd name="connsiteX5" fmla="*/ 3121597 w 6199337"/>
                <a:gd name="connsiteY5" fmla="*/ 86860 h 833393"/>
                <a:gd name="connsiteX6" fmla="*/ 3822548 w 6199337"/>
                <a:gd name="connsiteY6" fmla="*/ 27579 h 833393"/>
                <a:gd name="connsiteX7" fmla="*/ 4491563 w 6199337"/>
                <a:gd name="connsiteY7" fmla="*/ 356 h 833393"/>
                <a:gd name="connsiteX8" fmla="*/ 5102016 w 6199337"/>
                <a:gd name="connsiteY8" fmla="*/ 48613 h 833393"/>
                <a:gd name="connsiteX9" fmla="*/ 6199292 w 6199337"/>
                <a:gd name="connsiteY9" fmla="*/ 146254 h 833393"/>
                <a:gd name="connsiteX10" fmla="*/ 5059378 w 6199337"/>
                <a:gd name="connsiteY10" fmla="*/ 715822 h 833393"/>
                <a:gd name="connsiteX11" fmla="*/ 4584630 w 6199337"/>
                <a:gd name="connsiteY11" fmla="*/ 659200 h 833393"/>
                <a:gd name="connsiteX12" fmla="*/ 3960735 w 6199337"/>
                <a:gd name="connsiteY12" fmla="*/ 659829 h 833393"/>
                <a:gd name="connsiteX13" fmla="*/ 3164834 w 6199337"/>
                <a:gd name="connsiteY13" fmla="*/ 722446 h 833393"/>
                <a:gd name="connsiteX14" fmla="*/ 2291621 w 6199337"/>
                <a:gd name="connsiteY14" fmla="*/ 779697 h 833393"/>
                <a:gd name="connsiteX15" fmla="*/ 1554968 w 6199337"/>
                <a:gd name="connsiteY15" fmla="*/ 801359 h 833393"/>
                <a:gd name="connsiteX16" fmla="*/ 708981 w 6199337"/>
                <a:gd name="connsiteY16" fmla="*/ 767367 h 833393"/>
                <a:gd name="connsiteX0" fmla="*/ 708981 w 5152855"/>
                <a:gd name="connsiteY0" fmla="*/ 787980 h 854006"/>
                <a:gd name="connsiteX1" fmla="*/ 837 w 5152855"/>
                <a:gd name="connsiteY1" fmla="*/ 70307 h 854006"/>
                <a:gd name="connsiteX2" fmla="*/ 564459 w 5152855"/>
                <a:gd name="connsiteY2" fmla="*/ 132375 h 854006"/>
                <a:gd name="connsiteX3" fmla="*/ 909240 w 5152855"/>
                <a:gd name="connsiteY3" fmla="*/ 173475 h 854006"/>
                <a:gd name="connsiteX4" fmla="*/ 1990247 w 5152855"/>
                <a:gd name="connsiteY4" fmla="*/ 178601 h 854006"/>
                <a:gd name="connsiteX5" fmla="*/ 3121597 w 5152855"/>
                <a:gd name="connsiteY5" fmla="*/ 107473 h 854006"/>
                <a:gd name="connsiteX6" fmla="*/ 3822548 w 5152855"/>
                <a:gd name="connsiteY6" fmla="*/ 48192 h 854006"/>
                <a:gd name="connsiteX7" fmla="*/ 4491563 w 5152855"/>
                <a:gd name="connsiteY7" fmla="*/ 20969 h 854006"/>
                <a:gd name="connsiteX8" fmla="*/ 5102016 w 5152855"/>
                <a:gd name="connsiteY8" fmla="*/ 69226 h 854006"/>
                <a:gd name="connsiteX9" fmla="*/ 5059378 w 5152855"/>
                <a:gd name="connsiteY9" fmla="*/ 736435 h 854006"/>
                <a:gd name="connsiteX10" fmla="*/ 4584630 w 5152855"/>
                <a:gd name="connsiteY10" fmla="*/ 679813 h 854006"/>
                <a:gd name="connsiteX11" fmla="*/ 3960735 w 5152855"/>
                <a:gd name="connsiteY11" fmla="*/ 680442 h 854006"/>
                <a:gd name="connsiteX12" fmla="*/ 3164834 w 5152855"/>
                <a:gd name="connsiteY12" fmla="*/ 743059 h 854006"/>
                <a:gd name="connsiteX13" fmla="*/ 2291621 w 5152855"/>
                <a:gd name="connsiteY13" fmla="*/ 800310 h 854006"/>
                <a:gd name="connsiteX14" fmla="*/ 1554968 w 5152855"/>
                <a:gd name="connsiteY14" fmla="*/ 821972 h 854006"/>
                <a:gd name="connsiteX15" fmla="*/ 708981 w 5152855"/>
                <a:gd name="connsiteY15" fmla="*/ 787980 h 854006"/>
                <a:gd name="connsiteX0" fmla="*/ 708981 w 6099729"/>
                <a:gd name="connsiteY0" fmla="*/ 773643 h 839669"/>
                <a:gd name="connsiteX1" fmla="*/ 837 w 6099729"/>
                <a:gd name="connsiteY1" fmla="*/ 55970 h 839669"/>
                <a:gd name="connsiteX2" fmla="*/ 564459 w 6099729"/>
                <a:gd name="connsiteY2" fmla="*/ 118038 h 839669"/>
                <a:gd name="connsiteX3" fmla="*/ 909240 w 6099729"/>
                <a:gd name="connsiteY3" fmla="*/ 159138 h 839669"/>
                <a:gd name="connsiteX4" fmla="*/ 1990247 w 6099729"/>
                <a:gd name="connsiteY4" fmla="*/ 164264 h 839669"/>
                <a:gd name="connsiteX5" fmla="*/ 3121597 w 6099729"/>
                <a:gd name="connsiteY5" fmla="*/ 93136 h 839669"/>
                <a:gd name="connsiteX6" fmla="*/ 3822548 w 6099729"/>
                <a:gd name="connsiteY6" fmla="*/ 33855 h 839669"/>
                <a:gd name="connsiteX7" fmla="*/ 4491563 w 6099729"/>
                <a:gd name="connsiteY7" fmla="*/ 6632 h 839669"/>
                <a:gd name="connsiteX8" fmla="*/ 6092616 w 6099729"/>
                <a:gd name="connsiteY8" fmla="*/ 77749 h 839669"/>
                <a:gd name="connsiteX9" fmla="*/ 5059378 w 6099729"/>
                <a:gd name="connsiteY9" fmla="*/ 722098 h 839669"/>
                <a:gd name="connsiteX10" fmla="*/ 4584630 w 6099729"/>
                <a:gd name="connsiteY10" fmla="*/ 665476 h 839669"/>
                <a:gd name="connsiteX11" fmla="*/ 3960735 w 6099729"/>
                <a:gd name="connsiteY11" fmla="*/ 666105 h 839669"/>
                <a:gd name="connsiteX12" fmla="*/ 3164834 w 6099729"/>
                <a:gd name="connsiteY12" fmla="*/ 728722 h 839669"/>
                <a:gd name="connsiteX13" fmla="*/ 2291621 w 6099729"/>
                <a:gd name="connsiteY13" fmla="*/ 785973 h 839669"/>
                <a:gd name="connsiteX14" fmla="*/ 1554968 w 6099729"/>
                <a:gd name="connsiteY14" fmla="*/ 807635 h 839669"/>
                <a:gd name="connsiteX15" fmla="*/ 708981 w 6099729"/>
                <a:gd name="connsiteY15" fmla="*/ 773643 h 839669"/>
                <a:gd name="connsiteX0" fmla="*/ 708981 w 6167018"/>
                <a:gd name="connsiteY0" fmla="*/ 768771 h 834797"/>
                <a:gd name="connsiteX1" fmla="*/ 837 w 6167018"/>
                <a:gd name="connsiteY1" fmla="*/ 51098 h 834797"/>
                <a:gd name="connsiteX2" fmla="*/ 564459 w 6167018"/>
                <a:gd name="connsiteY2" fmla="*/ 113166 h 834797"/>
                <a:gd name="connsiteX3" fmla="*/ 909240 w 6167018"/>
                <a:gd name="connsiteY3" fmla="*/ 154266 h 834797"/>
                <a:gd name="connsiteX4" fmla="*/ 1990247 w 6167018"/>
                <a:gd name="connsiteY4" fmla="*/ 159392 h 834797"/>
                <a:gd name="connsiteX5" fmla="*/ 3121597 w 6167018"/>
                <a:gd name="connsiteY5" fmla="*/ 88264 h 834797"/>
                <a:gd name="connsiteX6" fmla="*/ 3822548 w 6167018"/>
                <a:gd name="connsiteY6" fmla="*/ 28983 h 834797"/>
                <a:gd name="connsiteX7" fmla="*/ 4491563 w 6167018"/>
                <a:gd name="connsiteY7" fmla="*/ 1760 h 834797"/>
                <a:gd name="connsiteX8" fmla="*/ 6092616 w 6167018"/>
                <a:gd name="connsiteY8" fmla="*/ 72877 h 834797"/>
                <a:gd name="connsiteX9" fmla="*/ 5768038 w 6167018"/>
                <a:gd name="connsiteY9" fmla="*/ 625786 h 834797"/>
                <a:gd name="connsiteX10" fmla="*/ 4584630 w 6167018"/>
                <a:gd name="connsiteY10" fmla="*/ 660604 h 834797"/>
                <a:gd name="connsiteX11" fmla="*/ 3960735 w 6167018"/>
                <a:gd name="connsiteY11" fmla="*/ 661233 h 834797"/>
                <a:gd name="connsiteX12" fmla="*/ 3164834 w 6167018"/>
                <a:gd name="connsiteY12" fmla="*/ 723850 h 834797"/>
                <a:gd name="connsiteX13" fmla="*/ 2291621 w 6167018"/>
                <a:gd name="connsiteY13" fmla="*/ 781101 h 834797"/>
                <a:gd name="connsiteX14" fmla="*/ 1554968 w 6167018"/>
                <a:gd name="connsiteY14" fmla="*/ 802763 h 834797"/>
                <a:gd name="connsiteX15" fmla="*/ 708981 w 6167018"/>
                <a:gd name="connsiteY15" fmla="*/ 768771 h 834797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960735 w 6239630"/>
                <a:gd name="connsiteY11" fmla="*/ 661136 h 834700"/>
                <a:gd name="connsiteX12" fmla="*/ 3164834 w 6239630"/>
                <a:gd name="connsiteY12" fmla="*/ 723753 h 834700"/>
                <a:gd name="connsiteX13" fmla="*/ 2291621 w 6239630"/>
                <a:gd name="connsiteY13" fmla="*/ 781004 h 834700"/>
                <a:gd name="connsiteX14" fmla="*/ 1554968 w 6239630"/>
                <a:gd name="connsiteY14" fmla="*/ 802666 h 834700"/>
                <a:gd name="connsiteX15" fmla="*/ 708981 w 6239630"/>
                <a:gd name="connsiteY15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3164834 w 6239630"/>
                <a:gd name="connsiteY11" fmla="*/ 723753 h 834700"/>
                <a:gd name="connsiteX12" fmla="*/ 2291621 w 6239630"/>
                <a:gd name="connsiteY12" fmla="*/ 781004 h 834700"/>
                <a:gd name="connsiteX13" fmla="*/ 1554968 w 6239630"/>
                <a:gd name="connsiteY13" fmla="*/ 802666 h 834700"/>
                <a:gd name="connsiteX14" fmla="*/ 708981 w 6239630"/>
                <a:gd name="connsiteY14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2291621 w 6239630"/>
                <a:gd name="connsiteY11" fmla="*/ 781004 h 834700"/>
                <a:gd name="connsiteX12" fmla="*/ 1554968 w 6239630"/>
                <a:gd name="connsiteY12" fmla="*/ 802666 h 834700"/>
                <a:gd name="connsiteX13" fmla="*/ 708981 w 6239630"/>
                <a:gd name="connsiteY13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1990247 w 6239630"/>
                <a:gd name="connsiteY4" fmla="*/ 159295 h 834700"/>
                <a:gd name="connsiteX5" fmla="*/ 3121597 w 6239630"/>
                <a:gd name="connsiteY5" fmla="*/ 88167 h 834700"/>
                <a:gd name="connsiteX6" fmla="*/ 3822548 w 6239630"/>
                <a:gd name="connsiteY6" fmla="*/ 28886 h 834700"/>
                <a:gd name="connsiteX7" fmla="*/ 4491563 w 6239630"/>
                <a:gd name="connsiteY7" fmla="*/ 1663 h 834700"/>
                <a:gd name="connsiteX8" fmla="*/ 6092616 w 6239630"/>
                <a:gd name="connsiteY8" fmla="*/ 72780 h 834700"/>
                <a:gd name="connsiteX9" fmla="*/ 5996638 w 6239630"/>
                <a:gd name="connsiteY9" fmla="*/ 610449 h 834700"/>
                <a:gd name="connsiteX10" fmla="*/ 4584630 w 6239630"/>
                <a:gd name="connsiteY10" fmla="*/ 660507 h 834700"/>
                <a:gd name="connsiteX11" fmla="*/ 1554968 w 6239630"/>
                <a:gd name="connsiteY11" fmla="*/ 802666 h 834700"/>
                <a:gd name="connsiteX12" fmla="*/ 708981 w 6239630"/>
                <a:gd name="connsiteY12" fmla="*/ 768674 h 834700"/>
                <a:gd name="connsiteX0" fmla="*/ 708981 w 6239630"/>
                <a:gd name="connsiteY0" fmla="*/ 768674 h 834700"/>
                <a:gd name="connsiteX1" fmla="*/ 837 w 6239630"/>
                <a:gd name="connsiteY1" fmla="*/ 51001 h 834700"/>
                <a:gd name="connsiteX2" fmla="*/ 564459 w 6239630"/>
                <a:gd name="connsiteY2" fmla="*/ 113069 h 834700"/>
                <a:gd name="connsiteX3" fmla="*/ 909240 w 6239630"/>
                <a:gd name="connsiteY3" fmla="*/ 154169 h 834700"/>
                <a:gd name="connsiteX4" fmla="*/ 3121597 w 6239630"/>
                <a:gd name="connsiteY4" fmla="*/ 88167 h 834700"/>
                <a:gd name="connsiteX5" fmla="*/ 3822548 w 6239630"/>
                <a:gd name="connsiteY5" fmla="*/ 28886 h 834700"/>
                <a:gd name="connsiteX6" fmla="*/ 4491563 w 6239630"/>
                <a:gd name="connsiteY6" fmla="*/ 1663 h 834700"/>
                <a:gd name="connsiteX7" fmla="*/ 6092616 w 6239630"/>
                <a:gd name="connsiteY7" fmla="*/ 72780 h 834700"/>
                <a:gd name="connsiteX8" fmla="*/ 5996638 w 6239630"/>
                <a:gd name="connsiteY8" fmla="*/ 610449 h 834700"/>
                <a:gd name="connsiteX9" fmla="*/ 4584630 w 6239630"/>
                <a:gd name="connsiteY9" fmla="*/ 660507 h 834700"/>
                <a:gd name="connsiteX10" fmla="*/ 1554968 w 6239630"/>
                <a:gd name="connsiteY10" fmla="*/ 802666 h 834700"/>
                <a:gd name="connsiteX11" fmla="*/ 708981 w 6239630"/>
                <a:gd name="connsiteY11" fmla="*/ 768674 h 834700"/>
                <a:gd name="connsiteX0" fmla="*/ 708981 w 6239630"/>
                <a:gd name="connsiteY0" fmla="*/ 769454 h 835480"/>
                <a:gd name="connsiteX1" fmla="*/ 837 w 6239630"/>
                <a:gd name="connsiteY1" fmla="*/ 51781 h 835480"/>
                <a:gd name="connsiteX2" fmla="*/ 564459 w 6239630"/>
                <a:gd name="connsiteY2" fmla="*/ 113849 h 835480"/>
                <a:gd name="connsiteX3" fmla="*/ 909240 w 6239630"/>
                <a:gd name="connsiteY3" fmla="*/ 154949 h 835480"/>
                <a:gd name="connsiteX4" fmla="*/ 3822548 w 6239630"/>
                <a:gd name="connsiteY4" fmla="*/ 29666 h 835480"/>
                <a:gd name="connsiteX5" fmla="*/ 4491563 w 6239630"/>
                <a:gd name="connsiteY5" fmla="*/ 2443 h 835480"/>
                <a:gd name="connsiteX6" fmla="*/ 6092616 w 6239630"/>
                <a:gd name="connsiteY6" fmla="*/ 73560 h 835480"/>
                <a:gd name="connsiteX7" fmla="*/ 5996638 w 6239630"/>
                <a:gd name="connsiteY7" fmla="*/ 611229 h 835480"/>
                <a:gd name="connsiteX8" fmla="*/ 4584630 w 6239630"/>
                <a:gd name="connsiteY8" fmla="*/ 661287 h 835480"/>
                <a:gd name="connsiteX9" fmla="*/ 1554968 w 6239630"/>
                <a:gd name="connsiteY9" fmla="*/ 803446 h 835480"/>
                <a:gd name="connsiteX10" fmla="*/ 708981 w 6239630"/>
                <a:gd name="connsiteY10" fmla="*/ 769454 h 835480"/>
                <a:gd name="connsiteX0" fmla="*/ 708981 w 6239630"/>
                <a:gd name="connsiteY0" fmla="*/ 777245 h 843271"/>
                <a:gd name="connsiteX1" fmla="*/ 837 w 6239630"/>
                <a:gd name="connsiteY1" fmla="*/ 59572 h 843271"/>
                <a:gd name="connsiteX2" fmla="*/ 564459 w 6239630"/>
                <a:gd name="connsiteY2" fmla="*/ 121640 h 843271"/>
                <a:gd name="connsiteX3" fmla="*/ 909240 w 6239630"/>
                <a:gd name="connsiteY3" fmla="*/ 162740 h 843271"/>
                <a:gd name="connsiteX4" fmla="*/ 4491563 w 6239630"/>
                <a:gd name="connsiteY4" fmla="*/ 10234 h 843271"/>
                <a:gd name="connsiteX5" fmla="*/ 6092616 w 6239630"/>
                <a:gd name="connsiteY5" fmla="*/ 81351 h 843271"/>
                <a:gd name="connsiteX6" fmla="*/ 5996638 w 6239630"/>
                <a:gd name="connsiteY6" fmla="*/ 619020 h 843271"/>
                <a:gd name="connsiteX7" fmla="*/ 4584630 w 6239630"/>
                <a:gd name="connsiteY7" fmla="*/ 669078 h 843271"/>
                <a:gd name="connsiteX8" fmla="*/ 1554968 w 6239630"/>
                <a:gd name="connsiteY8" fmla="*/ 811237 h 843271"/>
                <a:gd name="connsiteX9" fmla="*/ 708981 w 6239630"/>
                <a:gd name="connsiteY9" fmla="*/ 777245 h 843271"/>
                <a:gd name="connsiteX0" fmla="*/ 205060 w 5735709"/>
                <a:gd name="connsiteY0" fmla="*/ 777245 h 843271"/>
                <a:gd name="connsiteX1" fmla="*/ 60538 w 5735709"/>
                <a:gd name="connsiteY1" fmla="*/ 121640 h 843271"/>
                <a:gd name="connsiteX2" fmla="*/ 405319 w 5735709"/>
                <a:gd name="connsiteY2" fmla="*/ 162740 h 843271"/>
                <a:gd name="connsiteX3" fmla="*/ 3987642 w 5735709"/>
                <a:gd name="connsiteY3" fmla="*/ 10234 h 843271"/>
                <a:gd name="connsiteX4" fmla="*/ 5588695 w 5735709"/>
                <a:gd name="connsiteY4" fmla="*/ 81351 h 843271"/>
                <a:gd name="connsiteX5" fmla="*/ 5492717 w 5735709"/>
                <a:gd name="connsiteY5" fmla="*/ 619020 h 843271"/>
                <a:gd name="connsiteX6" fmla="*/ 4080709 w 5735709"/>
                <a:gd name="connsiteY6" fmla="*/ 669078 h 843271"/>
                <a:gd name="connsiteX7" fmla="*/ 1051047 w 5735709"/>
                <a:gd name="connsiteY7" fmla="*/ 811237 h 843271"/>
                <a:gd name="connsiteX8" fmla="*/ 205060 w 5735709"/>
                <a:gd name="connsiteY8" fmla="*/ 777245 h 843271"/>
                <a:gd name="connsiteX0" fmla="*/ 178464 w 5709113"/>
                <a:gd name="connsiteY0" fmla="*/ 777245 h 843271"/>
                <a:gd name="connsiteX1" fmla="*/ 378723 w 5709113"/>
                <a:gd name="connsiteY1" fmla="*/ 162740 h 843271"/>
                <a:gd name="connsiteX2" fmla="*/ 3961046 w 5709113"/>
                <a:gd name="connsiteY2" fmla="*/ 10234 h 843271"/>
                <a:gd name="connsiteX3" fmla="*/ 5562099 w 5709113"/>
                <a:gd name="connsiteY3" fmla="*/ 81351 h 843271"/>
                <a:gd name="connsiteX4" fmla="*/ 5466121 w 5709113"/>
                <a:gd name="connsiteY4" fmla="*/ 619020 h 843271"/>
                <a:gd name="connsiteX5" fmla="*/ 4054113 w 5709113"/>
                <a:gd name="connsiteY5" fmla="*/ 669078 h 843271"/>
                <a:gd name="connsiteX6" fmla="*/ 1024451 w 5709113"/>
                <a:gd name="connsiteY6" fmla="*/ 811237 h 843271"/>
                <a:gd name="connsiteX7" fmla="*/ 178464 w 5709113"/>
                <a:gd name="connsiteY7" fmla="*/ 777245 h 843271"/>
                <a:gd name="connsiteX0" fmla="*/ 615645 w 6146294"/>
                <a:gd name="connsiteY0" fmla="*/ 773321 h 835791"/>
                <a:gd name="connsiteX1" fmla="*/ 236784 w 6146294"/>
                <a:gd name="connsiteY1" fmla="*/ 105476 h 835791"/>
                <a:gd name="connsiteX2" fmla="*/ 4398227 w 6146294"/>
                <a:gd name="connsiteY2" fmla="*/ 6310 h 835791"/>
                <a:gd name="connsiteX3" fmla="*/ 5999280 w 6146294"/>
                <a:gd name="connsiteY3" fmla="*/ 77427 h 835791"/>
                <a:gd name="connsiteX4" fmla="*/ 5903302 w 6146294"/>
                <a:gd name="connsiteY4" fmla="*/ 615096 h 835791"/>
                <a:gd name="connsiteX5" fmla="*/ 4491294 w 6146294"/>
                <a:gd name="connsiteY5" fmla="*/ 665154 h 835791"/>
                <a:gd name="connsiteX6" fmla="*/ 1461632 w 6146294"/>
                <a:gd name="connsiteY6" fmla="*/ 807313 h 835791"/>
                <a:gd name="connsiteX7" fmla="*/ 615645 w 6146294"/>
                <a:gd name="connsiteY7" fmla="*/ 773321 h 835791"/>
                <a:gd name="connsiteX0" fmla="*/ 317956 w 6298185"/>
                <a:gd name="connsiteY0" fmla="*/ 697121 h 809146"/>
                <a:gd name="connsiteX1" fmla="*/ 388675 w 6298185"/>
                <a:gd name="connsiteY1" fmla="*/ 105476 h 809146"/>
                <a:gd name="connsiteX2" fmla="*/ 4550118 w 6298185"/>
                <a:gd name="connsiteY2" fmla="*/ 6310 h 809146"/>
                <a:gd name="connsiteX3" fmla="*/ 6151171 w 6298185"/>
                <a:gd name="connsiteY3" fmla="*/ 77427 h 809146"/>
                <a:gd name="connsiteX4" fmla="*/ 6055193 w 6298185"/>
                <a:gd name="connsiteY4" fmla="*/ 615096 h 809146"/>
                <a:gd name="connsiteX5" fmla="*/ 4643185 w 6298185"/>
                <a:gd name="connsiteY5" fmla="*/ 665154 h 809146"/>
                <a:gd name="connsiteX6" fmla="*/ 1613523 w 6298185"/>
                <a:gd name="connsiteY6" fmla="*/ 807313 h 809146"/>
                <a:gd name="connsiteX7" fmla="*/ 317956 w 6298185"/>
                <a:gd name="connsiteY7" fmla="*/ 697121 h 809146"/>
                <a:gd name="connsiteX0" fmla="*/ 346441 w 6326670"/>
                <a:gd name="connsiteY0" fmla="*/ 697121 h 749226"/>
                <a:gd name="connsiteX1" fmla="*/ 417160 w 6326670"/>
                <a:gd name="connsiteY1" fmla="*/ 105476 h 749226"/>
                <a:gd name="connsiteX2" fmla="*/ 4578603 w 6326670"/>
                <a:gd name="connsiteY2" fmla="*/ 6310 h 749226"/>
                <a:gd name="connsiteX3" fmla="*/ 6179656 w 6326670"/>
                <a:gd name="connsiteY3" fmla="*/ 77427 h 749226"/>
                <a:gd name="connsiteX4" fmla="*/ 6083678 w 6326670"/>
                <a:gd name="connsiteY4" fmla="*/ 615096 h 749226"/>
                <a:gd name="connsiteX5" fmla="*/ 4671670 w 6326670"/>
                <a:gd name="connsiteY5" fmla="*/ 665154 h 749226"/>
                <a:gd name="connsiteX6" fmla="*/ 2190648 w 6326670"/>
                <a:gd name="connsiteY6" fmla="*/ 715873 h 749226"/>
                <a:gd name="connsiteX7" fmla="*/ 346441 w 6326670"/>
                <a:gd name="connsiteY7" fmla="*/ 697121 h 749226"/>
                <a:gd name="connsiteX0" fmla="*/ 349609 w 6326572"/>
                <a:gd name="connsiteY0" fmla="*/ 658870 h 710975"/>
                <a:gd name="connsiteX1" fmla="*/ 420328 w 6326572"/>
                <a:gd name="connsiteY1" fmla="*/ 67225 h 710975"/>
                <a:gd name="connsiteX2" fmla="*/ 4627491 w 6326572"/>
                <a:gd name="connsiteY2" fmla="*/ 44259 h 710975"/>
                <a:gd name="connsiteX3" fmla="*/ 6182824 w 6326572"/>
                <a:gd name="connsiteY3" fmla="*/ 39176 h 710975"/>
                <a:gd name="connsiteX4" fmla="*/ 6086846 w 6326572"/>
                <a:gd name="connsiteY4" fmla="*/ 576845 h 710975"/>
                <a:gd name="connsiteX5" fmla="*/ 4674838 w 6326572"/>
                <a:gd name="connsiteY5" fmla="*/ 626903 h 710975"/>
                <a:gd name="connsiteX6" fmla="*/ 2193816 w 6326572"/>
                <a:gd name="connsiteY6" fmla="*/ 677622 h 710975"/>
                <a:gd name="connsiteX7" fmla="*/ 349609 w 6326572"/>
                <a:gd name="connsiteY7" fmla="*/ 658870 h 710975"/>
                <a:gd name="connsiteX0" fmla="*/ 349609 w 6302093"/>
                <a:gd name="connsiteY0" fmla="*/ 669028 h 753409"/>
                <a:gd name="connsiteX1" fmla="*/ 420328 w 6302093"/>
                <a:gd name="connsiteY1" fmla="*/ 77383 h 753409"/>
                <a:gd name="connsiteX2" fmla="*/ 4627491 w 6302093"/>
                <a:gd name="connsiteY2" fmla="*/ 54417 h 753409"/>
                <a:gd name="connsiteX3" fmla="*/ 6182824 w 6302093"/>
                <a:gd name="connsiteY3" fmla="*/ 49334 h 753409"/>
                <a:gd name="connsiteX4" fmla="*/ 6025886 w 6302093"/>
                <a:gd name="connsiteY4" fmla="*/ 724163 h 753409"/>
                <a:gd name="connsiteX5" fmla="*/ 4674838 w 6302093"/>
                <a:gd name="connsiteY5" fmla="*/ 637061 h 753409"/>
                <a:gd name="connsiteX6" fmla="*/ 2193816 w 6302093"/>
                <a:gd name="connsiteY6" fmla="*/ 687780 h 753409"/>
                <a:gd name="connsiteX7" fmla="*/ 349609 w 6302093"/>
                <a:gd name="connsiteY7" fmla="*/ 669028 h 753409"/>
                <a:gd name="connsiteX0" fmla="*/ 349609 w 6361421"/>
                <a:gd name="connsiteY0" fmla="*/ 649016 h 725012"/>
                <a:gd name="connsiteX1" fmla="*/ 420328 w 6361421"/>
                <a:gd name="connsiteY1" fmla="*/ 57371 h 725012"/>
                <a:gd name="connsiteX2" fmla="*/ 4627491 w 6361421"/>
                <a:gd name="connsiteY2" fmla="*/ 34405 h 725012"/>
                <a:gd name="connsiteX3" fmla="*/ 6259024 w 6361421"/>
                <a:gd name="connsiteY3" fmla="*/ 158862 h 725012"/>
                <a:gd name="connsiteX4" fmla="*/ 6025886 w 6361421"/>
                <a:gd name="connsiteY4" fmla="*/ 704151 h 725012"/>
                <a:gd name="connsiteX5" fmla="*/ 4674838 w 6361421"/>
                <a:gd name="connsiteY5" fmla="*/ 617049 h 725012"/>
                <a:gd name="connsiteX6" fmla="*/ 2193816 w 6361421"/>
                <a:gd name="connsiteY6" fmla="*/ 667768 h 725012"/>
                <a:gd name="connsiteX7" fmla="*/ 349609 w 6361421"/>
                <a:gd name="connsiteY7" fmla="*/ 649016 h 725012"/>
                <a:gd name="connsiteX0" fmla="*/ 349609 w 6363738"/>
                <a:gd name="connsiteY0" fmla="*/ 649016 h 701121"/>
                <a:gd name="connsiteX1" fmla="*/ 420328 w 6363738"/>
                <a:gd name="connsiteY1" fmla="*/ 57371 h 701121"/>
                <a:gd name="connsiteX2" fmla="*/ 4627491 w 6363738"/>
                <a:gd name="connsiteY2" fmla="*/ 34405 h 701121"/>
                <a:gd name="connsiteX3" fmla="*/ 6259024 w 6363738"/>
                <a:gd name="connsiteY3" fmla="*/ 158862 h 701121"/>
                <a:gd name="connsiteX4" fmla="*/ 6033506 w 6363738"/>
                <a:gd name="connsiteY4" fmla="*/ 666051 h 701121"/>
                <a:gd name="connsiteX5" fmla="*/ 4674838 w 6363738"/>
                <a:gd name="connsiteY5" fmla="*/ 617049 h 701121"/>
                <a:gd name="connsiteX6" fmla="*/ 2193816 w 6363738"/>
                <a:gd name="connsiteY6" fmla="*/ 667768 h 701121"/>
                <a:gd name="connsiteX7" fmla="*/ 349609 w 6363738"/>
                <a:gd name="connsiteY7" fmla="*/ 649016 h 701121"/>
                <a:gd name="connsiteX0" fmla="*/ 349609 w 6365036"/>
                <a:gd name="connsiteY0" fmla="*/ 649016 h 700128"/>
                <a:gd name="connsiteX1" fmla="*/ 420328 w 6365036"/>
                <a:gd name="connsiteY1" fmla="*/ 57371 h 700128"/>
                <a:gd name="connsiteX2" fmla="*/ 4627491 w 6365036"/>
                <a:gd name="connsiteY2" fmla="*/ 34405 h 700128"/>
                <a:gd name="connsiteX3" fmla="*/ 6259024 w 6365036"/>
                <a:gd name="connsiteY3" fmla="*/ 158862 h 700128"/>
                <a:gd name="connsiteX4" fmla="*/ 6033506 w 6365036"/>
                <a:gd name="connsiteY4" fmla="*/ 666051 h 700128"/>
                <a:gd name="connsiteX5" fmla="*/ 4636738 w 6365036"/>
                <a:gd name="connsiteY5" fmla="*/ 655149 h 700128"/>
                <a:gd name="connsiteX6" fmla="*/ 2193816 w 6365036"/>
                <a:gd name="connsiteY6" fmla="*/ 667768 h 700128"/>
                <a:gd name="connsiteX7" fmla="*/ 349609 w 6365036"/>
                <a:gd name="connsiteY7" fmla="*/ 649016 h 700128"/>
                <a:gd name="connsiteX0" fmla="*/ 150130 w 6165557"/>
                <a:gd name="connsiteY0" fmla="*/ 682470 h 736189"/>
                <a:gd name="connsiteX1" fmla="*/ 594229 w 6165557"/>
                <a:gd name="connsiteY1" fmla="*/ 45105 h 736189"/>
                <a:gd name="connsiteX2" fmla="*/ 4428012 w 6165557"/>
                <a:gd name="connsiteY2" fmla="*/ 67859 h 736189"/>
                <a:gd name="connsiteX3" fmla="*/ 6059545 w 6165557"/>
                <a:gd name="connsiteY3" fmla="*/ 192316 h 736189"/>
                <a:gd name="connsiteX4" fmla="*/ 5834027 w 6165557"/>
                <a:gd name="connsiteY4" fmla="*/ 699505 h 736189"/>
                <a:gd name="connsiteX5" fmla="*/ 4437259 w 6165557"/>
                <a:gd name="connsiteY5" fmla="*/ 688603 h 736189"/>
                <a:gd name="connsiteX6" fmla="*/ 1994337 w 6165557"/>
                <a:gd name="connsiteY6" fmla="*/ 701222 h 736189"/>
                <a:gd name="connsiteX7" fmla="*/ 150130 w 6165557"/>
                <a:gd name="connsiteY7" fmla="*/ 682470 h 736189"/>
                <a:gd name="connsiteX0" fmla="*/ 115291 w 6275498"/>
                <a:gd name="connsiteY0" fmla="*/ 641550 h 730762"/>
                <a:gd name="connsiteX1" fmla="*/ 704170 w 6275498"/>
                <a:gd name="connsiteY1" fmla="*/ 42285 h 730762"/>
                <a:gd name="connsiteX2" fmla="*/ 4537953 w 6275498"/>
                <a:gd name="connsiteY2" fmla="*/ 65039 h 730762"/>
                <a:gd name="connsiteX3" fmla="*/ 6169486 w 6275498"/>
                <a:gd name="connsiteY3" fmla="*/ 189496 h 730762"/>
                <a:gd name="connsiteX4" fmla="*/ 5943968 w 6275498"/>
                <a:gd name="connsiteY4" fmla="*/ 696685 h 730762"/>
                <a:gd name="connsiteX5" fmla="*/ 4547200 w 6275498"/>
                <a:gd name="connsiteY5" fmla="*/ 685783 h 730762"/>
                <a:gd name="connsiteX6" fmla="*/ 2104278 w 6275498"/>
                <a:gd name="connsiteY6" fmla="*/ 698402 h 730762"/>
                <a:gd name="connsiteX7" fmla="*/ 115291 w 6275498"/>
                <a:gd name="connsiteY7" fmla="*/ 641550 h 730762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2147087 w 6318307"/>
                <a:gd name="connsiteY6" fmla="*/ 716913 h 749273"/>
                <a:gd name="connsiteX7" fmla="*/ 158100 w 6318307"/>
                <a:gd name="connsiteY7" fmla="*/ 660061 h 749273"/>
                <a:gd name="connsiteX0" fmla="*/ 158100 w 6318307"/>
                <a:gd name="connsiteY0" fmla="*/ 660061 h 749273"/>
                <a:gd name="connsiteX1" fmla="*/ 625059 w 6318307"/>
                <a:gd name="connsiteY1" fmla="*/ 37936 h 749273"/>
                <a:gd name="connsiteX2" fmla="*/ 4580762 w 6318307"/>
                <a:gd name="connsiteY2" fmla="*/ 83550 h 749273"/>
                <a:gd name="connsiteX3" fmla="*/ 6212295 w 6318307"/>
                <a:gd name="connsiteY3" fmla="*/ 208007 h 749273"/>
                <a:gd name="connsiteX4" fmla="*/ 5986777 w 6318307"/>
                <a:gd name="connsiteY4" fmla="*/ 715196 h 749273"/>
                <a:gd name="connsiteX5" fmla="*/ 4590009 w 6318307"/>
                <a:gd name="connsiteY5" fmla="*/ 704294 h 749273"/>
                <a:gd name="connsiteX6" fmla="*/ 158100 w 6318307"/>
                <a:gd name="connsiteY6" fmla="*/ 660061 h 749273"/>
                <a:gd name="connsiteX0" fmla="*/ 145695 w 6305902"/>
                <a:gd name="connsiteY0" fmla="*/ 660061 h 790600"/>
                <a:gd name="connsiteX1" fmla="*/ 612654 w 6305902"/>
                <a:gd name="connsiteY1" fmla="*/ 37936 h 790600"/>
                <a:gd name="connsiteX2" fmla="*/ 4568357 w 6305902"/>
                <a:gd name="connsiteY2" fmla="*/ 83550 h 790600"/>
                <a:gd name="connsiteX3" fmla="*/ 6199890 w 6305902"/>
                <a:gd name="connsiteY3" fmla="*/ 208007 h 790600"/>
                <a:gd name="connsiteX4" fmla="*/ 5974372 w 6305902"/>
                <a:gd name="connsiteY4" fmla="*/ 715196 h 790600"/>
                <a:gd name="connsiteX5" fmla="*/ 4577604 w 6305902"/>
                <a:gd name="connsiteY5" fmla="*/ 704294 h 790600"/>
                <a:gd name="connsiteX6" fmla="*/ 145695 w 6305902"/>
                <a:gd name="connsiteY6" fmla="*/ 660061 h 790600"/>
                <a:gd name="connsiteX0" fmla="*/ 145695 w 6305902"/>
                <a:gd name="connsiteY0" fmla="*/ 660061 h 761778"/>
                <a:gd name="connsiteX1" fmla="*/ 612654 w 6305902"/>
                <a:gd name="connsiteY1" fmla="*/ 37936 h 761778"/>
                <a:gd name="connsiteX2" fmla="*/ 4568357 w 6305902"/>
                <a:gd name="connsiteY2" fmla="*/ 83550 h 761778"/>
                <a:gd name="connsiteX3" fmla="*/ 6199890 w 6305902"/>
                <a:gd name="connsiteY3" fmla="*/ 208007 h 761778"/>
                <a:gd name="connsiteX4" fmla="*/ 5974372 w 6305902"/>
                <a:gd name="connsiteY4" fmla="*/ 715196 h 761778"/>
                <a:gd name="connsiteX5" fmla="*/ 4577604 w 6305902"/>
                <a:gd name="connsiteY5" fmla="*/ 704294 h 761778"/>
                <a:gd name="connsiteX6" fmla="*/ 145695 w 6305902"/>
                <a:gd name="connsiteY6" fmla="*/ 660061 h 761778"/>
                <a:gd name="connsiteX0" fmla="*/ 145695 w 6305902"/>
                <a:gd name="connsiteY0" fmla="*/ 660061 h 759511"/>
                <a:gd name="connsiteX1" fmla="*/ 612654 w 6305902"/>
                <a:gd name="connsiteY1" fmla="*/ 37936 h 759511"/>
                <a:gd name="connsiteX2" fmla="*/ 4568357 w 6305902"/>
                <a:gd name="connsiteY2" fmla="*/ 83550 h 759511"/>
                <a:gd name="connsiteX3" fmla="*/ 6199890 w 6305902"/>
                <a:gd name="connsiteY3" fmla="*/ 208007 h 759511"/>
                <a:gd name="connsiteX4" fmla="*/ 5974372 w 6305902"/>
                <a:gd name="connsiteY4" fmla="*/ 715196 h 759511"/>
                <a:gd name="connsiteX5" fmla="*/ 4577604 w 6305902"/>
                <a:gd name="connsiteY5" fmla="*/ 704294 h 759511"/>
                <a:gd name="connsiteX6" fmla="*/ 145695 w 6305902"/>
                <a:gd name="connsiteY6" fmla="*/ 660061 h 759511"/>
                <a:gd name="connsiteX0" fmla="*/ 145695 w 6353656"/>
                <a:gd name="connsiteY0" fmla="*/ 660061 h 864844"/>
                <a:gd name="connsiteX1" fmla="*/ 612654 w 6353656"/>
                <a:gd name="connsiteY1" fmla="*/ 37936 h 864844"/>
                <a:gd name="connsiteX2" fmla="*/ 4568357 w 6353656"/>
                <a:gd name="connsiteY2" fmla="*/ 83550 h 864844"/>
                <a:gd name="connsiteX3" fmla="*/ 6199890 w 6353656"/>
                <a:gd name="connsiteY3" fmla="*/ 208007 h 864844"/>
                <a:gd name="connsiteX4" fmla="*/ 6101372 w 6353656"/>
                <a:gd name="connsiteY4" fmla="*/ 844325 h 864844"/>
                <a:gd name="connsiteX5" fmla="*/ 4577604 w 6353656"/>
                <a:gd name="connsiteY5" fmla="*/ 704294 h 864844"/>
                <a:gd name="connsiteX6" fmla="*/ 145695 w 6353656"/>
                <a:gd name="connsiteY6" fmla="*/ 660061 h 864844"/>
                <a:gd name="connsiteX0" fmla="*/ 145695 w 6305902"/>
                <a:gd name="connsiteY0" fmla="*/ 660061 h 936658"/>
                <a:gd name="connsiteX1" fmla="*/ 612654 w 6305902"/>
                <a:gd name="connsiteY1" fmla="*/ 37936 h 936658"/>
                <a:gd name="connsiteX2" fmla="*/ 4568357 w 6305902"/>
                <a:gd name="connsiteY2" fmla="*/ 83550 h 936658"/>
                <a:gd name="connsiteX3" fmla="*/ 6199890 w 6305902"/>
                <a:gd name="connsiteY3" fmla="*/ 208007 h 936658"/>
                <a:gd name="connsiteX4" fmla="*/ 5974372 w 6305902"/>
                <a:gd name="connsiteY4" fmla="*/ 920283 h 936658"/>
                <a:gd name="connsiteX5" fmla="*/ 4577604 w 6305902"/>
                <a:gd name="connsiteY5" fmla="*/ 704294 h 936658"/>
                <a:gd name="connsiteX6" fmla="*/ 145695 w 6305902"/>
                <a:gd name="connsiteY6" fmla="*/ 660061 h 936658"/>
                <a:gd name="connsiteX0" fmla="*/ 301714 w 6480492"/>
                <a:gd name="connsiteY0" fmla="*/ 660061 h 942033"/>
                <a:gd name="connsiteX1" fmla="*/ 768673 w 6480492"/>
                <a:gd name="connsiteY1" fmla="*/ 37936 h 942033"/>
                <a:gd name="connsiteX2" fmla="*/ 4724376 w 6480492"/>
                <a:gd name="connsiteY2" fmla="*/ 83550 h 942033"/>
                <a:gd name="connsiteX3" fmla="*/ 6355909 w 6480492"/>
                <a:gd name="connsiteY3" fmla="*/ 208007 h 942033"/>
                <a:gd name="connsiteX4" fmla="*/ 6130391 w 6480492"/>
                <a:gd name="connsiteY4" fmla="*/ 920283 h 942033"/>
                <a:gd name="connsiteX5" fmla="*/ 4244673 w 6480492"/>
                <a:gd name="connsiteY5" fmla="*/ 749869 h 942033"/>
                <a:gd name="connsiteX6" fmla="*/ 301714 w 6480492"/>
                <a:gd name="connsiteY6" fmla="*/ 660061 h 942033"/>
                <a:gd name="connsiteX0" fmla="*/ 308739 w 6483618"/>
                <a:gd name="connsiteY0" fmla="*/ 660061 h 942033"/>
                <a:gd name="connsiteX1" fmla="*/ 775698 w 6483618"/>
                <a:gd name="connsiteY1" fmla="*/ 37936 h 942033"/>
                <a:gd name="connsiteX2" fmla="*/ 4731401 w 6483618"/>
                <a:gd name="connsiteY2" fmla="*/ 83550 h 942033"/>
                <a:gd name="connsiteX3" fmla="*/ 6362934 w 6483618"/>
                <a:gd name="connsiteY3" fmla="*/ 208007 h 942033"/>
                <a:gd name="connsiteX4" fmla="*/ 6137416 w 6483618"/>
                <a:gd name="connsiteY4" fmla="*/ 920283 h 942033"/>
                <a:gd name="connsiteX5" fmla="*/ 4346948 w 6483618"/>
                <a:gd name="connsiteY5" fmla="*/ 749869 h 942033"/>
                <a:gd name="connsiteX6" fmla="*/ 308739 w 6483618"/>
                <a:gd name="connsiteY6" fmla="*/ 660061 h 942033"/>
                <a:gd name="connsiteX0" fmla="*/ 308739 w 6500577"/>
                <a:gd name="connsiteY0" fmla="*/ 660061 h 865601"/>
                <a:gd name="connsiteX1" fmla="*/ 775698 w 6500577"/>
                <a:gd name="connsiteY1" fmla="*/ 37936 h 865601"/>
                <a:gd name="connsiteX2" fmla="*/ 4731401 w 6500577"/>
                <a:gd name="connsiteY2" fmla="*/ 83550 h 865601"/>
                <a:gd name="connsiteX3" fmla="*/ 6362934 w 6500577"/>
                <a:gd name="connsiteY3" fmla="*/ 208007 h 865601"/>
                <a:gd name="connsiteX4" fmla="*/ 6181866 w 6500577"/>
                <a:gd name="connsiteY4" fmla="*/ 836728 h 865601"/>
                <a:gd name="connsiteX5" fmla="*/ 4346948 w 6500577"/>
                <a:gd name="connsiteY5" fmla="*/ 749869 h 865601"/>
                <a:gd name="connsiteX6" fmla="*/ 308739 w 6500577"/>
                <a:gd name="connsiteY6" fmla="*/ 660061 h 865601"/>
                <a:gd name="connsiteX0" fmla="*/ 300879 w 6524467"/>
                <a:gd name="connsiteY0" fmla="*/ 814941 h 873479"/>
                <a:gd name="connsiteX1" fmla="*/ 799588 w 6524467"/>
                <a:gd name="connsiteY1" fmla="*/ 48495 h 873479"/>
                <a:gd name="connsiteX2" fmla="*/ 4755291 w 6524467"/>
                <a:gd name="connsiteY2" fmla="*/ 94109 h 873479"/>
                <a:gd name="connsiteX3" fmla="*/ 6386824 w 6524467"/>
                <a:gd name="connsiteY3" fmla="*/ 218566 h 873479"/>
                <a:gd name="connsiteX4" fmla="*/ 6205756 w 6524467"/>
                <a:gd name="connsiteY4" fmla="*/ 847287 h 873479"/>
                <a:gd name="connsiteX5" fmla="*/ 4370838 w 6524467"/>
                <a:gd name="connsiteY5" fmla="*/ 760428 h 873479"/>
                <a:gd name="connsiteX6" fmla="*/ 300879 w 6524467"/>
                <a:gd name="connsiteY6" fmla="*/ 814941 h 873479"/>
                <a:gd name="connsiteX0" fmla="*/ 380534 w 6331072"/>
                <a:gd name="connsiteY0" fmla="*/ 814941 h 873479"/>
                <a:gd name="connsiteX1" fmla="*/ 606193 w 6331072"/>
                <a:gd name="connsiteY1" fmla="*/ 48495 h 873479"/>
                <a:gd name="connsiteX2" fmla="*/ 4561896 w 6331072"/>
                <a:gd name="connsiteY2" fmla="*/ 94109 h 873479"/>
                <a:gd name="connsiteX3" fmla="*/ 6193429 w 6331072"/>
                <a:gd name="connsiteY3" fmla="*/ 218566 h 873479"/>
                <a:gd name="connsiteX4" fmla="*/ 6012361 w 6331072"/>
                <a:gd name="connsiteY4" fmla="*/ 847287 h 873479"/>
                <a:gd name="connsiteX5" fmla="*/ 4177443 w 6331072"/>
                <a:gd name="connsiteY5" fmla="*/ 760428 h 873479"/>
                <a:gd name="connsiteX6" fmla="*/ 380534 w 6331072"/>
                <a:gd name="connsiteY6" fmla="*/ 814941 h 873479"/>
                <a:gd name="connsiteX0" fmla="*/ 380534 w 6331072"/>
                <a:gd name="connsiteY0" fmla="*/ 814941 h 877598"/>
                <a:gd name="connsiteX1" fmla="*/ 606193 w 6331072"/>
                <a:gd name="connsiteY1" fmla="*/ 48495 h 877598"/>
                <a:gd name="connsiteX2" fmla="*/ 4561896 w 6331072"/>
                <a:gd name="connsiteY2" fmla="*/ 94109 h 877598"/>
                <a:gd name="connsiteX3" fmla="*/ 6193429 w 6331072"/>
                <a:gd name="connsiteY3" fmla="*/ 218566 h 877598"/>
                <a:gd name="connsiteX4" fmla="*/ 6012361 w 6331072"/>
                <a:gd name="connsiteY4" fmla="*/ 847287 h 877598"/>
                <a:gd name="connsiteX5" fmla="*/ 4177443 w 6331072"/>
                <a:gd name="connsiteY5" fmla="*/ 760428 h 877598"/>
                <a:gd name="connsiteX6" fmla="*/ 380534 w 6331072"/>
                <a:gd name="connsiteY6" fmla="*/ 814941 h 877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31072" h="877598">
                  <a:moveTo>
                    <a:pt x="380534" y="814941"/>
                  </a:moveTo>
                  <a:cubicBezTo>
                    <a:pt x="-214674" y="696285"/>
                    <a:pt x="-90701" y="168634"/>
                    <a:pt x="606193" y="48495"/>
                  </a:cubicBezTo>
                  <a:cubicBezTo>
                    <a:pt x="1303087" y="-71644"/>
                    <a:pt x="3630690" y="65764"/>
                    <a:pt x="4561896" y="94109"/>
                  </a:cubicBezTo>
                  <a:cubicBezTo>
                    <a:pt x="5493102" y="122454"/>
                    <a:pt x="5951685" y="93036"/>
                    <a:pt x="6193429" y="218566"/>
                  </a:cubicBezTo>
                  <a:cubicBezTo>
                    <a:pt x="6435173" y="344096"/>
                    <a:pt x="6348359" y="756977"/>
                    <a:pt x="6012361" y="847287"/>
                  </a:cubicBezTo>
                  <a:cubicBezTo>
                    <a:pt x="5676363" y="937597"/>
                    <a:pt x="5115209" y="801245"/>
                    <a:pt x="4177443" y="760428"/>
                  </a:cubicBezTo>
                  <a:cubicBezTo>
                    <a:pt x="2133905" y="671482"/>
                    <a:pt x="975742" y="933597"/>
                    <a:pt x="380534" y="814941"/>
                  </a:cubicBezTo>
                  <a:close/>
                </a:path>
              </a:pathLst>
            </a:custGeom>
            <a:solidFill>
              <a:srgbClr val="474F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lt1"/>
                </a:solidFill>
                <a:cs typeface="+mn-ea"/>
              </a:endParaRPr>
            </a:p>
          </p:txBody>
        </p:sp>
        <p:sp>
          <p:nvSpPr>
            <p:cNvPr id="476" name="文本框 475">
              <a:extLst>
                <a:ext uri="{FF2B5EF4-FFF2-40B4-BE49-F238E27FC236}">
                  <a16:creationId xmlns:a16="http://schemas.microsoft.com/office/drawing/2014/main" id="{E65416ED-3644-055C-3531-C20C273190C4}"/>
                </a:ext>
              </a:extLst>
            </p:cNvPr>
            <p:cNvSpPr txBox="1"/>
            <p:nvPr/>
          </p:nvSpPr>
          <p:spPr>
            <a:xfrm>
              <a:off x="3914742" y="3491563"/>
              <a:ext cx="3177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altLang="zh-CN" sz="1600" b="1" dirty="0">
                  <a:solidFill>
                    <a:schemeClr val="bg1"/>
                  </a:solidFill>
                </a:rPr>
                <a:t>Thank</a:t>
              </a:r>
              <a:r>
                <a:rPr lang="zh-CN" altLang="en-US" sz="1600" b="1" dirty="0">
                  <a:solidFill>
                    <a:schemeClr val="bg1"/>
                  </a:solidFill>
                </a:rPr>
                <a:t>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you</a:t>
              </a:r>
              <a:r>
                <a:rPr lang="zh-CN" altLang="en-US" sz="1600" b="1" dirty="0">
                  <a:solidFill>
                    <a:schemeClr val="bg1"/>
                  </a:solidFill>
                </a:rPr>
                <a:t>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for</a:t>
              </a:r>
              <a:r>
                <a:rPr lang="zh-CN" altLang="en-US" sz="1600" b="1" dirty="0">
                  <a:solidFill>
                    <a:schemeClr val="bg1"/>
                  </a:solidFill>
                </a:rPr>
                <a:t>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your</a:t>
              </a:r>
              <a:r>
                <a:rPr lang="zh-CN" altLang="en-US" sz="1600" b="1" dirty="0">
                  <a:solidFill>
                    <a:schemeClr val="bg1"/>
                  </a:solidFill>
                </a:rPr>
                <a:t>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attention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4108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ow5h1kv">
      <a:majorFont>
        <a:latin typeface="HarmonyOS Sans SC Light" panose="020F0302020204030204"/>
        <a:ea typeface="阿里巴巴普惠体 2.0 55 Regular"/>
        <a:cs typeface=""/>
      </a:majorFont>
      <a:minorFont>
        <a:latin typeface="HarmonyOS Sans SC Light" panose="020F0502020204030204"/>
        <a:ea typeface="阿里巴巴普惠体 2.0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490</Words>
  <Application>Microsoft Macintosh PowerPoint</Application>
  <PresentationFormat>Widescreen</PresentationFormat>
  <Paragraphs>105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Aa厚底黑</vt:lpstr>
      <vt:lpstr>等线</vt:lpstr>
      <vt:lpstr>HarmonyOS Sans SC Black</vt:lpstr>
      <vt:lpstr>HarmonyOS Sans SC Light</vt:lpstr>
      <vt:lpstr>Arial</vt:lpstr>
      <vt:lpstr>51PPT模板网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51PPT模板网</Manager>
  <Company>www.51pptmoban.com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流体几何风工作总结报告PPT模板</dc:title>
  <dc:creator>©51PPT模板网（www.51pptmoban.com）</dc:creator>
  <cp:keywords>版权归属：51PPT模板网</cp:keywords>
  <dc:description>51PPT模板网，幻灯片演示模板及素材免费下载！_x000d_
51PPT模板网 唯一访问网址：www.51pptmoban.com</dc:description>
  <cp:lastModifiedBy>molly w</cp:lastModifiedBy>
  <cp:revision>75</cp:revision>
  <dcterms:created xsi:type="dcterms:W3CDTF">2025-12-08T07:30:10Z</dcterms:created>
  <dcterms:modified xsi:type="dcterms:W3CDTF">2026-02-18T21:18:29Z</dcterms:modified>
  <cp:contentStatus>流体几何风工作总结报告PPT模板，www.51pptmoban.com</cp:contentStatus>
  <cp:version>51pptmoban.com（V51PPT-25120902版）</cp:version>
</cp:coreProperties>
</file>
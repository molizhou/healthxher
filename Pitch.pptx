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15"/>
  </p:notesMasterIdLst>
  <p:sldIdLst>
    <p:sldId id="259" r:id="rId2"/>
    <p:sldId id="2147310933" r:id="rId3"/>
    <p:sldId id="2147310939" r:id="rId4"/>
    <p:sldId id="2147310944" r:id="rId5"/>
    <p:sldId id="2147310941" r:id="rId6"/>
    <p:sldId id="2147310925" r:id="rId7"/>
    <p:sldId id="2147310930" r:id="rId8"/>
    <p:sldId id="2147310948" r:id="rId9"/>
    <p:sldId id="2147310940" r:id="rId10"/>
    <p:sldId id="2147310947" r:id="rId11"/>
    <p:sldId id="2147310942" r:id="rId12"/>
    <p:sldId id="2147310936" r:id="rId13"/>
    <p:sldId id="2147310943"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pos="597" userDrawn="1">
          <p15:clr>
            <a:srgbClr val="A4A3A4"/>
          </p15:clr>
        </p15:guide>
        <p15:guide id="4" pos="7083"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2B4D5"/>
    <a:srgbClr val="8893A0"/>
    <a:srgbClr val="156082"/>
    <a:srgbClr val="D4237A"/>
    <a:srgbClr val="A1B4D5"/>
    <a:srgbClr val="560E39"/>
    <a:srgbClr val="E19292"/>
    <a:srgbClr val="FEB112"/>
    <a:srgbClr val="FCFAF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75B0042-F240-3FD2-10D3-A75CD50E6C9B}" v="7" dt="2026-03-06T14:38:46.845"/>
    <p1510:client id="{391A4C0C-5C9E-CC4A-8EC3-1EE5DDD7947F}" v="1251" dt="2026-03-06T15:52:06.447"/>
    <p1510:client id="{4DAE7B14-32A1-03F3-D530-CD429DED7ED6}" v="717" dt="2026-03-06T15:36:41.560"/>
    <p1510:client id="{66E74FD5-B414-E07E-C5D2-70149062324C}" v="115" dt="2026-03-06T15:42:15.628"/>
    <p1510:client id="{6C52B231-AFD9-2B65-C0E9-A1863D77DCBD}" v="488" dt="2026-03-06T14:35:49.435"/>
    <p1510:client id="{6E557AD6-DA3B-E207-A84C-FDF953EF3A83}" v="415" dt="2026-03-06T15:52:06.795"/>
    <p1510:client id="{7E14E7E6-7AD3-AFDC-7178-6255F9ABF3F4}" v="168" dt="2026-03-06T13:51:18.221"/>
    <p1510:client id="{92DF7047-2CEA-A2FF-26E0-C792C8300658}" v="31" dt="2026-03-06T16:11:36.119"/>
    <p1510:client id="{B4BB3A37-56DD-83E5-15E4-EE77A3C3EB33}" v="118" dt="2026-03-06T16:11:20.206"/>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 pos="597"/>
        <p:guide pos="7083"/>
      </p:guideLst>
    </p:cSldViewPr>
  </p:slide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mewmews@gmail.com" userId="S::urn:spo:guest#m.mewmews@gmail.com::" providerId="AD" clId="Web-{EC09B1F9-076E-E1A2-D122-CD1BB8AA4BCA}"/>
    <pc:docChg chg="modSld">
      <pc:chgData name="m.mewmews@gmail.com" userId="S::urn:spo:guest#m.mewmews@gmail.com::" providerId="AD" clId="Web-{EC09B1F9-076E-E1A2-D122-CD1BB8AA4BCA}" dt="2026-02-22T15:05:06.867" v="1537" actId="20577"/>
      <pc:docMkLst>
        <pc:docMk/>
      </pc:docMkLst>
      <pc:sldChg chg="addSp modSp addAnim modNotes">
        <pc:chgData name="m.mewmews@gmail.com" userId="S::urn:spo:guest#m.mewmews@gmail.com::" providerId="AD" clId="Web-{EC09B1F9-076E-E1A2-D122-CD1BB8AA4BCA}" dt="2026-02-22T11:20:04.575" v="1516"/>
        <pc:sldMkLst>
          <pc:docMk/>
          <pc:sldMk cId="3724922495" sldId="2147310925"/>
        </pc:sldMkLst>
        <pc:spChg chg="mod">
          <ac:chgData name="m.mewmews@gmail.com" userId="S::urn:spo:guest#m.mewmews@gmail.com::" providerId="AD" clId="Web-{EC09B1F9-076E-E1A2-D122-CD1BB8AA4BCA}" dt="2026-02-22T09:25:07.774" v="90" actId="1076"/>
          <ac:spMkLst>
            <pc:docMk/>
            <pc:sldMk cId="3724922495" sldId="2147310925"/>
            <ac:spMk id="2" creationId="{828DBF4B-BE50-FA89-0CB8-E39D6E98CCF1}"/>
          </ac:spMkLst>
        </pc:spChg>
        <pc:spChg chg="mod">
          <ac:chgData name="m.mewmews@gmail.com" userId="S::urn:spo:guest#m.mewmews@gmail.com::" providerId="AD" clId="Web-{EC09B1F9-076E-E1A2-D122-CD1BB8AA4BCA}" dt="2026-02-22T09:25:51.027" v="92" actId="1076"/>
          <ac:spMkLst>
            <pc:docMk/>
            <pc:sldMk cId="3724922495" sldId="2147310925"/>
            <ac:spMk id="12" creationId="{C5EF38EB-4F5E-51FB-3B89-9AC70CC52C38}"/>
          </ac:spMkLst>
        </pc:spChg>
        <pc:grpChg chg="add">
          <ac:chgData name="m.mewmews@gmail.com" userId="S::urn:spo:guest#m.mewmews@gmail.com::" providerId="AD" clId="Web-{EC09B1F9-076E-E1A2-D122-CD1BB8AA4BCA}" dt="2026-02-22T09:25:29.603" v="91"/>
          <ac:grpSpMkLst>
            <pc:docMk/>
            <pc:sldMk cId="3724922495" sldId="2147310925"/>
            <ac:grpSpMk id="3" creationId="{24BB8713-9855-2F35-3585-FA31A44A60F5}"/>
          </ac:grpSpMkLst>
        </pc:grpChg>
      </pc:sldChg>
      <pc:sldChg chg="addSp delSp modSp addAnim delAnim modNotes">
        <pc:chgData name="m.mewmews@gmail.com" userId="S::urn:spo:guest#m.mewmews@gmail.com::" providerId="AD" clId="Web-{EC09B1F9-076E-E1A2-D122-CD1BB8AA4BCA}" dt="2026-02-22T11:20:11.888" v="1519"/>
        <pc:sldMkLst>
          <pc:docMk/>
          <pc:sldMk cId="4062385431" sldId="2147310930"/>
        </pc:sldMkLst>
        <pc:spChg chg="add mod">
          <ac:chgData name="m.mewmews@gmail.com" userId="S::urn:spo:guest#m.mewmews@gmail.com::" providerId="AD" clId="Web-{EC09B1F9-076E-E1A2-D122-CD1BB8AA4BCA}" dt="2026-02-22T10:55:15.763" v="1400" actId="1076"/>
          <ac:spMkLst>
            <pc:docMk/>
            <pc:sldMk cId="4062385431" sldId="2147310930"/>
            <ac:spMk id="11" creationId="{FD9406FC-7290-98C3-494F-F16E9299F274}"/>
          </ac:spMkLst>
        </pc:spChg>
        <pc:spChg chg="mod topLvl">
          <ac:chgData name="m.mewmews@gmail.com" userId="S::urn:spo:guest#m.mewmews@gmail.com::" providerId="AD" clId="Web-{EC09B1F9-076E-E1A2-D122-CD1BB8AA4BCA}" dt="2026-02-22T10:56:12.175" v="1404"/>
          <ac:spMkLst>
            <pc:docMk/>
            <pc:sldMk cId="4062385431" sldId="2147310930"/>
            <ac:spMk id="12" creationId="{75B42342-3DBD-D2A2-F5B7-189CEB47FC26}"/>
          </ac:spMkLst>
        </pc:spChg>
        <pc:spChg chg="mod topLvl">
          <ac:chgData name="m.mewmews@gmail.com" userId="S::urn:spo:guest#m.mewmews@gmail.com::" providerId="AD" clId="Web-{EC09B1F9-076E-E1A2-D122-CD1BB8AA4BCA}" dt="2026-02-22T10:55:58.314" v="1402"/>
          <ac:spMkLst>
            <pc:docMk/>
            <pc:sldMk cId="4062385431" sldId="2147310930"/>
            <ac:spMk id="20" creationId="{12078FC3-73F7-CBDB-A8C6-792A75402969}"/>
          </ac:spMkLst>
        </pc:spChg>
        <pc:spChg chg="mod">
          <ac:chgData name="m.mewmews@gmail.com" userId="S::urn:spo:guest#m.mewmews@gmail.com::" providerId="AD" clId="Web-{EC09B1F9-076E-E1A2-D122-CD1BB8AA4BCA}" dt="2026-02-22T09:20:28.334" v="29" actId="1076"/>
          <ac:spMkLst>
            <pc:docMk/>
            <pc:sldMk cId="4062385431" sldId="2147310930"/>
            <ac:spMk id="38" creationId="{0013984C-B0AB-FA95-58D5-8E480BE9DAFC}"/>
          </ac:spMkLst>
        </pc:spChg>
        <pc:spChg chg="mod topLvl">
          <ac:chgData name="m.mewmews@gmail.com" userId="S::urn:spo:guest#m.mewmews@gmail.com::" providerId="AD" clId="Web-{EC09B1F9-076E-E1A2-D122-CD1BB8AA4BCA}" dt="2026-02-22T10:55:58.314" v="1402"/>
          <ac:spMkLst>
            <pc:docMk/>
            <pc:sldMk cId="4062385431" sldId="2147310930"/>
            <ac:spMk id="47" creationId="{D0916B9D-5A18-BFB1-BCBB-D0F3277E28D5}"/>
          </ac:spMkLst>
        </pc:spChg>
        <pc:grpChg chg="mod topLvl">
          <ac:chgData name="m.mewmews@gmail.com" userId="S::urn:spo:guest#m.mewmews@gmail.com::" providerId="AD" clId="Web-{EC09B1F9-076E-E1A2-D122-CD1BB8AA4BCA}" dt="2026-02-22T10:56:12.175" v="1404"/>
          <ac:grpSpMkLst>
            <pc:docMk/>
            <pc:sldMk cId="4062385431" sldId="2147310930"/>
            <ac:grpSpMk id="8" creationId="{3997034D-1D23-32C5-AA03-B0E9C5D9CE28}"/>
          </ac:grpSpMkLst>
        </pc:grpChg>
        <pc:picChg chg="mod">
          <ac:chgData name="m.mewmews@gmail.com" userId="S::urn:spo:guest#m.mewmews@gmail.com::" providerId="AD" clId="Web-{EC09B1F9-076E-E1A2-D122-CD1BB8AA4BCA}" dt="2026-02-22T09:20:28.365" v="31" actId="1076"/>
          <ac:picMkLst>
            <pc:docMk/>
            <pc:sldMk cId="4062385431" sldId="2147310930"/>
            <ac:picMk id="3" creationId="{F9FE083F-920C-F69B-567D-DCFAA5C6CF6A}"/>
          </ac:picMkLst>
        </pc:picChg>
        <pc:picChg chg="mod">
          <ac:chgData name="m.mewmews@gmail.com" userId="S::urn:spo:guest#m.mewmews@gmail.com::" providerId="AD" clId="Web-{EC09B1F9-076E-E1A2-D122-CD1BB8AA4BCA}" dt="2026-02-22T09:20:28.427" v="35" actId="1076"/>
          <ac:picMkLst>
            <pc:docMk/>
            <pc:sldMk cId="4062385431" sldId="2147310930"/>
            <ac:picMk id="10" creationId="{7F0A9D94-7A89-DB78-C360-3DD52D73ED1C}"/>
          </ac:picMkLst>
        </pc:picChg>
        <pc:picChg chg="mod">
          <ac:chgData name="m.mewmews@gmail.com" userId="S::urn:spo:guest#m.mewmews@gmail.com::" providerId="AD" clId="Web-{EC09B1F9-076E-E1A2-D122-CD1BB8AA4BCA}" dt="2026-02-22T09:20:28.443" v="36" actId="1076"/>
          <ac:picMkLst>
            <pc:docMk/>
            <pc:sldMk cId="4062385431" sldId="2147310930"/>
            <ac:picMk id="15" creationId="{BF0C7C24-E192-827D-B699-7AEEDE2CA423}"/>
          </ac:picMkLst>
        </pc:picChg>
        <pc:picChg chg="mod">
          <ac:chgData name="m.mewmews@gmail.com" userId="S::urn:spo:guest#m.mewmews@gmail.com::" providerId="AD" clId="Web-{EC09B1F9-076E-E1A2-D122-CD1BB8AA4BCA}" dt="2026-02-22T09:20:28.459" v="37" actId="1076"/>
          <ac:picMkLst>
            <pc:docMk/>
            <pc:sldMk cId="4062385431" sldId="2147310930"/>
            <ac:picMk id="18" creationId="{21432BE1-0BBA-66D9-A993-16FBECA183A9}"/>
          </ac:picMkLst>
        </pc:picChg>
        <pc:picChg chg="mod topLvl">
          <ac:chgData name="m.mewmews@gmail.com" userId="S::urn:spo:guest#m.mewmews@gmail.com::" providerId="AD" clId="Web-{EC09B1F9-076E-E1A2-D122-CD1BB8AA4BCA}" dt="2026-02-22T10:56:12.175" v="1404"/>
          <ac:picMkLst>
            <pc:docMk/>
            <pc:sldMk cId="4062385431" sldId="2147310930"/>
            <ac:picMk id="21" creationId="{E4BA1A7C-A425-382E-801D-4849E14041EE}"/>
          </ac:picMkLst>
        </pc:picChg>
        <pc:picChg chg="mod topLvl">
          <ac:chgData name="m.mewmews@gmail.com" userId="S::urn:spo:guest#m.mewmews@gmail.com::" providerId="AD" clId="Web-{EC09B1F9-076E-E1A2-D122-CD1BB8AA4BCA}" dt="2026-02-22T10:56:12.175" v="1404"/>
          <ac:picMkLst>
            <pc:docMk/>
            <pc:sldMk cId="4062385431" sldId="2147310930"/>
            <ac:picMk id="23" creationId="{7C52748D-5C73-9D64-89CC-D2CF2A07B158}"/>
          </ac:picMkLst>
        </pc:picChg>
        <pc:picChg chg="mod">
          <ac:chgData name="m.mewmews@gmail.com" userId="S::urn:spo:guest#m.mewmews@gmail.com::" providerId="AD" clId="Web-{EC09B1F9-076E-E1A2-D122-CD1BB8AA4BCA}" dt="2026-02-22T09:20:28.521" v="41" actId="1076"/>
          <ac:picMkLst>
            <pc:docMk/>
            <pc:sldMk cId="4062385431" sldId="2147310930"/>
            <ac:picMk id="25" creationId="{4255110F-1354-2576-50E8-587E541B83EA}"/>
          </ac:picMkLst>
        </pc:picChg>
      </pc:sldChg>
      <pc:sldChg chg="modSp">
        <pc:chgData name="m.mewmews@gmail.com" userId="S::urn:spo:guest#m.mewmews@gmail.com::" providerId="AD" clId="Web-{EC09B1F9-076E-E1A2-D122-CD1BB8AA4BCA}" dt="2026-02-22T15:05:06.867" v="1537" actId="20577"/>
        <pc:sldMkLst>
          <pc:docMk/>
          <pc:sldMk cId="112962189" sldId="2147310939"/>
        </pc:sldMkLst>
      </pc:sldChg>
      <pc:sldChg chg="addSp delSp modSp modNotes">
        <pc:chgData name="m.mewmews@gmail.com" userId="S::urn:spo:guest#m.mewmews@gmail.com::" providerId="AD" clId="Web-{EC09B1F9-076E-E1A2-D122-CD1BB8AA4BCA}" dt="2026-02-22T14:09:06" v="1533" actId="20577"/>
        <pc:sldMkLst>
          <pc:docMk/>
          <pc:sldMk cId="3219684325" sldId="2147310940"/>
        </pc:sldMkLst>
        <pc:spChg chg="add mod">
          <ac:chgData name="m.mewmews@gmail.com" userId="S::urn:spo:guest#m.mewmews@gmail.com::" providerId="AD" clId="Web-{EC09B1F9-076E-E1A2-D122-CD1BB8AA4BCA}" dt="2026-02-22T14:09:06" v="1533" actId="20577"/>
          <ac:spMkLst>
            <pc:docMk/>
            <pc:sldMk cId="3219684325" sldId="2147310940"/>
            <ac:spMk id="2" creationId="{5EC70786-1E7E-DBAF-8220-56EB5C108B39}"/>
          </ac:spMkLst>
        </pc:spChg>
        <pc:spChg chg="add mod">
          <ac:chgData name="m.mewmews@gmail.com" userId="S::urn:spo:guest#m.mewmews@gmail.com::" providerId="AD" clId="Web-{EC09B1F9-076E-E1A2-D122-CD1BB8AA4BCA}" dt="2026-02-22T10:29:55.660" v="1039" actId="20577"/>
          <ac:spMkLst>
            <pc:docMk/>
            <pc:sldMk cId="3219684325" sldId="2147310940"/>
            <ac:spMk id="3" creationId="{4DC9FD60-9EE4-F969-485D-38E8122D8E61}"/>
          </ac:spMkLst>
        </pc:spChg>
        <pc:spChg chg="add mod">
          <ac:chgData name="m.mewmews@gmail.com" userId="S::urn:spo:guest#m.mewmews@gmail.com::" providerId="AD" clId="Web-{EC09B1F9-076E-E1A2-D122-CD1BB8AA4BCA}" dt="2026-02-22T10:38:42.216" v="1129" actId="20577"/>
          <ac:spMkLst>
            <pc:docMk/>
            <pc:sldMk cId="3219684325" sldId="2147310940"/>
            <ac:spMk id="4" creationId="{16448FF1-3E6B-B1F6-4B44-E3FE6349C749}"/>
          </ac:spMkLst>
        </pc:spChg>
        <pc:spChg chg="add del mod">
          <ac:chgData name="m.mewmews@gmail.com" userId="S::urn:spo:guest#m.mewmews@gmail.com::" providerId="AD" clId="Web-{EC09B1F9-076E-E1A2-D122-CD1BB8AA4BCA}" dt="2026-02-22T09:52:08.333" v="600" actId="1076"/>
          <ac:spMkLst>
            <pc:docMk/>
            <pc:sldMk cId="3219684325" sldId="2147310940"/>
            <ac:spMk id="5" creationId="{06264B75-7047-B792-8DA6-5164D234E0FC}"/>
          </ac:spMkLst>
        </pc:spChg>
        <pc:spChg chg="mod">
          <ac:chgData name="m.mewmews@gmail.com" userId="S::urn:spo:guest#m.mewmews@gmail.com::" providerId="AD" clId="Web-{EC09B1F9-076E-E1A2-D122-CD1BB8AA4BCA}" dt="2026-02-22T09:40:53.575" v="446" actId="20577"/>
          <ac:spMkLst>
            <pc:docMk/>
            <pc:sldMk cId="3219684325" sldId="2147310940"/>
            <ac:spMk id="40" creationId="{65A73320-54C1-C5E8-C8DD-AD090E29BF51}"/>
          </ac:spMkLst>
        </pc:spChg>
        <pc:spChg chg="mod">
          <ac:chgData name="m.mewmews@gmail.com" userId="S::urn:spo:guest#m.mewmews@gmail.com::" providerId="AD" clId="Web-{EC09B1F9-076E-E1A2-D122-CD1BB8AA4BCA}" dt="2026-02-22T09:26:47.533" v="101" actId="20577"/>
          <ac:spMkLst>
            <pc:docMk/>
            <pc:sldMk cId="3219684325" sldId="2147310940"/>
            <ac:spMk id="43" creationId="{7791DA3D-49E7-1308-2CC0-F3F6175293F8}"/>
          </ac:spMkLst>
        </pc:spChg>
      </pc:sldChg>
      <pc:sldChg chg="modSp">
        <pc:chgData name="m.mewmews@gmail.com" userId="S::urn:spo:guest#m.mewmews@gmail.com::" providerId="AD" clId="Web-{EC09B1F9-076E-E1A2-D122-CD1BB8AA4BCA}" dt="2026-02-22T11:21:15.952" v="1529" actId="20577"/>
        <pc:sldMkLst>
          <pc:docMk/>
          <pc:sldMk cId="1469125100" sldId="2147310943"/>
        </pc:sldMkLst>
        <pc:spChg chg="mod">
          <ac:chgData name="m.mewmews@gmail.com" userId="S::urn:spo:guest#m.mewmews@gmail.com::" providerId="AD" clId="Web-{EC09B1F9-076E-E1A2-D122-CD1BB8AA4BCA}" dt="2026-02-22T11:21:15.952" v="1529" actId="20577"/>
          <ac:spMkLst>
            <pc:docMk/>
            <pc:sldMk cId="1469125100" sldId="2147310943"/>
            <ac:spMk id="4" creationId="{A4BFF509-0B4C-FE46-682D-95AD750F5685}"/>
          </ac:spMkLst>
        </pc:spChg>
      </pc:sldChg>
    </pc:docChg>
  </pc:docChgLst>
  <pc:docChgLst>
    <pc:chgData name="Ranxuan Zhang" userId="S::ranxuan@chalmers.se::a68e93a2-09fa-4024-a7fa-4259384936db" providerId="AD" clId="Web-{EA9D390E-7DED-EF8A-AD7D-682F55C4E42F}"/>
    <pc:docChg chg="addSld modSld">
      <pc:chgData name="Ranxuan Zhang" userId="S::ranxuan@chalmers.se::a68e93a2-09fa-4024-a7fa-4259384936db" providerId="AD" clId="Web-{EA9D390E-7DED-EF8A-AD7D-682F55C4E42F}" dt="2026-02-22T14:54:09.169" v="395" actId="1076"/>
      <pc:docMkLst>
        <pc:docMk/>
      </pc:docMkLst>
      <pc:sldChg chg="modSp">
        <pc:chgData name="Ranxuan Zhang" userId="S::ranxuan@chalmers.se::a68e93a2-09fa-4024-a7fa-4259384936db" providerId="AD" clId="Web-{EA9D390E-7DED-EF8A-AD7D-682F55C4E42F}" dt="2026-02-22T09:59:15.010" v="9" actId="20577"/>
        <pc:sldMkLst>
          <pc:docMk/>
          <pc:sldMk cId="816993667" sldId="2147310933"/>
        </pc:sldMkLst>
        <pc:spChg chg="mod">
          <ac:chgData name="Ranxuan Zhang" userId="S::ranxuan@chalmers.se::a68e93a2-09fa-4024-a7fa-4259384936db" providerId="AD" clId="Web-{EA9D390E-7DED-EF8A-AD7D-682F55C4E42F}" dt="2026-02-22T09:59:15.010" v="9" actId="20577"/>
          <ac:spMkLst>
            <pc:docMk/>
            <pc:sldMk cId="816993667" sldId="2147310933"/>
            <ac:spMk id="13" creationId="{43149079-B535-F488-D0A9-4E8D30389019}"/>
          </ac:spMkLst>
        </pc:spChg>
      </pc:sldChg>
      <pc:sldChg chg="modSp">
        <pc:chgData name="Ranxuan Zhang" userId="S::ranxuan@chalmers.se::a68e93a2-09fa-4024-a7fa-4259384936db" providerId="AD" clId="Web-{EA9D390E-7DED-EF8A-AD7D-682F55C4E42F}" dt="2026-02-22T10:44:09.894" v="358" actId="20577"/>
        <pc:sldMkLst>
          <pc:docMk/>
          <pc:sldMk cId="112962189" sldId="2147310939"/>
        </pc:sldMkLst>
      </pc:sldChg>
      <pc:sldChg chg="addSp modSp">
        <pc:chgData name="Ranxuan Zhang" userId="S::ranxuan@chalmers.se::a68e93a2-09fa-4024-a7fa-4259384936db" providerId="AD" clId="Web-{EA9D390E-7DED-EF8A-AD7D-682F55C4E42F}" dt="2026-02-22T14:54:09.169" v="395" actId="1076"/>
        <pc:sldMkLst>
          <pc:docMk/>
          <pc:sldMk cId="3219684325" sldId="2147310940"/>
        </pc:sldMkLst>
        <pc:picChg chg="add mod">
          <ac:chgData name="Ranxuan Zhang" userId="S::ranxuan@chalmers.se::a68e93a2-09fa-4024-a7fa-4259384936db" providerId="AD" clId="Web-{EA9D390E-7DED-EF8A-AD7D-682F55C4E42F}" dt="2026-02-22T10:52:25.195" v="370" actId="14100"/>
          <ac:picMkLst>
            <pc:docMk/>
            <pc:sldMk cId="3219684325" sldId="2147310940"/>
            <ac:picMk id="6" creationId="{48178870-F8BF-3DB3-64CA-9256CA715D59}"/>
          </ac:picMkLst>
        </pc:picChg>
        <pc:picChg chg="mod">
          <ac:chgData name="Ranxuan Zhang" userId="S::ranxuan@chalmers.se::a68e93a2-09fa-4024-a7fa-4259384936db" providerId="AD" clId="Web-{EA9D390E-7DED-EF8A-AD7D-682F55C4E42F}" dt="2026-02-22T14:54:09.169" v="395" actId="1076"/>
          <ac:picMkLst>
            <pc:docMk/>
            <pc:sldMk cId="3219684325" sldId="2147310940"/>
            <ac:picMk id="7" creationId="{D90017F2-17AF-FE9D-285F-36810C4AE542}"/>
          </ac:picMkLst>
        </pc:picChg>
      </pc:sldChg>
      <pc:sldChg chg="addSp delSp modSp modNotes">
        <pc:chgData name="Ranxuan Zhang" userId="S::ranxuan@chalmers.se::a68e93a2-09fa-4024-a7fa-4259384936db" providerId="AD" clId="Web-{EA9D390E-7DED-EF8A-AD7D-682F55C4E42F}" dt="2026-02-22T13:01:25.216" v="391"/>
        <pc:sldMkLst>
          <pc:docMk/>
          <pc:sldMk cId="2959555537" sldId="2147310942"/>
        </pc:sldMkLst>
        <pc:spChg chg="add mod">
          <ac:chgData name="Ranxuan Zhang" userId="S::ranxuan@chalmers.se::a68e93a2-09fa-4024-a7fa-4259384936db" providerId="AD" clId="Web-{EA9D390E-7DED-EF8A-AD7D-682F55C4E42F}" dt="2026-02-22T10:08:23.245" v="192" actId="1076"/>
          <ac:spMkLst>
            <pc:docMk/>
            <pc:sldMk cId="2959555537" sldId="2147310942"/>
            <ac:spMk id="13" creationId="{E1F1E826-68F1-D043-B5C4-B451035CB65A}"/>
          </ac:spMkLst>
        </pc:spChg>
        <pc:spChg chg="mod">
          <ac:chgData name="Ranxuan Zhang" userId="S::ranxuan@chalmers.se::a68e93a2-09fa-4024-a7fa-4259384936db" providerId="AD" clId="Web-{EA9D390E-7DED-EF8A-AD7D-682F55C4E42F}" dt="2026-02-22T10:17:16.526" v="261" actId="20577"/>
          <ac:spMkLst>
            <pc:docMk/>
            <pc:sldMk cId="2959555537" sldId="2147310942"/>
            <ac:spMk id="15" creationId="{0ECEDBAA-EB42-30DE-C3B4-FB80F96C747A}"/>
          </ac:spMkLst>
        </pc:spChg>
        <pc:spChg chg="mod">
          <ac:chgData name="Ranxuan Zhang" userId="S::ranxuan@chalmers.se::a68e93a2-09fa-4024-a7fa-4259384936db" providerId="AD" clId="Web-{EA9D390E-7DED-EF8A-AD7D-682F55C4E42F}" dt="2026-02-22T10:19:47.876" v="266" actId="20577"/>
          <ac:spMkLst>
            <pc:docMk/>
            <pc:sldMk cId="2959555537" sldId="2147310942"/>
            <ac:spMk id="16" creationId="{9D824B77-18B4-DFDE-72B8-26CE8097D0D6}"/>
          </ac:spMkLst>
        </pc:spChg>
      </pc:sldChg>
      <pc:sldChg chg="addSp modSp new">
        <pc:chgData name="Ranxuan Zhang" userId="S::ranxuan@chalmers.se::a68e93a2-09fa-4024-a7fa-4259384936db" providerId="AD" clId="Web-{EA9D390E-7DED-EF8A-AD7D-682F55C4E42F}" dt="2026-02-22T10:44:37.363" v="368" actId="20577"/>
        <pc:sldMkLst>
          <pc:docMk/>
          <pc:sldMk cId="1469125100" sldId="2147310943"/>
        </pc:sldMkLst>
        <pc:spChg chg="add mod">
          <ac:chgData name="Ranxuan Zhang" userId="S::ranxuan@chalmers.se::a68e93a2-09fa-4024-a7fa-4259384936db" providerId="AD" clId="Web-{EA9D390E-7DED-EF8A-AD7D-682F55C4E42F}" dt="2026-02-22T10:37:46.551" v="327" actId="20577"/>
          <ac:spMkLst>
            <pc:docMk/>
            <pc:sldMk cId="1469125100" sldId="2147310943"/>
            <ac:spMk id="3" creationId="{AF6BF72D-1E32-2DF5-39E9-94421C90317A}"/>
          </ac:spMkLst>
        </pc:spChg>
        <pc:spChg chg="mod">
          <ac:chgData name="Ranxuan Zhang" userId="S::ranxuan@chalmers.se::a68e93a2-09fa-4024-a7fa-4259384936db" providerId="AD" clId="Web-{EA9D390E-7DED-EF8A-AD7D-682F55C4E42F}" dt="2026-02-22T10:44:37.363" v="368" actId="20577"/>
          <ac:spMkLst>
            <pc:docMk/>
            <pc:sldMk cId="1469125100" sldId="2147310943"/>
            <ac:spMk id="4" creationId="{A4BFF509-0B4C-FE46-682D-95AD750F5685}"/>
          </ac:spMkLst>
        </pc:spChg>
      </pc:sldChg>
    </pc:docChg>
  </pc:docChgLst>
  <pc:docChgLst>
    <pc:chgData name="m.mewmews@gmail.com" userId="S::urn:spo:guest#m.mewmews@gmail.com::" providerId="AD" clId="Web-{92DF7047-2CEA-A2FF-26E0-C792C8300658}"/>
    <pc:docChg chg="modSld">
      <pc:chgData name="m.mewmews@gmail.com" userId="S::urn:spo:guest#m.mewmews@gmail.com::" providerId="AD" clId="Web-{92DF7047-2CEA-A2FF-26E0-C792C8300658}" dt="2026-03-06T16:10:14.192" v="67" actId="20577"/>
      <pc:docMkLst>
        <pc:docMk/>
      </pc:docMkLst>
      <pc:sldChg chg="modSp">
        <pc:chgData name="m.mewmews@gmail.com" userId="S::urn:spo:guest#m.mewmews@gmail.com::" providerId="AD" clId="Web-{92DF7047-2CEA-A2FF-26E0-C792C8300658}" dt="2026-03-06T16:00:27.079" v="55" actId="20577"/>
        <pc:sldMkLst>
          <pc:docMk/>
          <pc:sldMk cId="1261836301" sldId="2147310947"/>
        </pc:sldMkLst>
        <pc:graphicFrameChg chg="mod modGraphic">
          <ac:chgData name="m.mewmews@gmail.com" userId="S::urn:spo:guest#m.mewmews@gmail.com::" providerId="AD" clId="Web-{92DF7047-2CEA-A2FF-26E0-C792C8300658}" dt="2026-03-06T16:00:27.079" v="55" actId="20577"/>
          <ac:graphicFrameMkLst>
            <pc:docMk/>
            <pc:sldMk cId="1261836301" sldId="2147310947"/>
            <ac:graphicFrameMk id="18" creationId="{E34C8874-ECC1-885D-3047-352686433CAD}"/>
          </ac:graphicFrameMkLst>
        </pc:graphicFrameChg>
        <pc:picChg chg="mod">
          <ac:chgData name="m.mewmews@gmail.com" userId="S::urn:spo:guest#m.mewmews@gmail.com::" providerId="AD" clId="Web-{92DF7047-2CEA-A2FF-26E0-C792C8300658}" dt="2026-03-06T15:58:59.889" v="46" actId="1076"/>
          <ac:picMkLst>
            <pc:docMk/>
            <pc:sldMk cId="1261836301" sldId="2147310947"/>
            <ac:picMk id="2235" creationId="{285979FC-F2B2-F22F-BBA8-D362015ACEAB}"/>
          </ac:picMkLst>
        </pc:picChg>
        <pc:picChg chg="mod">
          <ac:chgData name="m.mewmews@gmail.com" userId="S::urn:spo:guest#m.mewmews@gmail.com::" providerId="AD" clId="Web-{92DF7047-2CEA-A2FF-26E0-C792C8300658}" dt="2026-03-06T15:59:01.780" v="47" actId="1076"/>
          <ac:picMkLst>
            <pc:docMk/>
            <pc:sldMk cId="1261836301" sldId="2147310947"/>
            <ac:picMk id="2236" creationId="{DA3342E5-A2CA-5ECA-4357-71DFEACF8363}"/>
          </ac:picMkLst>
        </pc:picChg>
        <pc:picChg chg="mod">
          <ac:chgData name="m.mewmews@gmail.com" userId="S::urn:spo:guest#m.mewmews@gmail.com::" providerId="AD" clId="Web-{92DF7047-2CEA-A2FF-26E0-C792C8300658}" dt="2026-03-06T15:58:55.561" v="44" actId="1076"/>
          <ac:picMkLst>
            <pc:docMk/>
            <pc:sldMk cId="1261836301" sldId="2147310947"/>
            <ac:picMk id="2237" creationId="{C370D617-28F8-7E90-67A6-956BF918B91B}"/>
          </ac:picMkLst>
        </pc:picChg>
        <pc:picChg chg="mod">
          <ac:chgData name="m.mewmews@gmail.com" userId="S::urn:spo:guest#m.mewmews@gmail.com::" providerId="AD" clId="Web-{92DF7047-2CEA-A2FF-26E0-C792C8300658}" dt="2026-03-06T15:58:58.280" v="45" actId="1076"/>
          <ac:picMkLst>
            <pc:docMk/>
            <pc:sldMk cId="1261836301" sldId="2147310947"/>
            <ac:picMk id="2421" creationId="{7B23C4C0-C454-7BCF-053D-8F7A440AA262}"/>
          </ac:picMkLst>
        </pc:picChg>
      </pc:sldChg>
      <pc:sldChg chg="modSp">
        <pc:chgData name="m.mewmews@gmail.com" userId="S::urn:spo:guest#m.mewmews@gmail.com::" providerId="AD" clId="Web-{92DF7047-2CEA-A2FF-26E0-C792C8300658}" dt="2026-03-06T16:10:14.192" v="67" actId="20577"/>
        <pc:sldMkLst>
          <pc:docMk/>
          <pc:sldMk cId="3191699298" sldId="2147310948"/>
        </pc:sldMkLst>
        <pc:spChg chg="mod">
          <ac:chgData name="m.mewmews@gmail.com" userId="S::urn:spo:guest#m.mewmews@gmail.com::" providerId="AD" clId="Web-{92DF7047-2CEA-A2FF-26E0-C792C8300658}" dt="2026-03-06T16:01:32.549" v="63" actId="20577"/>
          <ac:spMkLst>
            <pc:docMk/>
            <pc:sldMk cId="3191699298" sldId="2147310948"/>
            <ac:spMk id="8" creationId="{551F946C-68AB-2545-93C7-740A07A04CBC}"/>
          </ac:spMkLst>
        </pc:spChg>
        <pc:spChg chg="mod">
          <ac:chgData name="m.mewmews@gmail.com" userId="S::urn:spo:guest#m.mewmews@gmail.com::" providerId="AD" clId="Web-{92DF7047-2CEA-A2FF-26E0-C792C8300658}" dt="2026-03-06T16:10:14.192" v="67" actId="20577"/>
          <ac:spMkLst>
            <pc:docMk/>
            <pc:sldMk cId="3191699298" sldId="2147310948"/>
            <ac:spMk id="23" creationId="{635374AE-321C-DE1C-ECF6-149A63EF8169}"/>
          </ac:spMkLst>
        </pc:spChg>
      </pc:sldChg>
    </pc:docChg>
  </pc:docChgLst>
  <pc:docChgLst>
    <pc:chgData name="xiaowenyang52@gmail.com" userId="S::urn:spo:guest#xiaowenyang52@gmail.com::" providerId="AD" clId="Web-{DE23B9EB-CD05-EACD-AACE-A5851546465A}"/>
    <pc:docChg chg="addSld delSld">
      <pc:chgData name="xiaowenyang52@gmail.com" userId="S::urn:spo:guest#xiaowenyang52@gmail.com::" providerId="AD" clId="Web-{DE23B9EB-CD05-EACD-AACE-A5851546465A}" dt="2026-03-04T17:20:12.217" v="1"/>
      <pc:docMkLst>
        <pc:docMk/>
      </pc:docMkLst>
    </pc:docChg>
  </pc:docChgLst>
  <pc:docChgLst>
    <pc:chgData name="Ranxuan Zhang" userId="S::ranxuan@chalmers.se::a68e93a2-09fa-4024-a7fa-4259384936db" providerId="AD" clId="Web-{6E557AD6-DA3B-E207-A84C-FDF953EF3A83}"/>
    <pc:docChg chg="modSld">
      <pc:chgData name="Ranxuan Zhang" userId="S::ranxuan@chalmers.se::a68e93a2-09fa-4024-a7fa-4259384936db" providerId="AD" clId="Web-{6E557AD6-DA3B-E207-A84C-FDF953EF3A83}" dt="2026-03-06T15:34:06.395" v="384" actId="1076"/>
      <pc:docMkLst>
        <pc:docMk/>
      </pc:docMkLst>
      <pc:sldChg chg="addSp delSp modSp">
        <pc:chgData name="Ranxuan Zhang" userId="S::ranxuan@chalmers.se::a68e93a2-09fa-4024-a7fa-4259384936db" providerId="AD" clId="Web-{6E557AD6-DA3B-E207-A84C-FDF953EF3A83}" dt="2026-03-06T15:20:42.472" v="121" actId="1076"/>
        <pc:sldMkLst>
          <pc:docMk/>
          <pc:sldMk cId="112962189" sldId="2147310939"/>
        </pc:sldMkLst>
        <pc:spChg chg="add del">
          <ac:chgData name="Ranxuan Zhang" userId="S::ranxuan@chalmers.se::a68e93a2-09fa-4024-a7fa-4259384936db" providerId="AD" clId="Web-{6E557AD6-DA3B-E207-A84C-FDF953EF3A83}" dt="2026-03-06T15:19:05.516" v="85"/>
          <ac:spMkLst>
            <pc:docMk/>
            <pc:sldMk cId="112962189" sldId="2147310939"/>
            <ac:spMk id="6" creationId="{61B94887-CF01-09FA-0436-962FC1DC7CC3}"/>
          </ac:spMkLst>
        </pc:spChg>
        <pc:spChg chg="add del">
          <ac:chgData name="Ranxuan Zhang" userId="S::ranxuan@chalmers.se::a68e93a2-09fa-4024-a7fa-4259384936db" providerId="AD" clId="Web-{6E557AD6-DA3B-E207-A84C-FDF953EF3A83}" dt="2026-03-06T15:19:05.516" v="84"/>
          <ac:spMkLst>
            <pc:docMk/>
            <pc:sldMk cId="112962189" sldId="2147310939"/>
            <ac:spMk id="10" creationId="{87B27A73-5B11-05F5-A444-298A6E12C468}"/>
          </ac:spMkLst>
        </pc:spChg>
        <pc:spChg chg="mod">
          <ac:chgData name="Ranxuan Zhang" userId="S::ranxuan@chalmers.se::a68e93a2-09fa-4024-a7fa-4259384936db" providerId="AD" clId="Web-{6E557AD6-DA3B-E207-A84C-FDF953EF3A83}" dt="2026-03-06T15:20:12.612" v="110" actId="1076"/>
          <ac:spMkLst>
            <pc:docMk/>
            <pc:sldMk cId="112962189" sldId="2147310939"/>
            <ac:spMk id="12" creationId="{AD235EA7-87D7-C9A4-3BE9-42D78089C67B}"/>
          </ac:spMkLst>
        </pc:spChg>
        <pc:spChg chg="add mod">
          <ac:chgData name="Ranxuan Zhang" userId="S::ranxuan@chalmers.se::a68e93a2-09fa-4024-a7fa-4259384936db" providerId="AD" clId="Web-{6E557AD6-DA3B-E207-A84C-FDF953EF3A83}" dt="2026-03-06T15:20:33.440" v="118" actId="14100"/>
          <ac:spMkLst>
            <pc:docMk/>
            <pc:sldMk cId="112962189" sldId="2147310939"/>
            <ac:spMk id="17" creationId="{7BBECB03-A639-C3E3-D419-DF95F69C4BDC}"/>
          </ac:spMkLst>
        </pc:spChg>
        <pc:spChg chg="add mod">
          <ac:chgData name="Ranxuan Zhang" userId="S::ranxuan@chalmers.se::a68e93a2-09fa-4024-a7fa-4259384936db" providerId="AD" clId="Web-{6E557AD6-DA3B-E207-A84C-FDF953EF3A83}" dt="2026-03-06T15:20:33.456" v="119" actId="14100"/>
          <ac:spMkLst>
            <pc:docMk/>
            <pc:sldMk cId="112962189" sldId="2147310939"/>
            <ac:spMk id="19" creationId="{3E9C30FC-FDA2-9EDF-1E52-8D3FBA2BC616}"/>
          </ac:spMkLst>
        </pc:spChg>
        <pc:spChg chg="mod">
          <ac:chgData name="Ranxuan Zhang" userId="S::ranxuan@chalmers.se::a68e93a2-09fa-4024-a7fa-4259384936db" providerId="AD" clId="Web-{6E557AD6-DA3B-E207-A84C-FDF953EF3A83}" dt="2026-03-06T15:20:16.034" v="112" actId="1076"/>
          <ac:spMkLst>
            <pc:docMk/>
            <pc:sldMk cId="112962189" sldId="2147310939"/>
            <ac:spMk id="26" creationId="{8DCD8325-98B9-284D-15BE-5610C1D45952}"/>
          </ac:spMkLst>
        </pc:spChg>
        <pc:grpChg chg="mod">
          <ac:chgData name="Ranxuan Zhang" userId="S::ranxuan@chalmers.se::a68e93a2-09fa-4024-a7fa-4259384936db" providerId="AD" clId="Web-{6E557AD6-DA3B-E207-A84C-FDF953EF3A83}" dt="2026-03-06T15:20:42.472" v="121" actId="1076"/>
          <ac:grpSpMkLst>
            <pc:docMk/>
            <pc:sldMk cId="112962189" sldId="2147310939"/>
            <ac:grpSpMk id="8" creationId="{04AE90F9-3F73-9847-2D87-AA9EDAC066D0}"/>
          </ac:grpSpMkLst>
        </pc:grpChg>
        <pc:picChg chg="mod">
          <ac:chgData name="Ranxuan Zhang" userId="S::ranxuan@chalmers.se::a68e93a2-09fa-4024-a7fa-4259384936db" providerId="AD" clId="Web-{6E557AD6-DA3B-E207-A84C-FDF953EF3A83}" dt="2026-03-06T15:20:21.174" v="114" actId="1076"/>
          <ac:picMkLst>
            <pc:docMk/>
            <pc:sldMk cId="112962189" sldId="2147310939"/>
            <ac:picMk id="7" creationId="{2586E1D6-D40F-CEF3-47BF-176AE62709FE}"/>
          </ac:picMkLst>
        </pc:picChg>
        <pc:picChg chg="add del">
          <ac:chgData name="Ranxuan Zhang" userId="S::ranxuan@chalmers.se::a68e93a2-09fa-4024-a7fa-4259384936db" providerId="AD" clId="Web-{6E557AD6-DA3B-E207-A84C-FDF953EF3A83}" dt="2026-03-06T15:19:05.516" v="83"/>
          <ac:picMkLst>
            <pc:docMk/>
            <pc:sldMk cId="112962189" sldId="2147310939"/>
            <ac:picMk id="13" creationId="{C26106D7-41EB-32DD-5D8D-99FA9D90DD4F}"/>
          </ac:picMkLst>
        </pc:picChg>
        <pc:picChg chg="add mod">
          <ac:chgData name="Ranxuan Zhang" userId="S::ranxuan@chalmers.se::a68e93a2-09fa-4024-a7fa-4259384936db" providerId="AD" clId="Web-{6E557AD6-DA3B-E207-A84C-FDF953EF3A83}" dt="2026-03-06T15:20:33.472" v="120" actId="14100"/>
          <ac:picMkLst>
            <pc:docMk/>
            <pc:sldMk cId="112962189" sldId="2147310939"/>
            <ac:picMk id="21" creationId="{2D0DDCDD-D47F-1B69-6696-753AA4AAD5A5}"/>
          </ac:picMkLst>
        </pc:picChg>
      </pc:sldChg>
      <pc:sldChg chg="addSp delSp modSp">
        <pc:chgData name="Ranxuan Zhang" userId="S::ranxuan@chalmers.se::a68e93a2-09fa-4024-a7fa-4259384936db" providerId="AD" clId="Web-{6E557AD6-DA3B-E207-A84C-FDF953EF3A83}" dt="2026-03-06T15:34:06.395" v="384" actId="1076"/>
        <pc:sldMkLst>
          <pc:docMk/>
          <pc:sldMk cId="4197721977" sldId="2147310944"/>
        </pc:sldMkLst>
        <pc:spChg chg="add del mod">
          <ac:chgData name="Ranxuan Zhang" userId="S::ranxuan@chalmers.se::a68e93a2-09fa-4024-a7fa-4259384936db" providerId="AD" clId="Web-{6E557AD6-DA3B-E207-A84C-FDF953EF3A83}" dt="2026-03-06T15:28:23.344" v="342"/>
          <ac:spMkLst>
            <pc:docMk/>
            <pc:sldMk cId="4197721977" sldId="2147310944"/>
            <ac:spMk id="2" creationId="{E72E81D9-1B0F-E125-4804-A3FA5274511F}"/>
          </ac:spMkLst>
        </pc:spChg>
        <pc:spChg chg="add del">
          <ac:chgData name="Ranxuan Zhang" userId="S::ranxuan@chalmers.se::a68e93a2-09fa-4024-a7fa-4259384936db" providerId="AD" clId="Web-{6E557AD6-DA3B-E207-A84C-FDF953EF3A83}" dt="2026-03-06T15:21:33.817" v="139"/>
          <ac:spMkLst>
            <pc:docMk/>
            <pc:sldMk cId="4197721977" sldId="2147310944"/>
            <ac:spMk id="4" creationId="{425A0F38-183D-6EEB-CC9F-2EAB19D0A94F}"/>
          </ac:spMkLst>
        </pc:spChg>
        <pc:spChg chg="add del">
          <ac:chgData name="Ranxuan Zhang" userId="S::ranxuan@chalmers.se::a68e93a2-09fa-4024-a7fa-4259384936db" providerId="AD" clId="Web-{6E557AD6-DA3B-E207-A84C-FDF953EF3A83}" dt="2026-03-06T15:21:33.817" v="138"/>
          <ac:spMkLst>
            <pc:docMk/>
            <pc:sldMk cId="4197721977" sldId="2147310944"/>
            <ac:spMk id="11" creationId="{913D7C79-ADA1-C68B-6DDD-0DD67C45728A}"/>
          </ac:spMkLst>
        </pc:spChg>
        <pc:spChg chg="del">
          <ac:chgData name="Ranxuan Zhang" userId="S::ranxuan@chalmers.se::a68e93a2-09fa-4024-a7fa-4259384936db" providerId="AD" clId="Web-{6E557AD6-DA3B-E207-A84C-FDF953EF3A83}" dt="2026-03-06T15:20:49.581" v="124"/>
          <ac:spMkLst>
            <pc:docMk/>
            <pc:sldMk cId="4197721977" sldId="2147310944"/>
            <ac:spMk id="14" creationId="{425A0F38-183D-6EEB-CC9F-2EAB19D0A94F}"/>
          </ac:spMkLst>
        </pc:spChg>
        <pc:spChg chg="del">
          <ac:chgData name="Ranxuan Zhang" userId="S::ranxuan@chalmers.se::a68e93a2-09fa-4024-a7fa-4259384936db" providerId="AD" clId="Web-{6E557AD6-DA3B-E207-A84C-FDF953EF3A83}" dt="2026-03-06T15:20:49.581" v="123"/>
          <ac:spMkLst>
            <pc:docMk/>
            <pc:sldMk cId="4197721977" sldId="2147310944"/>
            <ac:spMk id="15" creationId="{913D7C79-ADA1-C68B-6DDD-0DD67C45728A}"/>
          </ac:spMkLst>
        </pc:spChg>
        <pc:spChg chg="add del">
          <ac:chgData name="Ranxuan Zhang" userId="S::ranxuan@chalmers.se::a68e93a2-09fa-4024-a7fa-4259384936db" providerId="AD" clId="Web-{6E557AD6-DA3B-E207-A84C-FDF953EF3A83}" dt="2026-03-06T15:21:33.817" v="136"/>
          <ac:spMkLst>
            <pc:docMk/>
            <pc:sldMk cId="4197721977" sldId="2147310944"/>
            <ac:spMk id="17" creationId="{1C20DE44-BF79-1850-8AF6-622AFF609138}"/>
          </ac:spMkLst>
        </pc:spChg>
        <pc:spChg chg="add del">
          <ac:chgData name="Ranxuan Zhang" userId="S::ranxuan@chalmers.se::a68e93a2-09fa-4024-a7fa-4259384936db" providerId="AD" clId="Web-{6E557AD6-DA3B-E207-A84C-FDF953EF3A83}" dt="2026-03-06T15:21:33.817" v="135"/>
          <ac:spMkLst>
            <pc:docMk/>
            <pc:sldMk cId="4197721977" sldId="2147310944"/>
            <ac:spMk id="18" creationId="{112AF5D6-7E05-E1EC-7104-3BDA976B6C88}"/>
          </ac:spMkLst>
        </pc:spChg>
        <pc:spChg chg="add del">
          <ac:chgData name="Ranxuan Zhang" userId="S::ranxuan@chalmers.se::a68e93a2-09fa-4024-a7fa-4259384936db" providerId="AD" clId="Web-{6E557AD6-DA3B-E207-A84C-FDF953EF3A83}" dt="2026-03-06T15:21:15.144" v="129"/>
          <ac:spMkLst>
            <pc:docMk/>
            <pc:sldMk cId="4197721977" sldId="2147310944"/>
            <ac:spMk id="20" creationId="{89D7A1CB-9ABC-AE53-D537-657503002309}"/>
          </ac:spMkLst>
        </pc:spChg>
        <pc:spChg chg="add del">
          <ac:chgData name="Ranxuan Zhang" userId="S::ranxuan@chalmers.se::a68e93a2-09fa-4024-a7fa-4259384936db" providerId="AD" clId="Web-{6E557AD6-DA3B-E207-A84C-FDF953EF3A83}" dt="2026-03-06T15:21:15.144" v="129"/>
          <ac:spMkLst>
            <pc:docMk/>
            <pc:sldMk cId="4197721977" sldId="2147310944"/>
            <ac:spMk id="21" creationId="{00228F7D-175D-C646-2B2F-2014693FC0E1}"/>
          </ac:spMkLst>
        </pc:spChg>
        <pc:spChg chg="add del">
          <ac:chgData name="Ranxuan Zhang" userId="S::ranxuan@chalmers.se::a68e93a2-09fa-4024-a7fa-4259384936db" providerId="AD" clId="Web-{6E557AD6-DA3B-E207-A84C-FDF953EF3A83}" dt="2026-03-06T15:21:28.395" v="133"/>
          <ac:spMkLst>
            <pc:docMk/>
            <pc:sldMk cId="4197721977" sldId="2147310944"/>
            <ac:spMk id="24" creationId="{22F54E68-2511-659A-BD42-CEBDFBC85346}"/>
          </ac:spMkLst>
        </pc:spChg>
        <pc:spChg chg="add del">
          <ac:chgData name="Ranxuan Zhang" userId="S::ranxuan@chalmers.se::a68e93a2-09fa-4024-a7fa-4259384936db" providerId="AD" clId="Web-{6E557AD6-DA3B-E207-A84C-FDF953EF3A83}" dt="2026-03-06T15:21:28.395" v="132"/>
          <ac:spMkLst>
            <pc:docMk/>
            <pc:sldMk cId="4197721977" sldId="2147310944"/>
            <ac:spMk id="25" creationId="{33436A7D-A25A-B867-218B-9F15D579C277}"/>
          </ac:spMkLst>
        </pc:spChg>
        <pc:spChg chg="add del">
          <ac:chgData name="Ranxuan Zhang" userId="S::ranxuan@chalmers.se::a68e93a2-09fa-4024-a7fa-4259384936db" providerId="AD" clId="Web-{6E557AD6-DA3B-E207-A84C-FDF953EF3A83}" dt="2026-03-06T15:21:42.973" v="141"/>
          <ac:spMkLst>
            <pc:docMk/>
            <pc:sldMk cId="4197721977" sldId="2147310944"/>
            <ac:spMk id="27" creationId="{20A74A8C-4492-C541-81E8-8DF622034F01}"/>
          </ac:spMkLst>
        </pc:spChg>
        <pc:spChg chg="add del">
          <ac:chgData name="Ranxuan Zhang" userId="S::ranxuan@chalmers.se::a68e93a2-09fa-4024-a7fa-4259384936db" providerId="AD" clId="Web-{6E557AD6-DA3B-E207-A84C-FDF953EF3A83}" dt="2026-03-06T15:21:42.973" v="141"/>
          <ac:spMkLst>
            <pc:docMk/>
            <pc:sldMk cId="4197721977" sldId="2147310944"/>
            <ac:spMk id="28" creationId="{D4C69C47-C527-8F29-475F-960C6D1927A3}"/>
          </ac:spMkLst>
        </pc:spChg>
        <pc:spChg chg="mod">
          <ac:chgData name="Ranxuan Zhang" userId="S::ranxuan@chalmers.se::a68e93a2-09fa-4024-a7fa-4259384936db" providerId="AD" clId="Web-{6E557AD6-DA3B-E207-A84C-FDF953EF3A83}" dt="2026-03-06T15:31:22.310" v="371" actId="1076"/>
          <ac:spMkLst>
            <pc:docMk/>
            <pc:sldMk cId="4197721977" sldId="2147310944"/>
            <ac:spMk id="37" creationId="{C259642B-4BD3-091F-D456-2A02E9BDFC1D}"/>
          </ac:spMkLst>
        </pc:spChg>
        <pc:spChg chg="del">
          <ac:chgData name="Ranxuan Zhang" userId="S::ranxuan@chalmers.se::a68e93a2-09fa-4024-a7fa-4259384936db" providerId="AD" clId="Web-{6E557AD6-DA3B-E207-A84C-FDF953EF3A83}" dt="2026-03-06T15:28:27.876" v="343"/>
          <ac:spMkLst>
            <pc:docMk/>
            <pc:sldMk cId="4197721977" sldId="2147310944"/>
            <ac:spMk id="38" creationId="{BACEA5BB-B9D3-11BF-CB2B-85EDFAB73B18}"/>
          </ac:spMkLst>
        </pc:spChg>
        <pc:spChg chg="mod">
          <ac:chgData name="Ranxuan Zhang" userId="S::ranxuan@chalmers.se::a68e93a2-09fa-4024-a7fa-4259384936db" providerId="AD" clId="Web-{6E557AD6-DA3B-E207-A84C-FDF953EF3A83}" dt="2026-03-06T15:21:05.050" v="125" actId="20577"/>
          <ac:spMkLst>
            <pc:docMk/>
            <pc:sldMk cId="4197721977" sldId="2147310944"/>
            <ac:spMk id="40" creationId="{10593D23-805C-8FA7-48C5-90760F9E348F}"/>
          </ac:spMkLst>
        </pc:spChg>
        <pc:spChg chg="mod">
          <ac:chgData name="Ranxuan Zhang" userId="S::ranxuan@chalmers.se::a68e93a2-09fa-4024-a7fa-4259384936db" providerId="AD" clId="Web-{6E557AD6-DA3B-E207-A84C-FDF953EF3A83}" dt="2026-03-06T15:32:12.031" v="380" actId="1076"/>
          <ac:spMkLst>
            <pc:docMk/>
            <pc:sldMk cId="4197721977" sldId="2147310944"/>
            <ac:spMk id="41" creationId="{15D910A2-00DC-26F1-8AC2-A652A44B1A61}"/>
          </ac:spMkLst>
        </pc:spChg>
        <pc:spChg chg="mod">
          <ac:chgData name="Ranxuan Zhang" userId="S::ranxuan@chalmers.se::a68e93a2-09fa-4024-a7fa-4259384936db" providerId="AD" clId="Web-{6E557AD6-DA3B-E207-A84C-FDF953EF3A83}" dt="2026-03-06T15:34:06.395" v="384" actId="1076"/>
          <ac:spMkLst>
            <pc:docMk/>
            <pc:sldMk cId="4197721977" sldId="2147310944"/>
            <ac:spMk id="52" creationId="{6DC88FB1-97E6-CE53-77A4-76E88561783F}"/>
          </ac:spMkLst>
        </pc:spChg>
        <pc:spChg chg="del mod">
          <ac:chgData name="Ranxuan Zhang" userId="S::ranxuan@chalmers.se::a68e93a2-09fa-4024-a7fa-4259384936db" providerId="AD" clId="Web-{6E557AD6-DA3B-E207-A84C-FDF953EF3A83}" dt="2026-03-06T15:33:53.567" v="383"/>
          <ac:spMkLst>
            <pc:docMk/>
            <pc:sldMk cId="4197721977" sldId="2147310944"/>
            <ac:spMk id="53" creationId="{00F6A5AE-44B6-A5EA-9E82-06ABA41F8FCC}"/>
          </ac:spMkLst>
        </pc:spChg>
        <pc:spChg chg="mod">
          <ac:chgData name="Ranxuan Zhang" userId="S::ranxuan@chalmers.se::a68e93a2-09fa-4024-a7fa-4259384936db" providerId="AD" clId="Web-{6E557AD6-DA3B-E207-A84C-FDF953EF3A83}" dt="2026-03-06T15:31:29.123" v="375" actId="20577"/>
          <ac:spMkLst>
            <pc:docMk/>
            <pc:sldMk cId="4197721977" sldId="2147310944"/>
            <ac:spMk id="55" creationId="{82B22B9C-C156-E1BC-4B57-B9DED11E5CBF}"/>
          </ac:spMkLst>
        </pc:spChg>
        <pc:spChg chg="mod">
          <ac:chgData name="Ranxuan Zhang" userId="S::ranxuan@chalmers.se::a68e93a2-09fa-4024-a7fa-4259384936db" providerId="AD" clId="Web-{6E557AD6-DA3B-E207-A84C-FDF953EF3A83}" dt="2026-03-06T15:29:58.633" v="357" actId="20577"/>
          <ac:spMkLst>
            <pc:docMk/>
            <pc:sldMk cId="4197721977" sldId="2147310944"/>
            <ac:spMk id="56" creationId="{BF57E6AF-3B67-D66C-DC5D-23D144E643CE}"/>
          </ac:spMkLst>
        </pc:spChg>
        <pc:spChg chg="add mod">
          <ac:chgData name="Ranxuan Zhang" userId="S::ranxuan@chalmers.se::a68e93a2-09fa-4024-a7fa-4259384936db" providerId="AD" clId="Web-{6E557AD6-DA3B-E207-A84C-FDF953EF3A83}" dt="2026-03-06T15:32:14.563" v="381" actId="1076"/>
          <ac:spMkLst>
            <pc:docMk/>
            <pc:sldMk cId="4197721977" sldId="2147310944"/>
            <ac:spMk id="61" creationId="{BD97C65A-C4F4-2007-B0D6-63DF08EC46D8}"/>
          </ac:spMkLst>
        </pc:spChg>
        <pc:spChg chg="mod">
          <ac:chgData name="Ranxuan Zhang" userId="S::ranxuan@chalmers.se::a68e93a2-09fa-4024-a7fa-4259384936db" providerId="AD" clId="Web-{6E557AD6-DA3B-E207-A84C-FDF953EF3A83}" dt="2026-03-06T15:31:10.512" v="366" actId="20577"/>
          <ac:spMkLst>
            <pc:docMk/>
            <pc:sldMk cId="4197721977" sldId="2147310944"/>
            <ac:spMk id="65" creationId="{AF847A63-6489-005A-04C0-A235660D1D8E}"/>
          </ac:spMkLst>
        </pc:spChg>
        <pc:spChg chg="mod">
          <ac:chgData name="Ranxuan Zhang" userId="S::ranxuan@chalmers.se::a68e93a2-09fa-4024-a7fa-4259384936db" providerId="AD" clId="Web-{6E557AD6-DA3B-E207-A84C-FDF953EF3A83}" dt="2026-03-06T15:32:29.235" v="382" actId="14100"/>
          <ac:spMkLst>
            <pc:docMk/>
            <pc:sldMk cId="4197721977" sldId="2147310944"/>
            <ac:spMk id="66" creationId="{FB6F32F2-7F99-CFFD-2E15-EB9804D7BA49}"/>
          </ac:spMkLst>
        </pc:spChg>
        <pc:spChg chg="add del mod">
          <ac:chgData name="Ranxuan Zhang" userId="S::ranxuan@chalmers.se::a68e93a2-09fa-4024-a7fa-4259384936db" providerId="AD" clId="Web-{6E557AD6-DA3B-E207-A84C-FDF953EF3A83}" dt="2026-03-06T15:23:21.663" v="184"/>
          <ac:spMkLst>
            <pc:docMk/>
            <pc:sldMk cId="4197721977" sldId="2147310944"/>
            <ac:spMk id="68" creationId="{84166E05-84BC-E9C9-4457-8849224748CE}"/>
          </ac:spMkLst>
        </pc:spChg>
        <pc:grpChg chg="mod">
          <ac:chgData name="Ranxuan Zhang" userId="S::ranxuan@chalmers.se::a68e93a2-09fa-4024-a7fa-4259384936db" providerId="AD" clId="Web-{6E557AD6-DA3B-E207-A84C-FDF953EF3A83}" dt="2026-03-06T15:31:48.889" v="379" actId="1076"/>
          <ac:grpSpMkLst>
            <pc:docMk/>
            <pc:sldMk cId="4197721977" sldId="2147310944"/>
            <ac:grpSpMk id="16" creationId="{E0041A96-6D28-7FE7-DF66-491A01722F28}"/>
          </ac:grpSpMkLst>
        </pc:grpChg>
        <pc:grpChg chg="del">
          <ac:chgData name="Ranxuan Zhang" userId="S::ranxuan@chalmers.se::a68e93a2-09fa-4024-a7fa-4259384936db" providerId="AD" clId="Web-{6E557AD6-DA3B-E207-A84C-FDF953EF3A83}" dt="2026-03-06T15:28:27.876" v="343"/>
          <ac:grpSpMkLst>
            <pc:docMk/>
            <pc:sldMk cId="4197721977" sldId="2147310944"/>
            <ac:grpSpMk id="35" creationId="{86A28858-A361-D6FC-0B99-A1361E5336C9}"/>
          </ac:grpSpMkLst>
        </pc:grpChg>
        <pc:grpChg chg="del">
          <ac:chgData name="Ranxuan Zhang" userId="S::ranxuan@chalmers.se::a68e93a2-09fa-4024-a7fa-4259384936db" providerId="AD" clId="Web-{6E557AD6-DA3B-E207-A84C-FDF953EF3A83}" dt="2026-03-06T15:33:53.567" v="383"/>
          <ac:grpSpMkLst>
            <pc:docMk/>
            <pc:sldMk cId="4197721977" sldId="2147310944"/>
            <ac:grpSpMk id="50" creationId="{9F50805E-B324-860B-C77A-44D461EDD6D4}"/>
          </ac:grpSpMkLst>
        </pc:grpChg>
        <pc:grpChg chg="add del">
          <ac:chgData name="Ranxuan Zhang" userId="S::ranxuan@chalmers.se::a68e93a2-09fa-4024-a7fa-4259384936db" providerId="AD" clId="Web-{6E557AD6-DA3B-E207-A84C-FDF953EF3A83}" dt="2026-03-06T15:23:24.601" v="186"/>
          <ac:grpSpMkLst>
            <pc:docMk/>
            <pc:sldMk cId="4197721977" sldId="2147310944"/>
            <ac:grpSpMk id="67" creationId="{4DF3A835-ED4E-8C28-ABB2-A8CCBCD87486}"/>
          </ac:grpSpMkLst>
        </pc:grpChg>
        <pc:picChg chg="add del">
          <ac:chgData name="Ranxuan Zhang" userId="S::ranxuan@chalmers.se::a68e93a2-09fa-4024-a7fa-4259384936db" providerId="AD" clId="Web-{6E557AD6-DA3B-E207-A84C-FDF953EF3A83}" dt="2026-03-06T15:21:33.817" v="137"/>
          <ac:picMkLst>
            <pc:docMk/>
            <pc:sldMk cId="4197721977" sldId="2147310944"/>
            <ac:picMk id="12" creationId="{B8550A04-E0B7-8218-DCBE-95FD30DA5BF4}"/>
          </ac:picMkLst>
        </pc:picChg>
        <pc:picChg chg="add del">
          <ac:chgData name="Ranxuan Zhang" userId="S::ranxuan@chalmers.se::a68e93a2-09fa-4024-a7fa-4259384936db" providerId="AD" clId="Web-{6E557AD6-DA3B-E207-A84C-FDF953EF3A83}" dt="2026-03-06T15:21:33.817" v="134"/>
          <ac:picMkLst>
            <pc:docMk/>
            <pc:sldMk cId="4197721977" sldId="2147310944"/>
            <ac:picMk id="19" creationId="{A68FAD22-2CE2-53ED-6934-BD7AD3BAE2B8}"/>
          </ac:picMkLst>
        </pc:picChg>
        <pc:picChg chg="del">
          <ac:chgData name="Ranxuan Zhang" userId="S::ranxuan@chalmers.se::a68e93a2-09fa-4024-a7fa-4259384936db" providerId="AD" clId="Web-{6E557AD6-DA3B-E207-A84C-FDF953EF3A83}" dt="2026-03-06T15:20:49.581" v="122"/>
          <ac:picMkLst>
            <pc:docMk/>
            <pc:sldMk cId="4197721977" sldId="2147310944"/>
            <ac:picMk id="22" creationId="{B8550A04-E0B7-8218-DCBE-95FD30DA5BF4}"/>
          </ac:picMkLst>
        </pc:picChg>
        <pc:picChg chg="add del">
          <ac:chgData name="Ranxuan Zhang" userId="S::ranxuan@chalmers.se::a68e93a2-09fa-4024-a7fa-4259384936db" providerId="AD" clId="Web-{6E557AD6-DA3B-E207-A84C-FDF953EF3A83}" dt="2026-03-06T15:21:15.144" v="129"/>
          <ac:picMkLst>
            <pc:docMk/>
            <pc:sldMk cId="4197721977" sldId="2147310944"/>
            <ac:picMk id="23" creationId="{07C6512C-343D-A9AD-32EB-B82B7A61824B}"/>
          </ac:picMkLst>
        </pc:picChg>
        <pc:picChg chg="add del">
          <ac:chgData name="Ranxuan Zhang" userId="S::ranxuan@chalmers.se::a68e93a2-09fa-4024-a7fa-4259384936db" providerId="AD" clId="Web-{6E557AD6-DA3B-E207-A84C-FDF953EF3A83}" dt="2026-03-06T15:21:28.395" v="131"/>
          <ac:picMkLst>
            <pc:docMk/>
            <pc:sldMk cId="4197721977" sldId="2147310944"/>
            <ac:picMk id="26" creationId="{6028762F-1EE8-0B2D-6740-14D79E9D9699}"/>
          </ac:picMkLst>
        </pc:picChg>
        <pc:picChg chg="add del">
          <ac:chgData name="Ranxuan Zhang" userId="S::ranxuan@chalmers.se::a68e93a2-09fa-4024-a7fa-4259384936db" providerId="AD" clId="Web-{6E557AD6-DA3B-E207-A84C-FDF953EF3A83}" dt="2026-03-06T15:21:42.973" v="141"/>
          <ac:picMkLst>
            <pc:docMk/>
            <pc:sldMk cId="4197721977" sldId="2147310944"/>
            <ac:picMk id="29" creationId="{68C4EF9C-C654-1C1A-A9D7-4C23D7026457}"/>
          </ac:picMkLst>
        </pc:picChg>
      </pc:sldChg>
    </pc:docChg>
  </pc:docChgLst>
  <pc:docChgLst>
    <pc:chgData name="m.mewmews@gmail.com" userId="S::urn:spo:guest#m.mewmews@gmail.com::" providerId="AD" clId="Web-{5586F32D-3733-8964-C190-967DB68629B3}"/>
    <pc:docChg chg="modSld">
      <pc:chgData name="m.mewmews@gmail.com" userId="S::urn:spo:guest#m.mewmews@gmail.com::" providerId="AD" clId="Web-{5586F32D-3733-8964-C190-967DB68629B3}" dt="2026-02-21T15:12:56.322" v="80" actId="1076"/>
      <pc:docMkLst>
        <pc:docMk/>
      </pc:docMkLst>
      <pc:sldChg chg="addSp delSp modSp">
        <pc:chgData name="m.mewmews@gmail.com" userId="S::urn:spo:guest#m.mewmews@gmail.com::" providerId="AD" clId="Web-{5586F32D-3733-8964-C190-967DB68629B3}" dt="2026-02-21T15:12:56.322" v="80" actId="1076"/>
        <pc:sldMkLst>
          <pc:docMk/>
          <pc:sldMk cId="3724922495" sldId="2147310925"/>
        </pc:sldMkLst>
        <pc:spChg chg="mod">
          <ac:chgData name="m.mewmews@gmail.com" userId="S::urn:spo:guest#m.mewmews@gmail.com::" providerId="AD" clId="Web-{5586F32D-3733-8964-C190-967DB68629B3}" dt="2026-02-21T15:11:29.210" v="60" actId="1076"/>
          <ac:spMkLst>
            <pc:docMk/>
            <pc:sldMk cId="3724922495" sldId="2147310925"/>
            <ac:spMk id="4" creationId="{00000000-0000-0000-0000-000000000000}"/>
          </ac:spMkLst>
        </pc:spChg>
        <pc:spChg chg="add del">
          <ac:chgData name="m.mewmews@gmail.com" userId="S::urn:spo:guest#m.mewmews@gmail.com::" providerId="AD" clId="Web-{5586F32D-3733-8964-C190-967DB68629B3}" dt="2026-02-21T15:12:51.353" v="78"/>
          <ac:spMkLst>
            <pc:docMk/>
            <pc:sldMk cId="3724922495" sldId="2147310925"/>
            <ac:spMk id="5" creationId="{00000000-0000-0000-0000-000000000000}"/>
          </ac:spMkLst>
        </pc:spChg>
        <pc:spChg chg="mod">
          <ac:chgData name="m.mewmews@gmail.com" userId="S::urn:spo:guest#m.mewmews@gmail.com::" providerId="AD" clId="Web-{5586F32D-3733-8964-C190-967DB68629B3}" dt="2026-02-21T15:12:56.322" v="80" actId="1076"/>
          <ac:spMkLst>
            <pc:docMk/>
            <pc:sldMk cId="3724922495" sldId="2147310925"/>
            <ac:spMk id="12" creationId="{C5EF38EB-4F5E-51FB-3B89-9AC70CC52C38}"/>
          </ac:spMkLst>
        </pc:spChg>
        <pc:picChg chg="add mod">
          <ac:chgData name="m.mewmews@gmail.com" userId="S::urn:spo:guest#m.mewmews@gmail.com::" providerId="AD" clId="Web-{5586F32D-3733-8964-C190-967DB68629B3}" dt="2026-02-21T15:11:35.663" v="62" actId="14100"/>
          <ac:picMkLst>
            <pc:docMk/>
            <pc:sldMk cId="3724922495" sldId="2147310925"/>
            <ac:picMk id="17" creationId="{300F4083-9374-C916-49BD-1B556B999AA6}"/>
          </ac:picMkLst>
        </pc:picChg>
      </pc:sldChg>
    </pc:docChg>
  </pc:docChgLst>
  <pc:docChgLst>
    <pc:chgData name="m.mewmews@gmail.com" userId="S::urn:spo:guest#m.mewmews@gmail.com::" providerId="AD" clId="Web-{07C3E183-8FFD-0FAD-30C0-F92CE9E878A5}"/>
    <pc:docChg chg="modSld">
      <pc:chgData name="m.mewmews@gmail.com" userId="S::urn:spo:guest#m.mewmews@gmail.com::" providerId="AD" clId="Web-{07C3E183-8FFD-0FAD-30C0-F92CE9E878A5}" dt="2026-02-21T15:57:27.479" v="675"/>
      <pc:docMkLst>
        <pc:docMk/>
      </pc:docMkLst>
      <pc:sldChg chg="addSp delSp modSp modNotes">
        <pc:chgData name="m.mewmews@gmail.com" userId="S::urn:spo:guest#m.mewmews@gmail.com::" providerId="AD" clId="Web-{07C3E183-8FFD-0FAD-30C0-F92CE9E878A5}" dt="2026-02-21T15:57:27.479" v="675"/>
        <pc:sldMkLst>
          <pc:docMk/>
          <pc:sldMk cId="3724922495" sldId="2147310925"/>
        </pc:sldMkLst>
        <pc:spChg chg="mod">
          <ac:chgData name="m.mewmews@gmail.com" userId="S::urn:spo:guest#m.mewmews@gmail.com::" providerId="AD" clId="Web-{07C3E183-8FFD-0FAD-30C0-F92CE9E878A5}" dt="2026-02-21T15:56:01.727" v="667" actId="1076"/>
          <ac:spMkLst>
            <pc:docMk/>
            <pc:sldMk cId="3724922495" sldId="2147310925"/>
            <ac:spMk id="4" creationId="{00000000-0000-0000-0000-000000000000}"/>
          </ac:spMkLst>
        </pc:spChg>
        <pc:spChg chg="mod">
          <ac:chgData name="m.mewmews@gmail.com" userId="S::urn:spo:guest#m.mewmews@gmail.com::" providerId="AD" clId="Web-{07C3E183-8FFD-0FAD-30C0-F92CE9E878A5}" dt="2026-02-21T15:56:01.757" v="668" actId="1076"/>
          <ac:spMkLst>
            <pc:docMk/>
            <pc:sldMk cId="3724922495" sldId="2147310925"/>
            <ac:spMk id="5" creationId="{00000000-0000-0000-0000-000000000000}"/>
          </ac:spMkLst>
        </pc:spChg>
        <pc:spChg chg="mod">
          <ac:chgData name="m.mewmews@gmail.com" userId="S::urn:spo:guest#m.mewmews@gmail.com::" providerId="AD" clId="Web-{07C3E183-8FFD-0FAD-30C0-F92CE9E878A5}" dt="2026-02-21T15:56:01.820" v="670" actId="1076"/>
          <ac:spMkLst>
            <pc:docMk/>
            <pc:sldMk cId="3724922495" sldId="2147310925"/>
            <ac:spMk id="9" creationId="{67C9534E-0DBF-A531-29D9-2BF25DC681C7}"/>
          </ac:spMkLst>
        </pc:spChg>
        <pc:spChg chg="mod">
          <ac:chgData name="m.mewmews@gmail.com" userId="S::urn:spo:guest#m.mewmews@gmail.com::" providerId="AD" clId="Web-{07C3E183-8FFD-0FAD-30C0-F92CE9E878A5}" dt="2026-02-21T15:39:08.237" v="409" actId="1076"/>
          <ac:spMkLst>
            <pc:docMk/>
            <pc:sldMk cId="3724922495" sldId="2147310925"/>
            <ac:spMk id="12" creationId="{C5EF38EB-4F5E-51FB-3B89-9AC70CC52C38}"/>
          </ac:spMkLst>
        </pc:spChg>
        <pc:spChg chg="mod">
          <ac:chgData name="m.mewmews@gmail.com" userId="S::urn:spo:guest#m.mewmews@gmail.com::" providerId="AD" clId="Web-{07C3E183-8FFD-0FAD-30C0-F92CE9E878A5}" dt="2026-02-21T15:56:01.789" v="669" actId="1076"/>
          <ac:spMkLst>
            <pc:docMk/>
            <pc:sldMk cId="3724922495" sldId="2147310925"/>
            <ac:spMk id="18" creationId="{00000000-0000-0000-0000-000000000000}"/>
          </ac:spMkLst>
        </pc:spChg>
        <pc:spChg chg="add mod">
          <ac:chgData name="m.mewmews@gmail.com" userId="S::urn:spo:guest#m.mewmews@gmail.com::" providerId="AD" clId="Web-{07C3E183-8FFD-0FAD-30C0-F92CE9E878A5}" dt="2026-02-21T15:56:01.882" v="672" actId="1076"/>
          <ac:spMkLst>
            <pc:docMk/>
            <pc:sldMk cId="3724922495" sldId="2147310925"/>
            <ac:spMk id="26" creationId="{C300A5DD-4960-F461-58A9-38812D4F567D}"/>
          </ac:spMkLst>
        </pc:spChg>
        <pc:picChg chg="mod">
          <ac:chgData name="m.mewmews@gmail.com" userId="S::urn:spo:guest#m.mewmews@gmail.com::" providerId="AD" clId="Web-{07C3E183-8FFD-0FAD-30C0-F92CE9E878A5}" dt="2026-02-21T15:56:01.851" v="671" actId="1076"/>
          <ac:picMkLst>
            <pc:docMk/>
            <pc:sldMk cId="3724922495" sldId="2147310925"/>
            <ac:picMk id="17" creationId="{300F4083-9374-C916-49BD-1B556B999AA6}"/>
          </ac:picMkLst>
        </pc:picChg>
      </pc:sldChg>
    </pc:docChg>
  </pc:docChgLst>
  <pc:docChgLst>
    <pc:chgData name="m.mewmews@gmail.com" userId="S::urn:spo:guest#m.mewmews@gmail.com::" providerId="AD" clId="Web-{66E74FD5-B414-E07E-C5D2-70149062324C}"/>
    <pc:docChg chg="delSld modSld">
      <pc:chgData name="m.mewmews@gmail.com" userId="S::urn:spo:guest#m.mewmews@gmail.com::" providerId="AD" clId="Web-{66E74FD5-B414-E07E-C5D2-70149062324C}" dt="2026-03-06T15:45:01.778" v="225" actId="20577"/>
      <pc:docMkLst>
        <pc:docMk/>
      </pc:docMkLst>
      <pc:sldChg chg="modSp">
        <pc:chgData name="m.mewmews@gmail.com" userId="S::urn:spo:guest#m.mewmews@gmail.com::" providerId="AD" clId="Web-{66E74FD5-B414-E07E-C5D2-70149062324C}" dt="2026-03-06T15:26:47.356" v="154" actId="1076"/>
        <pc:sldMkLst>
          <pc:docMk/>
          <pc:sldMk cId="112962189" sldId="2147310939"/>
        </pc:sldMkLst>
        <pc:spChg chg="mod">
          <ac:chgData name="m.mewmews@gmail.com" userId="S::urn:spo:guest#m.mewmews@gmail.com::" providerId="AD" clId="Web-{66E74FD5-B414-E07E-C5D2-70149062324C}" dt="2026-03-06T15:26:26.525" v="153" actId="20577"/>
          <ac:spMkLst>
            <pc:docMk/>
            <pc:sldMk cId="112962189" sldId="2147310939"/>
            <ac:spMk id="12" creationId="{AD235EA7-87D7-C9A4-3BE9-42D78089C67B}"/>
          </ac:spMkLst>
        </pc:spChg>
        <pc:picChg chg="mod">
          <ac:chgData name="m.mewmews@gmail.com" userId="S::urn:spo:guest#m.mewmews@gmail.com::" providerId="AD" clId="Web-{66E74FD5-B414-E07E-C5D2-70149062324C}" dt="2026-03-06T15:26:47.356" v="154" actId="1076"/>
          <ac:picMkLst>
            <pc:docMk/>
            <pc:sldMk cId="112962189" sldId="2147310939"/>
            <ac:picMk id="2" creationId="{73862CCC-753E-4102-A3EE-7844CD51AECE}"/>
          </ac:picMkLst>
        </pc:picChg>
      </pc:sldChg>
      <pc:sldChg chg="addSp delSp modSp">
        <pc:chgData name="m.mewmews@gmail.com" userId="S::urn:spo:guest#m.mewmews@gmail.com::" providerId="AD" clId="Web-{66E74FD5-B414-E07E-C5D2-70149062324C}" dt="2026-03-06T15:45:01.778" v="225" actId="20577"/>
        <pc:sldMkLst>
          <pc:docMk/>
          <pc:sldMk cId="1261836301" sldId="2147310947"/>
        </pc:sldMkLst>
        <pc:spChg chg="del mod">
          <ac:chgData name="m.mewmews@gmail.com" userId="S::urn:spo:guest#m.mewmews@gmail.com::" providerId="AD" clId="Web-{66E74FD5-B414-E07E-C5D2-70149062324C}" dt="2026-03-06T15:41:50.862" v="216"/>
          <ac:spMkLst>
            <pc:docMk/>
            <pc:sldMk cId="1261836301" sldId="2147310947"/>
            <ac:spMk id="14" creationId="{88F4C352-703A-1ED3-2A72-E7AFF84EB15A}"/>
          </ac:spMkLst>
        </pc:spChg>
        <pc:graphicFrameChg chg="mod modGraphic">
          <ac:chgData name="m.mewmews@gmail.com" userId="S::urn:spo:guest#m.mewmews@gmail.com::" providerId="AD" clId="Web-{66E74FD5-B414-E07E-C5D2-70149062324C}" dt="2026-03-06T15:45:01.778" v="225" actId="20577"/>
          <ac:graphicFrameMkLst>
            <pc:docMk/>
            <pc:sldMk cId="1261836301" sldId="2147310947"/>
            <ac:graphicFrameMk id="18" creationId="{E34C8874-ECC1-885D-3047-352686433CAD}"/>
          </ac:graphicFrameMkLst>
        </pc:graphicFrameChg>
        <pc:picChg chg="add del mod">
          <ac:chgData name="m.mewmews@gmail.com" userId="S::urn:spo:guest#m.mewmews@gmail.com::" providerId="AD" clId="Web-{66E74FD5-B414-E07E-C5D2-70149062324C}" dt="2026-03-06T15:12:04.420" v="90"/>
          <ac:picMkLst>
            <pc:docMk/>
            <pc:sldMk cId="1261836301" sldId="2147310947"/>
            <ac:picMk id="2130" creationId="{ACAA6A65-7A51-42FD-B098-EBFD6231240E}"/>
          </ac:picMkLst>
        </pc:picChg>
        <pc:picChg chg="add mod">
          <ac:chgData name="m.mewmews@gmail.com" userId="S::urn:spo:guest#m.mewmews@gmail.com::" providerId="AD" clId="Web-{66E74FD5-B414-E07E-C5D2-70149062324C}" dt="2026-03-06T15:41:58.924" v="218" actId="1076"/>
          <ac:picMkLst>
            <pc:docMk/>
            <pc:sldMk cId="1261836301" sldId="2147310947"/>
            <ac:picMk id="2235" creationId="{285979FC-F2B2-F22F-BBA8-D362015ACEAB}"/>
          </ac:picMkLst>
        </pc:picChg>
        <pc:picChg chg="add mod">
          <ac:chgData name="m.mewmews@gmail.com" userId="S::urn:spo:guest#m.mewmews@gmail.com::" providerId="AD" clId="Web-{66E74FD5-B414-E07E-C5D2-70149062324C}" dt="2026-03-06T15:41:58.987" v="219" actId="1076"/>
          <ac:picMkLst>
            <pc:docMk/>
            <pc:sldMk cId="1261836301" sldId="2147310947"/>
            <ac:picMk id="2236" creationId="{DA3342E5-A2CA-5ECA-4357-71DFEACF8363}"/>
          </ac:picMkLst>
        </pc:picChg>
        <pc:picChg chg="add mod">
          <ac:chgData name="m.mewmews@gmail.com" userId="S::urn:spo:guest#m.mewmews@gmail.com::" providerId="AD" clId="Web-{66E74FD5-B414-E07E-C5D2-70149062324C}" dt="2026-03-06T15:42:15.628" v="222" actId="1076"/>
          <ac:picMkLst>
            <pc:docMk/>
            <pc:sldMk cId="1261836301" sldId="2147310947"/>
            <ac:picMk id="2237" creationId="{C370D617-28F8-7E90-67A6-956BF918B91B}"/>
          </ac:picMkLst>
        </pc:picChg>
        <pc:picChg chg="add del mod modCrop">
          <ac:chgData name="m.mewmews@gmail.com" userId="S::urn:spo:guest#m.mewmews@gmail.com::" providerId="AD" clId="Web-{66E74FD5-B414-E07E-C5D2-70149062324C}" dt="2026-03-06T15:18:57.901" v="117"/>
          <ac:picMkLst>
            <pc:docMk/>
            <pc:sldMk cId="1261836301" sldId="2147310947"/>
            <ac:picMk id="2238" creationId="{5364A0A6-0AFD-F2BF-56E9-1FC65271633E}"/>
          </ac:picMkLst>
        </pc:picChg>
        <pc:picChg chg="add mod">
          <ac:chgData name="m.mewmews@gmail.com" userId="S::urn:spo:guest#m.mewmews@gmail.com::" providerId="AD" clId="Web-{66E74FD5-B414-E07E-C5D2-70149062324C}" dt="2026-03-06T15:41:59.112" v="221" actId="1076"/>
          <ac:picMkLst>
            <pc:docMk/>
            <pc:sldMk cId="1261836301" sldId="2147310947"/>
            <ac:picMk id="2421" creationId="{7B23C4C0-C454-7BCF-053D-8F7A440AA262}"/>
          </ac:picMkLst>
        </pc:picChg>
      </pc:sldChg>
      <pc:sldChg chg="del">
        <pc:chgData name="m.mewmews@gmail.com" userId="S::urn:spo:guest#m.mewmews@gmail.com::" providerId="AD" clId="Web-{66E74FD5-B414-E07E-C5D2-70149062324C}" dt="2026-03-06T15:07:41.504" v="76"/>
        <pc:sldMkLst>
          <pc:docMk/>
          <pc:sldMk cId="699836165" sldId="2147310949"/>
        </pc:sldMkLst>
      </pc:sldChg>
    </pc:docChg>
  </pc:docChgLst>
  <pc:docChgLst>
    <pc:chgData name="m.mewmews@gmail.com" userId="S::urn:spo:guest#m.mewmews@gmail.com::" providerId="AD" clId="Web-{8B85D3FA-BA63-89DD-93F4-7BD3D192B1CF}"/>
    <pc:docChg chg="addSld delSld modSld">
      <pc:chgData name="m.mewmews@gmail.com" userId="S::urn:spo:guest#m.mewmews@gmail.com::" providerId="AD" clId="Web-{8B85D3FA-BA63-89DD-93F4-7BD3D192B1CF}" dt="2026-02-21T23:40:37.925" v="1605" actId="1076"/>
      <pc:docMkLst>
        <pc:docMk/>
      </pc:docMkLst>
      <pc:sldChg chg="addSp delSp modSp">
        <pc:chgData name="m.mewmews@gmail.com" userId="S::urn:spo:guest#m.mewmews@gmail.com::" providerId="AD" clId="Web-{8B85D3FA-BA63-89DD-93F4-7BD3D192B1CF}" dt="2026-02-21T23:35:22.238" v="1550" actId="1076"/>
        <pc:sldMkLst>
          <pc:docMk/>
          <pc:sldMk cId="3724922495" sldId="2147310925"/>
        </pc:sldMkLst>
        <pc:spChg chg="add mod">
          <ac:chgData name="m.mewmews@gmail.com" userId="S::urn:spo:guest#m.mewmews@gmail.com::" providerId="AD" clId="Web-{8B85D3FA-BA63-89DD-93F4-7BD3D192B1CF}" dt="2026-02-21T21:26:32.574" v="366" actId="1076"/>
          <ac:spMkLst>
            <pc:docMk/>
            <pc:sldMk cId="3724922495" sldId="2147310925"/>
            <ac:spMk id="2" creationId="{828DBF4B-BE50-FA89-0CB8-E39D6E98CCF1}"/>
          </ac:spMkLst>
        </pc:spChg>
        <pc:spChg chg="mod">
          <ac:chgData name="m.mewmews@gmail.com" userId="S::urn:spo:guest#m.mewmews@gmail.com::" providerId="AD" clId="Web-{8B85D3FA-BA63-89DD-93F4-7BD3D192B1CF}" dt="2026-02-21T23:35:06.346" v="1541" actId="1076"/>
          <ac:spMkLst>
            <pc:docMk/>
            <pc:sldMk cId="3724922495" sldId="2147310925"/>
            <ac:spMk id="4" creationId="{00000000-0000-0000-0000-000000000000}"/>
          </ac:spMkLst>
        </pc:spChg>
        <pc:spChg chg="mod">
          <ac:chgData name="m.mewmews@gmail.com" userId="S::urn:spo:guest#m.mewmews@gmail.com::" providerId="AD" clId="Web-{8B85D3FA-BA63-89DD-93F4-7BD3D192B1CF}" dt="2026-02-21T23:21:31.201" v="1446" actId="1076"/>
          <ac:spMkLst>
            <pc:docMk/>
            <pc:sldMk cId="3724922495" sldId="2147310925"/>
            <ac:spMk id="5" creationId="{00000000-0000-0000-0000-000000000000}"/>
          </ac:spMkLst>
        </pc:spChg>
        <pc:spChg chg="add mod">
          <ac:chgData name="m.mewmews@gmail.com" userId="S::urn:spo:guest#m.mewmews@gmail.com::" providerId="AD" clId="Web-{8B85D3FA-BA63-89DD-93F4-7BD3D192B1CF}" dt="2026-02-21T23:35:09.440" v="1542" actId="1076"/>
          <ac:spMkLst>
            <pc:docMk/>
            <pc:sldMk cId="3724922495" sldId="2147310925"/>
            <ac:spMk id="7" creationId="{91417C50-DC7D-8E7A-41AA-06B8DC0299CB}"/>
          </ac:spMkLst>
        </pc:spChg>
        <pc:spChg chg="mod">
          <ac:chgData name="m.mewmews@gmail.com" userId="S::urn:spo:guest#m.mewmews@gmail.com::" providerId="AD" clId="Web-{8B85D3FA-BA63-89DD-93F4-7BD3D192B1CF}" dt="2026-02-21T23:21:31.264" v="1448" actId="1076"/>
          <ac:spMkLst>
            <pc:docMk/>
            <pc:sldMk cId="3724922495" sldId="2147310925"/>
            <ac:spMk id="9" creationId="{67C9534E-0DBF-A531-29D9-2BF25DC681C7}"/>
          </ac:spMkLst>
        </pc:spChg>
        <pc:spChg chg="add mod">
          <ac:chgData name="m.mewmews@gmail.com" userId="S::urn:spo:guest#m.mewmews@gmail.com::" providerId="AD" clId="Web-{8B85D3FA-BA63-89DD-93F4-7BD3D192B1CF}" dt="2026-02-21T23:23:51.097" v="1480" actId="1076"/>
          <ac:spMkLst>
            <pc:docMk/>
            <pc:sldMk cId="3724922495" sldId="2147310925"/>
            <ac:spMk id="10" creationId="{525DBA73-CF8F-8E7E-4287-6044A77E150C}"/>
          </ac:spMkLst>
        </pc:spChg>
        <pc:spChg chg="mod">
          <ac:chgData name="m.mewmews@gmail.com" userId="S::urn:spo:guest#m.mewmews@gmail.com::" providerId="AD" clId="Web-{8B85D3FA-BA63-89DD-93F4-7BD3D192B1CF}" dt="2026-02-21T22:57:14.729" v="1227"/>
          <ac:spMkLst>
            <pc:docMk/>
            <pc:sldMk cId="3724922495" sldId="2147310925"/>
            <ac:spMk id="12" creationId="{C5EF38EB-4F5E-51FB-3B89-9AC70CC52C38}"/>
          </ac:spMkLst>
        </pc:spChg>
        <pc:spChg chg="add mod">
          <ac:chgData name="m.mewmews@gmail.com" userId="S::urn:spo:guest#m.mewmews@gmail.com::" providerId="AD" clId="Web-{8B85D3FA-BA63-89DD-93F4-7BD3D192B1CF}" dt="2026-02-21T23:25:04.239" v="1491" actId="1076"/>
          <ac:spMkLst>
            <pc:docMk/>
            <pc:sldMk cId="3724922495" sldId="2147310925"/>
            <ac:spMk id="14" creationId="{658E69CC-5845-85A3-79BF-C8AF16519313}"/>
          </ac:spMkLst>
        </pc:spChg>
        <pc:spChg chg="add mod">
          <ac:chgData name="m.mewmews@gmail.com" userId="S::urn:spo:guest#m.mewmews@gmail.com::" providerId="AD" clId="Web-{8B85D3FA-BA63-89DD-93F4-7BD3D192B1CF}" dt="2026-02-21T23:23:57.456" v="1481" actId="14100"/>
          <ac:spMkLst>
            <pc:docMk/>
            <pc:sldMk cId="3724922495" sldId="2147310925"/>
            <ac:spMk id="15" creationId="{E2CD3C23-A9E2-B1BD-43D0-A4F2CA478F53}"/>
          </ac:spMkLst>
        </pc:spChg>
        <pc:spChg chg="mod">
          <ac:chgData name="m.mewmews@gmail.com" userId="S::urn:spo:guest#m.mewmews@gmail.com::" providerId="AD" clId="Web-{8B85D3FA-BA63-89DD-93F4-7BD3D192B1CF}" dt="2026-02-21T23:21:31.233" v="1447" actId="1076"/>
          <ac:spMkLst>
            <pc:docMk/>
            <pc:sldMk cId="3724922495" sldId="2147310925"/>
            <ac:spMk id="18" creationId="{00000000-0000-0000-0000-000000000000}"/>
          </ac:spMkLst>
        </pc:spChg>
        <pc:picChg chg="add mod modCrop">
          <ac:chgData name="m.mewmews@gmail.com" userId="S::urn:spo:guest#m.mewmews@gmail.com::" providerId="AD" clId="Web-{8B85D3FA-BA63-89DD-93F4-7BD3D192B1CF}" dt="2026-02-21T23:35:13.097" v="1543" actId="1076"/>
          <ac:picMkLst>
            <pc:docMk/>
            <pc:sldMk cId="3724922495" sldId="2147310925"/>
            <ac:picMk id="13" creationId="{D7B11EBB-8539-BC6D-C9DB-F9006877820C}"/>
          </ac:picMkLst>
        </pc:picChg>
        <pc:picChg chg="add mod modCrop">
          <ac:chgData name="m.mewmews@gmail.com" userId="S::urn:spo:guest#m.mewmews@gmail.com::" providerId="AD" clId="Web-{8B85D3FA-BA63-89DD-93F4-7BD3D192B1CF}" dt="2026-02-21T23:35:13.113" v="1544" actId="1076"/>
          <ac:picMkLst>
            <pc:docMk/>
            <pc:sldMk cId="3724922495" sldId="2147310925"/>
            <ac:picMk id="16" creationId="{BA74082C-378E-0B6B-E541-A4516F751D21}"/>
          </ac:picMkLst>
        </pc:picChg>
        <pc:picChg chg="add del mod">
          <ac:chgData name="m.mewmews@gmail.com" userId="S::urn:spo:guest#m.mewmews@gmail.com::" providerId="AD" clId="Web-{8B85D3FA-BA63-89DD-93F4-7BD3D192B1CF}" dt="2026-02-21T23:35:22.191" v="1548" actId="1076"/>
          <ac:picMkLst>
            <pc:docMk/>
            <pc:sldMk cId="3724922495" sldId="2147310925"/>
            <ac:picMk id="17" creationId="{300F4083-9374-C916-49BD-1B556B999AA6}"/>
          </ac:picMkLst>
        </pc:picChg>
        <pc:picChg chg="add mod">
          <ac:chgData name="m.mewmews@gmail.com" userId="S::urn:spo:guest#m.mewmews@gmail.com::" providerId="AD" clId="Web-{8B85D3FA-BA63-89DD-93F4-7BD3D192B1CF}" dt="2026-02-21T23:35:22.223" v="1549" actId="1076"/>
          <ac:picMkLst>
            <pc:docMk/>
            <pc:sldMk cId="3724922495" sldId="2147310925"/>
            <ac:picMk id="19" creationId="{9F2EB23E-46BB-9EB5-C608-D499D7F7414A}"/>
          </ac:picMkLst>
        </pc:picChg>
        <pc:picChg chg="add mod">
          <ac:chgData name="m.mewmews@gmail.com" userId="S::urn:spo:guest#m.mewmews@gmail.com::" providerId="AD" clId="Web-{8B85D3FA-BA63-89DD-93F4-7BD3D192B1CF}" dt="2026-02-21T23:35:22.238" v="1550" actId="1076"/>
          <ac:picMkLst>
            <pc:docMk/>
            <pc:sldMk cId="3724922495" sldId="2147310925"/>
            <ac:picMk id="20" creationId="{3E8AF050-C478-37C7-4077-17791F28B486}"/>
          </ac:picMkLst>
        </pc:picChg>
      </pc:sldChg>
      <pc:sldChg chg="addSp delSp modSp">
        <pc:chgData name="m.mewmews@gmail.com" userId="S::urn:spo:guest#m.mewmews@gmail.com::" providerId="AD" clId="Web-{8B85D3FA-BA63-89DD-93F4-7BD3D192B1CF}" dt="2026-02-21T23:40:37.925" v="1605" actId="1076"/>
        <pc:sldMkLst>
          <pc:docMk/>
          <pc:sldMk cId="4062385431" sldId="2147310930"/>
        </pc:sldMkLst>
        <pc:spChg chg="add mod">
          <ac:chgData name="m.mewmews@gmail.com" userId="S::urn:spo:guest#m.mewmews@gmail.com::" providerId="AD" clId="Web-{8B85D3FA-BA63-89DD-93F4-7BD3D192B1CF}" dt="2026-02-21T23:39:36.220" v="1590" actId="1076"/>
          <ac:spMkLst>
            <pc:docMk/>
            <pc:sldMk cId="4062385431" sldId="2147310930"/>
            <ac:spMk id="12" creationId="{75B42342-3DBD-D2A2-F5B7-189CEB47FC26}"/>
          </ac:spMkLst>
        </pc:spChg>
        <pc:spChg chg="add mod">
          <ac:chgData name="m.mewmews@gmail.com" userId="S::urn:spo:guest#m.mewmews@gmail.com::" providerId="AD" clId="Web-{8B85D3FA-BA63-89DD-93F4-7BD3D192B1CF}" dt="2026-02-21T23:39:17.954" v="1583" actId="1076"/>
          <ac:spMkLst>
            <pc:docMk/>
            <pc:sldMk cId="4062385431" sldId="2147310930"/>
            <ac:spMk id="20" creationId="{12078FC3-73F7-CBDB-A8C6-792A75402969}"/>
          </ac:spMkLst>
        </pc:spChg>
        <pc:spChg chg="mod topLvl">
          <ac:chgData name="m.mewmews@gmail.com" userId="S::urn:spo:guest#m.mewmews@gmail.com::" providerId="AD" clId="Web-{8B85D3FA-BA63-89DD-93F4-7BD3D192B1CF}" dt="2026-02-21T23:40:20.925" v="1601" actId="1076"/>
          <ac:spMkLst>
            <pc:docMk/>
            <pc:sldMk cId="4062385431" sldId="2147310930"/>
            <ac:spMk id="38" creationId="{0013984C-B0AB-FA95-58D5-8E480BE9DAFC}"/>
          </ac:spMkLst>
        </pc:spChg>
        <pc:spChg chg="mod topLvl">
          <ac:chgData name="m.mewmews@gmail.com" userId="S::urn:spo:guest#m.mewmews@gmail.com::" providerId="AD" clId="Web-{8B85D3FA-BA63-89DD-93F4-7BD3D192B1CF}" dt="2026-02-21T23:40:37.925" v="1605" actId="1076"/>
          <ac:spMkLst>
            <pc:docMk/>
            <pc:sldMk cId="4062385431" sldId="2147310930"/>
            <ac:spMk id="47" creationId="{D0916B9D-5A18-BFB1-BCBB-D0F3277E28D5}"/>
          </ac:spMkLst>
        </pc:spChg>
        <pc:grpChg chg="add mod">
          <ac:chgData name="m.mewmews@gmail.com" userId="S::urn:spo:guest#m.mewmews@gmail.com::" providerId="AD" clId="Web-{8B85D3FA-BA63-89DD-93F4-7BD3D192B1CF}" dt="2026-02-21T23:39:33.580" v="1589" actId="1076"/>
          <ac:grpSpMkLst>
            <pc:docMk/>
            <pc:sldMk cId="4062385431" sldId="2147310930"/>
            <ac:grpSpMk id="8" creationId="{3997034D-1D23-32C5-AA03-B0E9C5D9CE28}"/>
          </ac:grpSpMkLst>
        </pc:grpChg>
        <pc:picChg chg="add mod">
          <ac:chgData name="m.mewmews@gmail.com" userId="S::urn:spo:guest#m.mewmews@gmail.com::" providerId="AD" clId="Web-{8B85D3FA-BA63-89DD-93F4-7BD3D192B1CF}" dt="2026-02-21T23:40:22.722" v="1602" actId="1076"/>
          <ac:picMkLst>
            <pc:docMk/>
            <pc:sldMk cId="4062385431" sldId="2147310930"/>
            <ac:picMk id="3" creationId="{F9FE083F-920C-F69B-567D-DCFAA5C6CF6A}"/>
          </ac:picMkLst>
        </pc:picChg>
        <pc:picChg chg="add mod topLvl">
          <ac:chgData name="m.mewmews@gmail.com" userId="S::urn:spo:guest#m.mewmews@gmail.com::" providerId="AD" clId="Web-{8B85D3FA-BA63-89DD-93F4-7BD3D192B1CF}" dt="2026-02-21T23:36:46.072" v="1570" actId="1076"/>
          <ac:picMkLst>
            <pc:docMk/>
            <pc:sldMk cId="4062385431" sldId="2147310930"/>
            <ac:picMk id="4" creationId="{F2EE3184-FBC8-B3CE-3332-1B051D109AC2}"/>
          </ac:picMkLst>
        </pc:picChg>
        <pc:picChg chg="add mod topLvl">
          <ac:chgData name="m.mewmews@gmail.com" userId="S::urn:spo:guest#m.mewmews@gmail.com::" providerId="AD" clId="Web-{8B85D3FA-BA63-89DD-93F4-7BD3D192B1CF}" dt="2026-02-21T21:28:59.756" v="390"/>
          <ac:picMkLst>
            <pc:docMk/>
            <pc:sldMk cId="4062385431" sldId="2147310930"/>
            <ac:picMk id="5" creationId="{6C08F1E4-643E-6DE1-C214-6DF303F0E9FA}"/>
          </ac:picMkLst>
        </pc:picChg>
        <pc:picChg chg="add mod">
          <ac:chgData name="m.mewmews@gmail.com" userId="S::urn:spo:guest#m.mewmews@gmail.com::" providerId="AD" clId="Web-{8B85D3FA-BA63-89DD-93F4-7BD3D192B1CF}" dt="2026-02-21T23:39:21.235" v="1585" actId="1076"/>
          <ac:picMkLst>
            <pc:docMk/>
            <pc:sldMk cId="4062385431" sldId="2147310930"/>
            <ac:picMk id="10" creationId="{7F0A9D94-7A89-DB78-C360-3DD52D73ED1C}"/>
          </ac:picMkLst>
        </pc:picChg>
        <pc:picChg chg="add mod">
          <ac:chgData name="m.mewmews@gmail.com" userId="S::urn:spo:guest#m.mewmews@gmail.com::" providerId="AD" clId="Web-{8B85D3FA-BA63-89DD-93F4-7BD3D192B1CF}" dt="2026-02-21T23:39:21.251" v="1586" actId="1076"/>
          <ac:picMkLst>
            <pc:docMk/>
            <pc:sldMk cId="4062385431" sldId="2147310930"/>
            <ac:picMk id="15" creationId="{BF0C7C24-E192-827D-B699-7AEEDE2CA423}"/>
          </ac:picMkLst>
        </pc:picChg>
        <pc:picChg chg="add mod">
          <ac:chgData name="m.mewmews@gmail.com" userId="S::urn:spo:guest#m.mewmews@gmail.com::" providerId="AD" clId="Web-{8B85D3FA-BA63-89DD-93F4-7BD3D192B1CF}" dt="2026-02-21T23:39:21.251" v="1587" actId="1076"/>
          <ac:picMkLst>
            <pc:docMk/>
            <pc:sldMk cId="4062385431" sldId="2147310930"/>
            <ac:picMk id="18" creationId="{21432BE1-0BBA-66D9-A993-16FBECA183A9}"/>
          </ac:picMkLst>
        </pc:picChg>
        <pc:picChg chg="add mod">
          <ac:chgData name="m.mewmews@gmail.com" userId="S::urn:spo:guest#m.mewmews@gmail.com::" providerId="AD" clId="Web-{8B85D3FA-BA63-89DD-93F4-7BD3D192B1CF}" dt="2026-02-21T23:40:09.581" v="1600" actId="1076"/>
          <ac:picMkLst>
            <pc:docMk/>
            <pc:sldMk cId="4062385431" sldId="2147310930"/>
            <ac:picMk id="21" creationId="{E4BA1A7C-A425-382E-801D-4849E14041EE}"/>
          </ac:picMkLst>
        </pc:picChg>
        <pc:picChg chg="add mod">
          <ac:chgData name="m.mewmews@gmail.com" userId="S::urn:spo:guest#m.mewmews@gmail.com::" providerId="AD" clId="Web-{8B85D3FA-BA63-89DD-93F4-7BD3D192B1CF}" dt="2026-02-21T23:35:58.085" v="1565" actId="1076"/>
          <ac:picMkLst>
            <pc:docMk/>
            <pc:sldMk cId="4062385431" sldId="2147310930"/>
            <ac:picMk id="23" creationId="{7C52748D-5C73-9D64-89CC-D2CF2A07B158}"/>
          </ac:picMkLst>
        </pc:picChg>
        <pc:picChg chg="add mod">
          <ac:chgData name="m.mewmews@gmail.com" userId="S::urn:spo:guest#m.mewmews@gmail.com::" providerId="AD" clId="Web-{8B85D3FA-BA63-89DD-93F4-7BD3D192B1CF}" dt="2026-02-21T23:40:30.910" v="1604" actId="1076"/>
          <ac:picMkLst>
            <pc:docMk/>
            <pc:sldMk cId="4062385431" sldId="2147310930"/>
            <ac:picMk id="25" creationId="{4255110F-1354-2576-50E8-587E541B83EA}"/>
          </ac:picMkLst>
        </pc:picChg>
      </pc:sldChg>
    </pc:docChg>
  </pc:docChgLst>
  <pc:docChgLst>
    <pc:chgData name="xiaowenyang52@gmail.com" userId="S::urn:spo:guest#xiaowenyang52@gmail.com::" providerId="AD" clId="Web-{3D19F398-2D77-CD75-CE43-803AEB814AC9}"/>
    <pc:docChg chg="addSld delSld modSld">
      <pc:chgData name="xiaowenyang52@gmail.com" userId="S::urn:spo:guest#xiaowenyang52@gmail.com::" providerId="AD" clId="Web-{3D19F398-2D77-CD75-CE43-803AEB814AC9}" dt="2026-03-05T10:42:56.979" v="483" actId="1076"/>
      <pc:docMkLst>
        <pc:docMk/>
      </pc:docMkLst>
      <pc:sldChg chg="addSp delSp modSp add del replId delAnim">
        <pc:chgData name="xiaowenyang52@gmail.com" userId="S::urn:spo:guest#xiaowenyang52@gmail.com::" providerId="AD" clId="Web-{3D19F398-2D77-CD75-CE43-803AEB814AC9}" dt="2026-03-05T10:18:38.901" v="38"/>
        <pc:sldMkLst>
          <pc:docMk/>
          <pc:sldMk cId="3021134743" sldId="2147310945"/>
        </pc:sldMkLst>
        <pc:spChg chg="del">
          <ac:chgData name="xiaowenyang52@gmail.com" userId="S::urn:spo:guest#xiaowenyang52@gmail.com::" providerId="AD" clId="Web-{3D19F398-2D77-CD75-CE43-803AEB814AC9}" dt="2026-03-05T09:00:23.553" v="33"/>
          <ac:spMkLst>
            <pc:docMk/>
            <pc:sldMk cId="3021134743" sldId="2147310945"/>
            <ac:spMk id="4" creationId="{0AE8983A-075B-191E-A4A9-ED346BCF0B37}"/>
          </ac:spMkLst>
        </pc:spChg>
        <pc:spChg chg="del">
          <ac:chgData name="xiaowenyang52@gmail.com" userId="S::urn:spo:guest#xiaowenyang52@gmail.com::" providerId="AD" clId="Web-{3D19F398-2D77-CD75-CE43-803AEB814AC9}" dt="2026-03-05T09:00:23.553" v="32"/>
          <ac:spMkLst>
            <pc:docMk/>
            <pc:sldMk cId="3021134743" sldId="2147310945"/>
            <ac:spMk id="5" creationId="{4C661386-E60E-4C03-4AC3-1388DED53BB4}"/>
          </ac:spMkLst>
        </pc:spChg>
        <pc:spChg chg="mod">
          <ac:chgData name="xiaowenyang52@gmail.com" userId="S::urn:spo:guest#xiaowenyang52@gmail.com::" providerId="AD" clId="Web-{3D19F398-2D77-CD75-CE43-803AEB814AC9}" dt="2026-03-05T08:20:35.227" v="22" actId="20577"/>
          <ac:spMkLst>
            <pc:docMk/>
            <pc:sldMk cId="3021134743" sldId="2147310945"/>
            <ac:spMk id="8" creationId="{497A97D2-4A8C-65F3-1E95-CE1529B50A65}"/>
          </ac:spMkLst>
        </pc:spChg>
        <pc:spChg chg="del">
          <ac:chgData name="xiaowenyang52@gmail.com" userId="S::urn:spo:guest#xiaowenyang52@gmail.com::" providerId="AD" clId="Web-{3D19F398-2D77-CD75-CE43-803AEB814AC9}" dt="2026-03-05T09:00:23.553" v="30"/>
          <ac:spMkLst>
            <pc:docMk/>
            <pc:sldMk cId="3021134743" sldId="2147310945"/>
            <ac:spMk id="9" creationId="{A7C3E539-4D01-9E34-9921-15D2ADDFD46D}"/>
          </ac:spMkLst>
        </pc:spChg>
        <pc:spChg chg="del">
          <ac:chgData name="xiaowenyang52@gmail.com" userId="S::urn:spo:guest#xiaowenyang52@gmail.com::" providerId="AD" clId="Web-{3D19F398-2D77-CD75-CE43-803AEB814AC9}" dt="2026-03-05T09:00:23.553" v="31"/>
          <ac:spMkLst>
            <pc:docMk/>
            <pc:sldMk cId="3021134743" sldId="2147310945"/>
            <ac:spMk id="18" creationId="{C15F8FE9-B9D1-E178-6F96-D373D6664619}"/>
          </ac:spMkLst>
        </pc:spChg>
        <pc:spChg chg="del">
          <ac:chgData name="xiaowenyang52@gmail.com" userId="S::urn:spo:guest#xiaowenyang52@gmail.com::" providerId="AD" clId="Web-{3D19F398-2D77-CD75-CE43-803AEB814AC9}" dt="2026-03-05T09:00:23.553" v="28"/>
          <ac:spMkLst>
            <pc:docMk/>
            <pc:sldMk cId="3021134743" sldId="2147310945"/>
            <ac:spMk id="26" creationId="{71E2540E-242D-D5EB-89E5-90F7C61C83CE}"/>
          </ac:spMkLst>
        </pc:spChg>
        <pc:grpChg chg="del">
          <ac:chgData name="xiaowenyang52@gmail.com" userId="S::urn:spo:guest#xiaowenyang52@gmail.com::" providerId="AD" clId="Web-{3D19F398-2D77-CD75-CE43-803AEB814AC9}" dt="2026-03-05T09:00:23.553" v="27"/>
          <ac:grpSpMkLst>
            <pc:docMk/>
            <pc:sldMk cId="3021134743" sldId="2147310945"/>
            <ac:grpSpMk id="3" creationId="{95C46D05-13D7-D7E6-5295-D570FD5D664C}"/>
          </ac:grpSpMkLst>
        </pc:grpChg>
        <pc:picChg chg="add mod">
          <ac:chgData name="xiaowenyang52@gmail.com" userId="S::urn:spo:guest#xiaowenyang52@gmail.com::" providerId="AD" clId="Web-{3D19F398-2D77-CD75-CE43-803AEB814AC9}" dt="2026-03-05T10:18:16.261" v="36" actId="1076"/>
          <ac:picMkLst>
            <pc:docMk/>
            <pc:sldMk cId="3021134743" sldId="2147310945"/>
            <ac:picMk id="2" creationId="{10A2A1B7-EB4C-09D9-B512-AC08BFE6C05E}"/>
          </ac:picMkLst>
        </pc:picChg>
        <pc:picChg chg="del">
          <ac:chgData name="xiaowenyang52@gmail.com" userId="S::urn:spo:guest#xiaowenyang52@gmail.com::" providerId="AD" clId="Web-{3D19F398-2D77-CD75-CE43-803AEB814AC9}" dt="2026-03-05T09:00:23.553" v="29"/>
          <ac:picMkLst>
            <pc:docMk/>
            <pc:sldMk cId="3021134743" sldId="2147310945"/>
            <ac:picMk id="17" creationId="{A6582F98-576E-0809-4245-BA2027E5BAD4}"/>
          </ac:picMkLst>
        </pc:picChg>
        <pc:picChg chg="del">
          <ac:chgData name="xiaowenyang52@gmail.com" userId="S::urn:spo:guest#xiaowenyang52@gmail.com::" providerId="AD" clId="Web-{3D19F398-2D77-CD75-CE43-803AEB814AC9}" dt="2026-03-05T09:00:23.553" v="26"/>
          <ac:picMkLst>
            <pc:docMk/>
            <pc:sldMk cId="3021134743" sldId="2147310945"/>
            <ac:picMk id="19" creationId="{28A37702-0305-9306-3A13-6DA651E890BD}"/>
          </ac:picMkLst>
        </pc:picChg>
        <pc:picChg chg="del">
          <ac:chgData name="xiaowenyang52@gmail.com" userId="S::urn:spo:guest#xiaowenyang52@gmail.com::" providerId="AD" clId="Web-{3D19F398-2D77-CD75-CE43-803AEB814AC9}" dt="2026-03-05T09:00:23.553" v="25"/>
          <ac:picMkLst>
            <pc:docMk/>
            <pc:sldMk cId="3021134743" sldId="2147310945"/>
            <ac:picMk id="20" creationId="{FF75ED65-57B3-E5D0-1AE7-7F7CBD939B0A}"/>
          </ac:picMkLst>
        </pc:picChg>
        <pc:picChg chg="del">
          <ac:chgData name="xiaowenyang52@gmail.com" userId="S::urn:spo:guest#xiaowenyang52@gmail.com::" providerId="AD" clId="Web-{3D19F398-2D77-CD75-CE43-803AEB814AC9}" dt="2026-03-05T09:00:23.553" v="24"/>
          <ac:picMkLst>
            <pc:docMk/>
            <pc:sldMk cId="3021134743" sldId="2147310945"/>
            <ac:picMk id="22" creationId="{8B5E8828-228D-FBBA-E40B-C501C4EACCB9}"/>
          </ac:picMkLst>
        </pc:picChg>
        <pc:picChg chg="del">
          <ac:chgData name="xiaowenyang52@gmail.com" userId="S::urn:spo:guest#xiaowenyang52@gmail.com::" providerId="AD" clId="Web-{3D19F398-2D77-CD75-CE43-803AEB814AC9}" dt="2026-03-05T09:00:23.553" v="23"/>
          <ac:picMkLst>
            <pc:docMk/>
            <pc:sldMk cId="3021134743" sldId="2147310945"/>
            <ac:picMk id="24" creationId="{42CA0E53-B52B-1A65-0305-5E72629E8412}"/>
          </ac:picMkLst>
        </pc:picChg>
      </pc:sldChg>
      <pc:sldChg chg="new del">
        <pc:chgData name="xiaowenyang52@gmail.com" userId="S::urn:spo:guest#xiaowenyang52@gmail.com::" providerId="AD" clId="Web-{3D19F398-2D77-CD75-CE43-803AEB814AC9}" dt="2026-03-05T08:20:15.303" v="1"/>
        <pc:sldMkLst>
          <pc:docMk/>
          <pc:sldMk cId="3262716629" sldId="2147310945"/>
        </pc:sldMkLst>
      </pc:sldChg>
      <pc:sldChg chg="addSp delSp modSp add replId addAnim">
        <pc:chgData name="xiaowenyang52@gmail.com" userId="S::urn:spo:guest#xiaowenyang52@gmail.com::" providerId="AD" clId="Web-{3D19F398-2D77-CD75-CE43-803AEB814AC9}" dt="2026-03-05T10:42:56.979" v="483" actId="1076"/>
        <pc:sldMkLst>
          <pc:docMk/>
          <pc:sldMk cId="1564291331" sldId="2147310946"/>
        </pc:sldMkLst>
        <pc:spChg chg="del">
          <ac:chgData name="xiaowenyang52@gmail.com" userId="S::urn:spo:guest#xiaowenyang52@gmail.com::" providerId="AD" clId="Web-{3D19F398-2D77-CD75-CE43-803AEB814AC9}" dt="2026-03-05T10:18:46.058" v="49"/>
          <ac:spMkLst>
            <pc:docMk/>
            <pc:sldMk cId="1564291331" sldId="2147310946"/>
            <ac:spMk id="2" creationId="{B8588F32-2B75-B478-ABC1-491251D8798F}"/>
          </ac:spMkLst>
        </pc:spChg>
        <pc:spChg chg="del">
          <ac:chgData name="xiaowenyang52@gmail.com" userId="S::urn:spo:guest#xiaowenyang52@gmail.com::" providerId="AD" clId="Web-{3D19F398-2D77-CD75-CE43-803AEB814AC9}" dt="2026-03-05T10:18:46.058" v="48"/>
          <ac:spMkLst>
            <pc:docMk/>
            <pc:sldMk cId="1564291331" sldId="2147310946"/>
            <ac:spMk id="3" creationId="{2257D189-6D18-80D3-15FD-34DE6A2F818B}"/>
          </ac:spMkLst>
        </pc:spChg>
        <pc:spChg chg="del">
          <ac:chgData name="xiaowenyang52@gmail.com" userId="S::urn:spo:guest#xiaowenyang52@gmail.com::" providerId="AD" clId="Web-{3D19F398-2D77-CD75-CE43-803AEB814AC9}" dt="2026-03-05T10:18:46.058" v="47"/>
          <ac:spMkLst>
            <pc:docMk/>
            <pc:sldMk cId="1564291331" sldId="2147310946"/>
            <ac:spMk id="4" creationId="{38B9EFE1-6BB3-9978-5E4F-D7E95A25B208}"/>
          </ac:spMkLst>
        </pc:spChg>
        <pc:spChg chg="del">
          <ac:chgData name="xiaowenyang52@gmail.com" userId="S::urn:spo:guest#xiaowenyang52@gmail.com::" providerId="AD" clId="Web-{3D19F398-2D77-CD75-CE43-803AEB814AC9}" dt="2026-03-05T10:18:46.058" v="46"/>
          <ac:spMkLst>
            <pc:docMk/>
            <pc:sldMk cId="1564291331" sldId="2147310946"/>
            <ac:spMk id="5" creationId="{1F94C187-C32C-32CE-7D58-C885379B4181}"/>
          </ac:spMkLst>
        </pc:spChg>
        <pc:spChg chg="add mod">
          <ac:chgData name="xiaowenyang52@gmail.com" userId="S::urn:spo:guest#xiaowenyang52@gmail.com::" providerId="AD" clId="Web-{3D19F398-2D77-CD75-CE43-803AEB814AC9}" dt="2026-03-05T10:19:27.558" v="69" actId="20577"/>
          <ac:spMkLst>
            <pc:docMk/>
            <pc:sldMk cId="1564291331" sldId="2147310946"/>
            <ac:spMk id="10" creationId="{8CD3766B-41C8-D053-32D6-7D710099EADA}"/>
          </ac:spMkLst>
        </pc:spChg>
        <pc:spChg chg="add mod">
          <ac:chgData name="xiaowenyang52@gmail.com" userId="S::urn:spo:guest#xiaowenyang52@gmail.com::" providerId="AD" clId="Web-{3D19F398-2D77-CD75-CE43-803AEB814AC9}" dt="2026-03-05T10:42:56.979" v="483" actId="1076"/>
          <ac:spMkLst>
            <pc:docMk/>
            <pc:sldMk cId="1564291331" sldId="2147310946"/>
            <ac:spMk id="26" creationId="{0962A287-0E5C-1C6E-67A3-44DD6A675F45}"/>
          </ac:spMkLst>
        </pc:spChg>
        <pc:spChg chg="del mod">
          <ac:chgData name="xiaowenyang52@gmail.com" userId="S::urn:spo:guest#xiaowenyang52@gmail.com::" providerId="AD" clId="Web-{3D19F398-2D77-CD75-CE43-803AEB814AC9}" dt="2026-03-05T10:18:46.058" v="50"/>
          <ac:spMkLst>
            <pc:docMk/>
            <pc:sldMk cId="1564291331" sldId="2147310946"/>
            <ac:spMk id="52" creationId="{FD72DBC0-5100-EA1C-4451-91C4E725C679}"/>
          </ac:spMkLst>
        </pc:spChg>
        <pc:grpChg chg="del">
          <ac:chgData name="xiaowenyang52@gmail.com" userId="S::urn:spo:guest#xiaowenyang52@gmail.com::" providerId="AD" clId="Web-{3D19F398-2D77-CD75-CE43-803AEB814AC9}" dt="2026-03-05T10:18:46.058" v="51"/>
          <ac:grpSpMkLst>
            <pc:docMk/>
            <pc:sldMk cId="1564291331" sldId="2147310946"/>
            <ac:grpSpMk id="30" creationId="{380F39CB-5B0B-B8C3-0E5B-68FD1973EC53}"/>
          </ac:grpSpMkLst>
        </pc:grpChg>
        <pc:graphicFrameChg chg="add del mod">
          <ac:chgData name="xiaowenyang52@gmail.com" userId="S::urn:spo:guest#xiaowenyang52@gmail.com::" providerId="AD" clId="Web-{3D19F398-2D77-CD75-CE43-803AEB814AC9}" dt="2026-03-05T10:23:07.842" v="81"/>
          <ac:graphicFrameMkLst>
            <pc:docMk/>
            <pc:sldMk cId="1564291331" sldId="2147310946"/>
            <ac:graphicFrameMk id="14" creationId="{15ABC6AB-39DF-7B5A-E0BB-2C2D83010CBE}"/>
          </ac:graphicFrameMkLst>
        </pc:graphicFrameChg>
        <pc:graphicFrameChg chg="add del mod">
          <ac:chgData name="xiaowenyang52@gmail.com" userId="S::urn:spo:guest#xiaowenyang52@gmail.com::" providerId="AD" clId="Web-{3D19F398-2D77-CD75-CE43-803AEB814AC9}" dt="2026-03-05T10:23:07.842" v="80"/>
          <ac:graphicFrameMkLst>
            <pc:docMk/>
            <pc:sldMk cId="1564291331" sldId="2147310946"/>
            <ac:graphicFrameMk id="16" creationId="{926C9476-FC7D-00D2-16A9-CF96D42700EE}"/>
          </ac:graphicFrameMkLst>
        </pc:graphicFrameChg>
        <pc:graphicFrameChg chg="add del mod">
          <ac:chgData name="xiaowenyang52@gmail.com" userId="S::urn:spo:guest#xiaowenyang52@gmail.com::" providerId="AD" clId="Web-{3D19F398-2D77-CD75-CE43-803AEB814AC9}" dt="2026-03-05T10:23:07.842" v="79"/>
          <ac:graphicFrameMkLst>
            <pc:docMk/>
            <pc:sldMk cId="1564291331" sldId="2147310946"/>
            <ac:graphicFrameMk id="18" creationId="{E8F0E629-6FAB-341F-71BC-FF04F14142C0}"/>
          </ac:graphicFrameMkLst>
        </pc:graphicFrameChg>
        <pc:graphicFrameChg chg="add del mod">
          <ac:chgData name="xiaowenyang52@gmail.com" userId="S::urn:spo:guest#xiaowenyang52@gmail.com::" providerId="AD" clId="Web-{3D19F398-2D77-CD75-CE43-803AEB814AC9}" dt="2026-03-05T10:23:07.842" v="78"/>
          <ac:graphicFrameMkLst>
            <pc:docMk/>
            <pc:sldMk cId="1564291331" sldId="2147310946"/>
            <ac:graphicFrameMk id="20" creationId="{9E36CACF-7355-0171-A3A6-80278571E976}"/>
          </ac:graphicFrameMkLst>
        </pc:graphicFrameChg>
        <pc:graphicFrameChg chg="add del mod">
          <ac:chgData name="xiaowenyang52@gmail.com" userId="S::urn:spo:guest#xiaowenyang52@gmail.com::" providerId="AD" clId="Web-{3D19F398-2D77-CD75-CE43-803AEB814AC9}" dt="2026-03-05T10:23:07.842" v="77"/>
          <ac:graphicFrameMkLst>
            <pc:docMk/>
            <pc:sldMk cId="1564291331" sldId="2147310946"/>
            <ac:graphicFrameMk id="22" creationId="{9BAF0306-4E5C-A30C-7EFD-46021C98CF84}"/>
          </ac:graphicFrameMkLst>
        </pc:graphicFrameChg>
        <pc:graphicFrameChg chg="add del">
          <ac:chgData name="xiaowenyang52@gmail.com" userId="S::urn:spo:guest#xiaowenyang52@gmail.com::" providerId="AD" clId="Web-{3D19F398-2D77-CD75-CE43-803AEB814AC9}" dt="2026-03-05T10:23:39.576" v="83"/>
          <ac:graphicFrameMkLst>
            <pc:docMk/>
            <pc:sldMk cId="1564291331" sldId="2147310946"/>
            <ac:graphicFrameMk id="23" creationId="{7130ACFF-70B3-5E36-22DD-9278770358E4}"/>
          </ac:graphicFrameMkLst>
        </pc:graphicFrameChg>
        <pc:graphicFrameChg chg="add mod modGraphic">
          <ac:chgData name="xiaowenyang52@gmail.com" userId="S::urn:spo:guest#xiaowenyang52@gmail.com::" providerId="AD" clId="Web-{3D19F398-2D77-CD75-CE43-803AEB814AC9}" dt="2026-03-05T10:42:51.510" v="481" actId="1076"/>
          <ac:graphicFrameMkLst>
            <pc:docMk/>
            <pc:sldMk cId="1564291331" sldId="2147310946"/>
            <ac:graphicFrameMk id="24" creationId="{31DF6EB0-9581-5E4E-EB25-65541CEA39BA}"/>
          </ac:graphicFrameMkLst>
        </pc:graphicFrameChg>
        <pc:picChg chg="del">
          <ac:chgData name="xiaowenyang52@gmail.com" userId="S::urn:spo:guest#xiaowenyang52@gmail.com::" providerId="AD" clId="Web-{3D19F398-2D77-CD75-CE43-803AEB814AC9}" dt="2026-03-05T10:18:46.042" v="44"/>
          <ac:picMkLst>
            <pc:docMk/>
            <pc:sldMk cId="1564291331" sldId="2147310946"/>
            <ac:picMk id="6" creationId="{0A932149-42AD-4ADE-25A0-B54666051AC7}"/>
          </ac:picMkLst>
        </pc:picChg>
        <pc:picChg chg="del">
          <ac:chgData name="xiaowenyang52@gmail.com" userId="S::urn:spo:guest#xiaowenyang52@gmail.com::" providerId="AD" clId="Web-{3D19F398-2D77-CD75-CE43-803AEB814AC9}" dt="2026-03-05T10:18:46.042" v="45"/>
          <ac:picMkLst>
            <pc:docMk/>
            <pc:sldMk cId="1564291331" sldId="2147310946"/>
            <ac:picMk id="7" creationId="{BE1F2B89-9B56-12D8-9212-E3F5F930A546}"/>
          </ac:picMkLst>
        </pc:picChg>
        <pc:picChg chg="add del mod">
          <ac:chgData name="xiaowenyang52@gmail.com" userId="S::urn:spo:guest#xiaowenyang52@gmail.com::" providerId="AD" clId="Web-{3D19F398-2D77-CD75-CE43-803AEB814AC9}" dt="2026-03-05T10:40:16.678" v="453"/>
          <ac:picMkLst>
            <pc:docMk/>
            <pc:sldMk cId="1564291331" sldId="2147310946"/>
            <ac:picMk id="8" creationId="{4F51C370-FA69-95E4-DA00-7EB2799D593C}"/>
          </ac:picMkLst>
        </pc:picChg>
        <pc:picChg chg="del">
          <ac:chgData name="xiaowenyang52@gmail.com" userId="S::urn:spo:guest#xiaowenyang52@gmail.com::" providerId="AD" clId="Web-{3D19F398-2D77-CD75-CE43-803AEB814AC9}" dt="2026-03-05T10:18:46.042" v="43"/>
          <ac:picMkLst>
            <pc:docMk/>
            <pc:sldMk cId="1564291331" sldId="2147310946"/>
            <ac:picMk id="11" creationId="{24E427BD-28D2-C46E-AD02-472F976CFBD2}"/>
          </ac:picMkLst>
        </pc:picChg>
        <pc:picChg chg="del">
          <ac:chgData name="xiaowenyang52@gmail.com" userId="S::urn:spo:guest#xiaowenyang52@gmail.com::" providerId="AD" clId="Web-{3D19F398-2D77-CD75-CE43-803AEB814AC9}" dt="2026-03-05T10:18:46.042" v="42"/>
          <ac:picMkLst>
            <pc:docMk/>
            <pc:sldMk cId="1564291331" sldId="2147310946"/>
            <ac:picMk id="13" creationId="{43CE8B4C-F514-E743-E3B0-85C2BA28C883}"/>
          </ac:picMkLst>
        </pc:picChg>
        <pc:picChg chg="add del mod">
          <ac:chgData name="xiaowenyang52@gmail.com" userId="S::urn:spo:guest#xiaowenyang52@gmail.com::" providerId="AD" clId="Web-{3D19F398-2D77-CD75-CE43-803AEB814AC9}" dt="2026-03-05T10:40:15.225" v="452"/>
          <ac:picMkLst>
            <pc:docMk/>
            <pc:sldMk cId="1564291331" sldId="2147310946"/>
            <ac:picMk id="27" creationId="{391BC860-8A77-2853-D531-2CCEE949EB96}"/>
          </ac:picMkLst>
        </pc:picChg>
        <pc:picChg chg="add mod">
          <ac:chgData name="xiaowenyang52@gmail.com" userId="S::urn:spo:guest#xiaowenyang52@gmail.com::" providerId="AD" clId="Web-{3D19F398-2D77-CD75-CE43-803AEB814AC9}" dt="2026-03-05T10:42:52.995" v="482" actId="1076"/>
          <ac:picMkLst>
            <pc:docMk/>
            <pc:sldMk cId="1564291331" sldId="2147310946"/>
            <ac:picMk id="28" creationId="{74C56621-AE97-A1F8-EC90-D1FE66AFEEE0}"/>
          </ac:picMkLst>
        </pc:picChg>
        <pc:picChg chg="add mod">
          <ac:chgData name="xiaowenyang52@gmail.com" userId="S::urn:spo:guest#xiaowenyang52@gmail.com::" providerId="AD" clId="Web-{3D19F398-2D77-CD75-CE43-803AEB814AC9}" dt="2026-03-05T10:41:55.913" v="476" actId="1076"/>
          <ac:picMkLst>
            <pc:docMk/>
            <pc:sldMk cId="1564291331" sldId="2147310946"/>
            <ac:picMk id="29" creationId="{C44E75E1-E405-6839-20DE-C273948705FA}"/>
          </ac:picMkLst>
        </pc:picChg>
      </pc:sldChg>
    </pc:docChg>
  </pc:docChgLst>
  <pc:docChgLst>
    <pc:chgData name="Ranxuan Zhang" userId="S::ranxuan@chalmers.se::a68e93a2-09fa-4024-a7fa-4259384936db" providerId="AD" clId="Web-{3C9BEADC-9121-827F-BC9F-91F1DBAAD166}"/>
    <pc:docChg chg="addSld delSld modSld">
      <pc:chgData name="Ranxuan Zhang" userId="S::ranxuan@chalmers.se::a68e93a2-09fa-4024-a7fa-4259384936db" providerId="AD" clId="Web-{3C9BEADC-9121-827F-BC9F-91F1DBAAD166}" dt="2026-03-02T11:00:10.389" v="594" actId="14100"/>
      <pc:docMkLst>
        <pc:docMk/>
      </pc:docMkLst>
      <pc:sldChg chg="addSp delSp modSp modNotes">
        <pc:chgData name="Ranxuan Zhang" userId="S::ranxuan@chalmers.se::a68e93a2-09fa-4024-a7fa-4259384936db" providerId="AD" clId="Web-{3C9BEADC-9121-827F-BC9F-91F1DBAAD166}" dt="2026-03-02T11:00:10.389" v="594" actId="14100"/>
        <pc:sldMkLst>
          <pc:docMk/>
          <pc:sldMk cId="112962189" sldId="2147310939"/>
        </pc:sldMkLst>
        <pc:spChg chg="add mod">
          <ac:chgData name="Ranxuan Zhang" userId="S::ranxuan@chalmers.se::a68e93a2-09fa-4024-a7fa-4259384936db" providerId="AD" clId="Web-{3C9BEADC-9121-827F-BC9F-91F1DBAAD166}" dt="2026-03-02T10:58:21.715" v="590" actId="1076"/>
          <ac:spMkLst>
            <pc:docMk/>
            <pc:sldMk cId="112962189" sldId="2147310939"/>
            <ac:spMk id="3" creationId="{547B49B5-4E5D-1717-011A-188B67E1C1FC}"/>
          </ac:spMkLst>
        </pc:spChg>
        <pc:spChg chg="add mod">
          <ac:chgData name="Ranxuan Zhang" userId="S::ranxuan@chalmers.se::a68e93a2-09fa-4024-a7fa-4259384936db" providerId="AD" clId="Web-{3C9BEADC-9121-827F-BC9F-91F1DBAAD166}" dt="2026-03-02T10:59:34.372" v="593" actId="1076"/>
          <ac:spMkLst>
            <pc:docMk/>
            <pc:sldMk cId="112962189" sldId="2147310939"/>
            <ac:spMk id="4" creationId="{32494FBA-AE92-EB99-9BB4-2383EC6820D8}"/>
          </ac:spMkLst>
        </pc:spChg>
        <pc:spChg chg="add mod">
          <ac:chgData name="Ranxuan Zhang" userId="S::ranxuan@chalmers.se::a68e93a2-09fa-4024-a7fa-4259384936db" providerId="AD" clId="Web-{3C9BEADC-9121-827F-BC9F-91F1DBAAD166}" dt="2026-03-02T10:52:11.232" v="537" actId="1076"/>
          <ac:spMkLst>
            <pc:docMk/>
            <pc:sldMk cId="112962189" sldId="2147310939"/>
            <ac:spMk id="12" creationId="{AD235EA7-87D7-C9A4-3BE9-42D78089C67B}"/>
          </ac:spMkLst>
        </pc:spChg>
        <pc:spChg chg="add mod">
          <ac:chgData name="Ranxuan Zhang" userId="S::ranxuan@chalmers.se::a68e93a2-09fa-4024-a7fa-4259384936db" providerId="AD" clId="Web-{3C9BEADC-9121-827F-BC9F-91F1DBAAD166}" dt="2026-03-02T10:52:00.778" v="534" actId="1076"/>
          <ac:spMkLst>
            <pc:docMk/>
            <pc:sldMk cId="112962189" sldId="2147310939"/>
            <ac:spMk id="26" creationId="{8DCD8325-98B9-284D-15BE-5610C1D45952}"/>
          </ac:spMkLst>
        </pc:spChg>
        <pc:spChg chg="mod">
          <ac:chgData name="Ranxuan Zhang" userId="S::ranxuan@chalmers.se::a68e93a2-09fa-4024-a7fa-4259384936db" providerId="AD" clId="Web-{3C9BEADC-9121-827F-BC9F-91F1DBAAD166}" dt="2026-03-01T23:04:28.015" v="262" actId="20577"/>
          <ac:spMkLst>
            <pc:docMk/>
            <pc:sldMk cId="112962189" sldId="2147310939"/>
            <ac:spMk id="34" creationId="{5A938040-7CC0-A869-83DC-D4D220DEEE7A}"/>
          </ac:spMkLst>
        </pc:spChg>
      </pc:sldChg>
      <pc:sldChg chg="addSp delSp modSp">
        <pc:chgData name="Ranxuan Zhang" userId="S::ranxuan@chalmers.se::a68e93a2-09fa-4024-a7fa-4259384936db" providerId="AD" clId="Web-{3C9BEADC-9121-827F-BC9F-91F1DBAAD166}" dt="2026-03-02T10:51:38.011" v="526"/>
        <pc:sldMkLst>
          <pc:docMk/>
          <pc:sldMk cId="3155074421" sldId="2147310941"/>
        </pc:sldMkLst>
      </pc:sldChg>
      <pc:sldChg chg="addSp delSp modSp">
        <pc:chgData name="Ranxuan Zhang" userId="S::ranxuan@chalmers.se::a68e93a2-09fa-4024-a7fa-4259384936db" providerId="AD" clId="Web-{3C9BEADC-9121-827F-BC9F-91F1DBAAD166}" dt="2026-03-01T18:36:50.293" v="211" actId="20577"/>
        <pc:sldMkLst>
          <pc:docMk/>
          <pc:sldMk cId="2959555537" sldId="2147310942"/>
        </pc:sldMkLst>
        <pc:spChg chg="add del mod">
          <ac:chgData name="Ranxuan Zhang" userId="S::ranxuan@chalmers.se::a68e93a2-09fa-4024-a7fa-4259384936db" providerId="AD" clId="Web-{3C9BEADC-9121-827F-BC9F-91F1DBAAD166}" dt="2026-03-01T18:36:50.293" v="211" actId="20577"/>
          <ac:spMkLst>
            <pc:docMk/>
            <pc:sldMk cId="2959555537" sldId="2147310942"/>
            <ac:spMk id="14" creationId="{EC302EE1-8C9D-A480-D472-8ED45E3B82C6}"/>
          </ac:spMkLst>
        </pc:spChg>
      </pc:sldChg>
      <pc:sldChg chg="modSp">
        <pc:chgData name="Ranxuan Zhang" userId="S::ranxuan@chalmers.se::a68e93a2-09fa-4024-a7fa-4259384936db" providerId="AD" clId="Web-{3C9BEADC-9121-827F-BC9F-91F1DBAAD166}" dt="2026-03-01T18:35:14.511" v="148" actId="20577"/>
        <pc:sldMkLst>
          <pc:docMk/>
          <pc:sldMk cId="1469125100" sldId="2147310943"/>
        </pc:sldMkLst>
        <pc:spChg chg="mod">
          <ac:chgData name="Ranxuan Zhang" userId="S::ranxuan@chalmers.se::a68e93a2-09fa-4024-a7fa-4259384936db" providerId="AD" clId="Web-{3C9BEADC-9121-827F-BC9F-91F1DBAAD166}" dt="2026-03-01T18:35:14.511" v="148" actId="20577"/>
          <ac:spMkLst>
            <pc:docMk/>
            <pc:sldMk cId="1469125100" sldId="2147310943"/>
            <ac:spMk id="4" creationId="{A4BFF509-0B4C-FE46-682D-95AD750F5685}"/>
          </ac:spMkLst>
        </pc:spChg>
      </pc:sldChg>
      <pc:sldChg chg="addSp delSp modSp add replId">
        <pc:chgData name="Ranxuan Zhang" userId="S::ranxuan@chalmers.se::a68e93a2-09fa-4024-a7fa-4259384936db" providerId="AD" clId="Web-{3C9BEADC-9121-827F-BC9F-91F1DBAAD166}" dt="2026-03-02T10:52:59.641" v="539" actId="1076"/>
        <pc:sldMkLst>
          <pc:docMk/>
          <pc:sldMk cId="4197721977" sldId="2147310944"/>
        </pc:sldMkLst>
        <pc:spChg chg="add mod">
          <ac:chgData name="Ranxuan Zhang" userId="S::ranxuan@chalmers.se::a68e93a2-09fa-4024-a7fa-4259384936db" providerId="AD" clId="Web-{3C9BEADC-9121-827F-BC9F-91F1DBAAD166}" dt="2026-03-01T23:03:47.890" v="249" actId="20577"/>
          <ac:spMkLst>
            <pc:docMk/>
            <pc:sldMk cId="4197721977" sldId="2147310944"/>
            <ac:spMk id="13" creationId="{74510CA4-69C7-89D8-8D88-F93DA8A924A9}"/>
          </ac:spMkLst>
        </pc:spChg>
      </pc:sldChg>
    </pc:docChg>
  </pc:docChgLst>
  <pc:docChgLst>
    <pc:chgData name="Moli Zhou" userId="45dd8ee2-8ff0-4e4c-a064-854f8dc473b0" providerId="ADAL" clId="{36A7FEB2-4EAE-5ED4-818F-257B007BF833}"/>
    <pc:docChg chg="undo custSel addSld delSld modSld sldOrd modMainMaster">
      <pc:chgData name="Moli Zhou" userId="45dd8ee2-8ff0-4e4c-a064-854f8dc473b0" providerId="ADAL" clId="{36A7FEB2-4EAE-5ED4-818F-257B007BF833}" dt="2026-03-06T15:52:06.447" v="8348" actId="1076"/>
      <pc:docMkLst>
        <pc:docMk/>
      </pc:docMkLst>
      <pc:sldChg chg="addSp delSp modSp mod modNotesTx">
        <pc:chgData name="Moli Zhou" userId="45dd8ee2-8ff0-4e4c-a064-854f8dc473b0" providerId="ADAL" clId="{36A7FEB2-4EAE-5ED4-818F-257B007BF833}" dt="2026-03-02T10:47:55.353" v="6773" actId="20577"/>
        <pc:sldMkLst>
          <pc:docMk/>
          <pc:sldMk cId="1937041550" sldId="259"/>
        </pc:sldMkLst>
        <pc:spChg chg="mod">
          <ac:chgData name="Moli Zhou" userId="45dd8ee2-8ff0-4e4c-a064-854f8dc473b0" providerId="ADAL" clId="{36A7FEB2-4EAE-5ED4-818F-257B007BF833}" dt="2026-02-21T12:56:45.432" v="3663" actId="207"/>
          <ac:spMkLst>
            <pc:docMk/>
            <pc:sldMk cId="1937041550" sldId="259"/>
            <ac:spMk id="458" creationId="{434108EC-4777-57DC-74E9-E8632DD77EC7}"/>
          </ac:spMkLst>
        </pc:spChg>
        <pc:spChg chg="mod">
          <ac:chgData name="Moli Zhou" userId="45dd8ee2-8ff0-4e4c-a064-854f8dc473b0" providerId="ADAL" clId="{36A7FEB2-4EAE-5ED4-818F-257B007BF833}" dt="2026-03-02T10:47:55.353" v="6773" actId="20577"/>
          <ac:spMkLst>
            <pc:docMk/>
            <pc:sldMk cId="1937041550" sldId="259"/>
            <ac:spMk id="465" creationId="{12E509E8-5B13-05BA-4C66-9D72C2F0EDDC}"/>
          </ac:spMkLst>
        </pc:spChg>
        <pc:spChg chg="mod">
          <ac:chgData name="Moli Zhou" userId="45dd8ee2-8ff0-4e4c-a064-854f8dc473b0" providerId="ADAL" clId="{36A7FEB2-4EAE-5ED4-818F-257B007BF833}" dt="2026-02-21T12:57:50.201" v="3678" actId="20577"/>
          <ac:spMkLst>
            <pc:docMk/>
            <pc:sldMk cId="1937041550" sldId="259"/>
            <ac:spMk id="472" creationId="{99D105A9-3032-9EEA-4B04-649B4CEF10DC}"/>
          </ac:spMkLst>
        </pc:spChg>
        <pc:spChg chg="mod">
          <ac:chgData name="Moli Zhou" userId="45dd8ee2-8ff0-4e4c-a064-854f8dc473b0" providerId="ADAL" clId="{36A7FEB2-4EAE-5ED4-818F-257B007BF833}" dt="2026-02-18T20:46:55.411" v="2"/>
          <ac:spMkLst>
            <pc:docMk/>
            <pc:sldMk cId="1937041550" sldId="259"/>
            <ac:spMk id="476" creationId="{7D8C802B-2696-300B-01DB-C3CA2E461B52}"/>
          </ac:spMkLst>
        </pc:spChg>
        <pc:grpChg chg="mod">
          <ac:chgData name="Moli Zhou" userId="45dd8ee2-8ff0-4e4c-a064-854f8dc473b0" providerId="ADAL" clId="{36A7FEB2-4EAE-5ED4-818F-257B007BF833}" dt="2026-02-18T20:48:07.881" v="96" actId="1076"/>
          <ac:grpSpMkLst>
            <pc:docMk/>
            <pc:sldMk cId="1937041550" sldId="259"/>
            <ac:grpSpMk id="477" creationId="{CA6C0479-5E89-6186-0D01-10DCC1C6FE44}"/>
          </ac:grpSpMkLst>
        </pc:grpChg>
      </pc:sldChg>
      <pc:sldChg chg="addSp delSp modSp mod modNotesTx">
        <pc:chgData name="Moli Zhou" userId="45dd8ee2-8ff0-4e4c-a064-854f8dc473b0" providerId="ADAL" clId="{36A7FEB2-4EAE-5ED4-818F-257B007BF833}" dt="2026-03-04T17:07:29.178" v="6932" actId="1076"/>
        <pc:sldMkLst>
          <pc:docMk/>
          <pc:sldMk cId="3724922495" sldId="2147310925"/>
        </pc:sldMkLst>
        <pc:spChg chg="mod">
          <ac:chgData name="Moli Zhou" userId="45dd8ee2-8ff0-4e4c-a064-854f8dc473b0" providerId="ADAL" clId="{36A7FEB2-4EAE-5ED4-818F-257B007BF833}" dt="2026-02-22T10:34:41.109" v="6251" actId="1037"/>
          <ac:spMkLst>
            <pc:docMk/>
            <pc:sldMk cId="3724922495" sldId="2147310925"/>
            <ac:spMk id="2" creationId="{828DBF4B-BE50-FA89-0CB8-E39D6E98CCF1}"/>
          </ac:spMkLst>
        </pc:spChg>
        <pc:spChg chg="mod">
          <ac:chgData name="Moli Zhou" userId="45dd8ee2-8ff0-4e4c-a064-854f8dc473b0" providerId="ADAL" clId="{36A7FEB2-4EAE-5ED4-818F-257B007BF833}" dt="2026-02-22T10:33:04.650" v="6218" actId="14100"/>
          <ac:spMkLst>
            <pc:docMk/>
            <pc:sldMk cId="3724922495" sldId="2147310925"/>
            <ac:spMk id="4" creationId="{00000000-0000-0000-0000-000000000000}"/>
          </ac:spMkLst>
        </pc:spChg>
        <pc:spChg chg="mod">
          <ac:chgData name="Moli Zhou" userId="45dd8ee2-8ff0-4e4c-a064-854f8dc473b0" providerId="ADAL" clId="{36A7FEB2-4EAE-5ED4-818F-257B007BF833}" dt="2026-02-22T10:33:40.322" v="6227" actId="14100"/>
          <ac:spMkLst>
            <pc:docMk/>
            <pc:sldMk cId="3724922495" sldId="2147310925"/>
            <ac:spMk id="5" creationId="{00000000-0000-0000-0000-000000000000}"/>
          </ac:spMkLst>
        </pc:spChg>
        <pc:spChg chg="mod">
          <ac:chgData name="Moli Zhou" userId="45dd8ee2-8ff0-4e4c-a064-854f8dc473b0" providerId="ADAL" clId="{36A7FEB2-4EAE-5ED4-818F-257B007BF833}" dt="2026-02-22T10:33:53.922" v="6230" actId="14100"/>
          <ac:spMkLst>
            <pc:docMk/>
            <pc:sldMk cId="3724922495" sldId="2147310925"/>
            <ac:spMk id="7" creationId="{91417C50-DC7D-8E7A-41AA-06B8DC0299CB}"/>
          </ac:spMkLst>
        </pc:spChg>
        <pc:spChg chg="add mod">
          <ac:chgData name="Moli Zhou" userId="45dd8ee2-8ff0-4e4c-a064-854f8dc473b0" providerId="ADAL" clId="{36A7FEB2-4EAE-5ED4-818F-257B007BF833}" dt="2026-03-04T17:07:29.178" v="6932" actId="1076"/>
          <ac:spMkLst>
            <pc:docMk/>
            <pc:sldMk cId="3724922495" sldId="2147310925"/>
            <ac:spMk id="8" creationId="{5D6062F3-2C21-76DA-2750-2A1B00485847}"/>
          </ac:spMkLst>
        </pc:spChg>
        <pc:spChg chg="add mod">
          <ac:chgData name="Moli Zhou" userId="45dd8ee2-8ff0-4e4c-a064-854f8dc473b0" providerId="ADAL" clId="{36A7FEB2-4EAE-5ED4-818F-257B007BF833}" dt="2026-02-22T10:33:34.832" v="6226" actId="14100"/>
          <ac:spMkLst>
            <pc:docMk/>
            <pc:sldMk cId="3724922495" sldId="2147310925"/>
            <ac:spMk id="9" creationId="{67C9534E-0DBF-A531-29D9-2BF25DC681C7}"/>
          </ac:spMkLst>
        </pc:spChg>
        <pc:spChg chg="mod">
          <ac:chgData name="Moli Zhou" userId="45dd8ee2-8ff0-4e4c-a064-854f8dc473b0" providerId="ADAL" clId="{36A7FEB2-4EAE-5ED4-818F-257B007BF833}" dt="2026-02-22T10:34:26.955" v="6246" actId="1036"/>
          <ac:spMkLst>
            <pc:docMk/>
            <pc:sldMk cId="3724922495" sldId="2147310925"/>
            <ac:spMk id="10" creationId="{525DBA73-CF8F-8E7E-4287-6044A77E150C}"/>
          </ac:spMkLst>
        </pc:spChg>
        <pc:spChg chg="add mod">
          <ac:chgData name="Moli Zhou" userId="45dd8ee2-8ff0-4e4c-a064-854f8dc473b0" providerId="ADAL" clId="{36A7FEB2-4EAE-5ED4-818F-257B007BF833}" dt="2026-02-22T10:32:51.965" v="6216" actId="207"/>
          <ac:spMkLst>
            <pc:docMk/>
            <pc:sldMk cId="3724922495" sldId="2147310925"/>
            <ac:spMk id="12" creationId="{C5EF38EB-4F5E-51FB-3B89-9AC70CC52C38}"/>
          </ac:spMkLst>
        </pc:spChg>
        <pc:spChg chg="mod">
          <ac:chgData name="Moli Zhou" userId="45dd8ee2-8ff0-4e4c-a064-854f8dc473b0" providerId="ADAL" clId="{36A7FEB2-4EAE-5ED4-818F-257B007BF833}" dt="2026-02-22T10:34:20.259" v="6240" actId="1036"/>
          <ac:spMkLst>
            <pc:docMk/>
            <pc:sldMk cId="3724922495" sldId="2147310925"/>
            <ac:spMk id="14" creationId="{658E69CC-5845-85A3-79BF-C8AF16519313}"/>
          </ac:spMkLst>
        </pc:spChg>
        <pc:spChg chg="mod">
          <ac:chgData name="Moli Zhou" userId="45dd8ee2-8ff0-4e4c-a064-854f8dc473b0" providerId="ADAL" clId="{36A7FEB2-4EAE-5ED4-818F-257B007BF833}" dt="2026-02-22T10:34:22.434" v="6244" actId="1036"/>
          <ac:spMkLst>
            <pc:docMk/>
            <pc:sldMk cId="3724922495" sldId="2147310925"/>
            <ac:spMk id="15" creationId="{E2CD3C23-A9E2-B1BD-43D0-A4F2CA478F53}"/>
          </ac:spMkLst>
        </pc:spChg>
        <pc:spChg chg="mod">
          <ac:chgData name="Moli Zhou" userId="45dd8ee2-8ff0-4e4c-a064-854f8dc473b0" providerId="ADAL" clId="{36A7FEB2-4EAE-5ED4-818F-257B007BF833}" dt="2026-02-22T10:33:29.309" v="6224" actId="14100"/>
          <ac:spMkLst>
            <pc:docMk/>
            <pc:sldMk cId="3724922495" sldId="2147310925"/>
            <ac:spMk id="18" creationId="{00000000-0000-0000-0000-000000000000}"/>
          </ac:spMkLst>
        </pc:spChg>
        <pc:spChg chg="mod">
          <ac:chgData name="Moli Zhou" userId="45dd8ee2-8ff0-4e4c-a064-854f8dc473b0" providerId="ADAL" clId="{36A7FEB2-4EAE-5ED4-818F-257B007BF833}" dt="2026-02-22T10:29:17.737" v="6178" actId="1076"/>
          <ac:spMkLst>
            <pc:docMk/>
            <pc:sldMk cId="3724922495" sldId="2147310925"/>
            <ac:spMk id="26" creationId="{C300A5DD-4960-F461-58A9-38812D4F567D}"/>
          </ac:spMkLst>
        </pc:spChg>
        <pc:grpChg chg="mod">
          <ac:chgData name="Moli Zhou" userId="45dd8ee2-8ff0-4e4c-a064-854f8dc473b0" providerId="ADAL" clId="{36A7FEB2-4EAE-5ED4-818F-257B007BF833}" dt="2026-02-22T10:34:35.011" v="6247" actId="1076"/>
          <ac:grpSpMkLst>
            <pc:docMk/>
            <pc:sldMk cId="3724922495" sldId="2147310925"/>
            <ac:grpSpMk id="3" creationId="{24BB8713-9855-2F35-3585-FA31A44A60F5}"/>
          </ac:grpSpMkLst>
        </pc:grpChg>
        <pc:picChg chg="mod">
          <ac:chgData name="Moli Zhou" userId="45dd8ee2-8ff0-4e4c-a064-854f8dc473b0" providerId="ADAL" clId="{36A7FEB2-4EAE-5ED4-818F-257B007BF833}" dt="2026-02-22T10:27:04.692" v="6175" actId="1037"/>
          <ac:picMkLst>
            <pc:docMk/>
            <pc:sldMk cId="3724922495" sldId="2147310925"/>
            <ac:picMk id="17" creationId="{300F4083-9374-C916-49BD-1B556B999AA6}"/>
          </ac:picMkLst>
        </pc:picChg>
        <pc:picChg chg="mod">
          <ac:chgData name="Moli Zhou" userId="45dd8ee2-8ff0-4e4c-a064-854f8dc473b0" providerId="ADAL" clId="{36A7FEB2-4EAE-5ED4-818F-257B007BF833}" dt="2026-02-22T10:27:04.692" v="6175" actId="1037"/>
          <ac:picMkLst>
            <pc:docMk/>
            <pc:sldMk cId="3724922495" sldId="2147310925"/>
            <ac:picMk id="19" creationId="{9F2EB23E-46BB-9EB5-C608-D499D7F7414A}"/>
          </ac:picMkLst>
        </pc:picChg>
        <pc:picChg chg="mod">
          <ac:chgData name="Moli Zhou" userId="45dd8ee2-8ff0-4e4c-a064-854f8dc473b0" providerId="ADAL" clId="{36A7FEB2-4EAE-5ED4-818F-257B007BF833}" dt="2026-02-22T10:27:04.692" v="6175" actId="1037"/>
          <ac:picMkLst>
            <pc:docMk/>
            <pc:sldMk cId="3724922495" sldId="2147310925"/>
            <ac:picMk id="20" creationId="{3E8AF050-C478-37C7-4077-17791F28B486}"/>
          </ac:picMkLst>
        </pc:picChg>
        <pc:picChg chg="add mod">
          <ac:chgData name="Moli Zhou" userId="45dd8ee2-8ff0-4e4c-a064-854f8dc473b0" providerId="ADAL" clId="{36A7FEB2-4EAE-5ED4-818F-257B007BF833}" dt="2026-02-22T10:34:48.176" v="6258" actId="1076"/>
          <ac:picMkLst>
            <pc:docMk/>
            <pc:sldMk cId="3724922495" sldId="2147310925"/>
            <ac:picMk id="22" creationId="{28034DDF-7E3B-3685-F759-178FBB9A7A6C}"/>
          </ac:picMkLst>
        </pc:picChg>
        <pc:picChg chg="add mod">
          <ac:chgData name="Moli Zhou" userId="45dd8ee2-8ff0-4e4c-a064-854f8dc473b0" providerId="ADAL" clId="{36A7FEB2-4EAE-5ED4-818F-257B007BF833}" dt="2026-02-22T10:35:44.574" v="6269" actId="1076"/>
          <ac:picMkLst>
            <pc:docMk/>
            <pc:sldMk cId="3724922495" sldId="2147310925"/>
            <ac:picMk id="24" creationId="{7B26F7FE-6C99-6484-B359-5139AE9E7CD8}"/>
          </ac:picMkLst>
        </pc:picChg>
      </pc:sldChg>
      <pc:sldChg chg="addSp delSp modSp mod ord modNotesTx">
        <pc:chgData name="Moli Zhou" userId="45dd8ee2-8ff0-4e4c-a064-854f8dc473b0" providerId="ADAL" clId="{36A7FEB2-4EAE-5ED4-818F-257B007BF833}" dt="2026-03-04T17:07:34.940" v="6943" actId="1037"/>
        <pc:sldMkLst>
          <pc:docMk/>
          <pc:sldMk cId="4062385431" sldId="2147310930"/>
        </pc:sldMkLst>
        <pc:spChg chg="add mod">
          <ac:chgData name="Moli Zhou" userId="45dd8ee2-8ff0-4e4c-a064-854f8dc473b0" providerId="ADAL" clId="{36A7FEB2-4EAE-5ED4-818F-257B007BF833}" dt="2026-03-04T17:07:34.940" v="6943" actId="1037"/>
          <ac:spMkLst>
            <pc:docMk/>
            <pc:sldMk cId="4062385431" sldId="2147310930"/>
            <ac:spMk id="2" creationId="{EF45C9E1-B28D-03F4-DAED-E37F4FE81672}"/>
          </ac:spMkLst>
        </pc:spChg>
        <pc:spChg chg="mod">
          <ac:chgData name="Moli Zhou" userId="45dd8ee2-8ff0-4e4c-a064-854f8dc473b0" providerId="ADAL" clId="{36A7FEB2-4EAE-5ED4-818F-257B007BF833}" dt="2026-02-22T11:40:13.660" v="6697" actId="1076"/>
          <ac:spMkLst>
            <pc:docMk/>
            <pc:sldMk cId="4062385431" sldId="2147310930"/>
            <ac:spMk id="11" creationId="{FD9406FC-7290-98C3-494F-F16E9299F274}"/>
          </ac:spMkLst>
        </pc:spChg>
        <pc:spChg chg="mod">
          <ac:chgData name="Moli Zhou" userId="45dd8ee2-8ff0-4e4c-a064-854f8dc473b0" providerId="ADAL" clId="{36A7FEB2-4EAE-5ED4-818F-257B007BF833}" dt="2026-02-22T11:16:45.435" v="6622" actId="1076"/>
          <ac:spMkLst>
            <pc:docMk/>
            <pc:sldMk cId="4062385431" sldId="2147310930"/>
            <ac:spMk id="12" creationId="{75B42342-3DBD-D2A2-F5B7-189CEB47FC26}"/>
          </ac:spMkLst>
        </pc:spChg>
        <pc:spChg chg="mod">
          <ac:chgData name="Moli Zhou" userId="45dd8ee2-8ff0-4e4c-a064-854f8dc473b0" providerId="ADAL" clId="{36A7FEB2-4EAE-5ED4-818F-257B007BF833}" dt="2026-02-22T11:17:40.291" v="6642" actId="1076"/>
          <ac:spMkLst>
            <pc:docMk/>
            <pc:sldMk cId="4062385431" sldId="2147310930"/>
            <ac:spMk id="20" creationId="{12078FC3-73F7-CBDB-A8C6-792A75402969}"/>
          </ac:spMkLst>
        </pc:spChg>
        <pc:spChg chg="mod">
          <ac:chgData name="Moli Zhou" userId="45dd8ee2-8ff0-4e4c-a064-854f8dc473b0" providerId="ADAL" clId="{36A7FEB2-4EAE-5ED4-818F-257B007BF833}" dt="2026-02-22T11:15:07.577" v="6579" actId="1076"/>
          <ac:spMkLst>
            <pc:docMk/>
            <pc:sldMk cId="4062385431" sldId="2147310930"/>
            <ac:spMk id="38" creationId="{0013984C-B0AB-FA95-58D5-8E480BE9DAFC}"/>
          </ac:spMkLst>
        </pc:spChg>
        <pc:spChg chg="mod">
          <ac:chgData name="Moli Zhou" userId="45dd8ee2-8ff0-4e4c-a064-854f8dc473b0" providerId="ADAL" clId="{36A7FEB2-4EAE-5ED4-818F-257B007BF833}" dt="2026-02-22T11:18:13.630" v="6650" actId="1076"/>
          <ac:spMkLst>
            <pc:docMk/>
            <pc:sldMk cId="4062385431" sldId="2147310930"/>
            <ac:spMk id="47" creationId="{D0916B9D-5A18-BFB1-BCBB-D0F3277E28D5}"/>
          </ac:spMkLst>
        </pc:spChg>
        <pc:grpChg chg="add mod">
          <ac:chgData name="Moli Zhou" userId="45dd8ee2-8ff0-4e4c-a064-854f8dc473b0" providerId="ADAL" clId="{36A7FEB2-4EAE-5ED4-818F-257B007BF833}" dt="2026-02-22T11:15:25.214" v="6598" actId="1036"/>
          <ac:grpSpMkLst>
            <pc:docMk/>
            <pc:sldMk cId="4062385431" sldId="2147310930"/>
            <ac:grpSpMk id="6" creationId="{AC4C7A68-225F-6282-8DA9-A7584B453246}"/>
          </ac:grpSpMkLst>
        </pc:grpChg>
        <pc:grpChg chg="mod">
          <ac:chgData name="Moli Zhou" userId="45dd8ee2-8ff0-4e4c-a064-854f8dc473b0" providerId="ADAL" clId="{36A7FEB2-4EAE-5ED4-818F-257B007BF833}" dt="2026-02-22T11:17:22.132" v="6635" actId="1076"/>
          <ac:grpSpMkLst>
            <pc:docMk/>
            <pc:sldMk cId="4062385431" sldId="2147310930"/>
            <ac:grpSpMk id="8" creationId="{3997034D-1D23-32C5-AA03-B0E9C5D9CE28}"/>
          </ac:grpSpMkLst>
        </pc:grpChg>
        <pc:picChg chg="mod">
          <ac:chgData name="Moli Zhou" userId="45dd8ee2-8ff0-4e4c-a064-854f8dc473b0" providerId="ADAL" clId="{36A7FEB2-4EAE-5ED4-818F-257B007BF833}" dt="2026-02-22T11:15:09.715" v="6580" actId="1076"/>
          <ac:picMkLst>
            <pc:docMk/>
            <pc:sldMk cId="4062385431" sldId="2147310930"/>
            <ac:picMk id="3" creationId="{F9FE083F-920C-F69B-567D-DCFAA5C6CF6A}"/>
          </ac:picMkLst>
        </pc:picChg>
        <pc:picChg chg="add mod">
          <ac:chgData name="Moli Zhou" userId="45dd8ee2-8ff0-4e4c-a064-854f8dc473b0" providerId="ADAL" clId="{36A7FEB2-4EAE-5ED4-818F-257B007BF833}" dt="2026-02-22T11:17:45.681" v="6644" actId="1076"/>
          <ac:picMkLst>
            <pc:docMk/>
            <pc:sldMk cId="4062385431" sldId="2147310930"/>
            <ac:picMk id="7" creationId="{27C6CD98-173D-7CC5-0711-3EF4D587ECBA}"/>
          </ac:picMkLst>
        </pc:picChg>
        <pc:picChg chg="mod">
          <ac:chgData name="Moli Zhou" userId="45dd8ee2-8ff0-4e4c-a064-854f8dc473b0" providerId="ADAL" clId="{36A7FEB2-4EAE-5ED4-818F-257B007BF833}" dt="2026-02-22T11:15:22.996" v="6584" actId="164"/>
          <ac:picMkLst>
            <pc:docMk/>
            <pc:sldMk cId="4062385431" sldId="2147310930"/>
            <ac:picMk id="10" creationId="{7F0A9D94-7A89-DB78-C360-3DD52D73ED1C}"/>
          </ac:picMkLst>
        </pc:picChg>
        <pc:picChg chg="mod">
          <ac:chgData name="Moli Zhou" userId="45dd8ee2-8ff0-4e4c-a064-854f8dc473b0" providerId="ADAL" clId="{36A7FEB2-4EAE-5ED4-818F-257B007BF833}" dt="2026-02-22T11:15:22.996" v="6584" actId="164"/>
          <ac:picMkLst>
            <pc:docMk/>
            <pc:sldMk cId="4062385431" sldId="2147310930"/>
            <ac:picMk id="15" creationId="{BF0C7C24-E192-827D-B699-7AEEDE2CA423}"/>
          </ac:picMkLst>
        </pc:picChg>
        <pc:picChg chg="mod">
          <ac:chgData name="Moli Zhou" userId="45dd8ee2-8ff0-4e4c-a064-854f8dc473b0" providerId="ADAL" clId="{36A7FEB2-4EAE-5ED4-818F-257B007BF833}" dt="2026-02-22T11:15:31.531" v="6600" actId="1076"/>
          <ac:picMkLst>
            <pc:docMk/>
            <pc:sldMk cId="4062385431" sldId="2147310930"/>
            <ac:picMk id="18" creationId="{21432BE1-0BBA-66D9-A993-16FBECA183A9}"/>
          </ac:picMkLst>
        </pc:picChg>
        <pc:picChg chg="mod">
          <ac:chgData name="Moli Zhou" userId="45dd8ee2-8ff0-4e4c-a064-854f8dc473b0" providerId="ADAL" clId="{36A7FEB2-4EAE-5ED4-818F-257B007BF833}" dt="2026-02-22T11:39:58.766" v="6692" actId="167"/>
          <ac:picMkLst>
            <pc:docMk/>
            <pc:sldMk cId="4062385431" sldId="2147310930"/>
            <ac:picMk id="21" creationId="{E4BA1A7C-A425-382E-801D-4849E14041EE}"/>
          </ac:picMkLst>
        </pc:picChg>
        <pc:picChg chg="mod">
          <ac:chgData name="Moli Zhou" userId="45dd8ee2-8ff0-4e4c-a064-854f8dc473b0" providerId="ADAL" clId="{36A7FEB2-4EAE-5ED4-818F-257B007BF833}" dt="2026-02-22T11:40:06.707" v="6695" actId="1076"/>
          <ac:picMkLst>
            <pc:docMk/>
            <pc:sldMk cId="4062385431" sldId="2147310930"/>
            <ac:picMk id="23" creationId="{7C52748D-5C73-9D64-89CC-D2CF2A07B158}"/>
          </ac:picMkLst>
        </pc:picChg>
        <pc:picChg chg="mod">
          <ac:chgData name="Moli Zhou" userId="45dd8ee2-8ff0-4e4c-a064-854f8dc473b0" providerId="ADAL" clId="{36A7FEB2-4EAE-5ED4-818F-257B007BF833}" dt="2026-02-22T11:15:29.048" v="6599" actId="1076"/>
          <ac:picMkLst>
            <pc:docMk/>
            <pc:sldMk cId="4062385431" sldId="2147310930"/>
            <ac:picMk id="25" creationId="{4255110F-1354-2576-50E8-587E541B83EA}"/>
          </ac:picMkLst>
        </pc:picChg>
      </pc:sldChg>
      <pc:sldChg chg="addSp delSp modSp mod ord">
        <pc:chgData name="Moli Zhou" userId="45dd8ee2-8ff0-4e4c-a064-854f8dc473b0" providerId="ADAL" clId="{36A7FEB2-4EAE-5ED4-818F-257B007BF833}" dt="2026-03-06T14:51:31.370" v="7492" actId="1037"/>
        <pc:sldMkLst>
          <pc:docMk/>
          <pc:sldMk cId="816993667" sldId="2147310933"/>
        </pc:sldMkLst>
        <pc:spChg chg="add mod">
          <ac:chgData name="Moli Zhou" userId="45dd8ee2-8ff0-4e4c-a064-854f8dc473b0" providerId="ADAL" clId="{36A7FEB2-4EAE-5ED4-818F-257B007BF833}" dt="2026-03-06T14:05:54.927" v="7391" actId="1076"/>
          <ac:spMkLst>
            <pc:docMk/>
            <pc:sldMk cId="816993667" sldId="2147310933"/>
            <ac:spMk id="2" creationId="{4EDF2AEE-F921-CBCC-BF76-174EF0F90CF0}"/>
          </ac:spMkLst>
        </pc:spChg>
        <pc:spChg chg="add del mod">
          <ac:chgData name="Moli Zhou" userId="45dd8ee2-8ff0-4e4c-a064-854f8dc473b0" providerId="ADAL" clId="{36A7FEB2-4EAE-5ED4-818F-257B007BF833}" dt="2026-02-22T10:20:03.832" v="6122" actId="1036"/>
          <ac:spMkLst>
            <pc:docMk/>
            <pc:sldMk cId="816993667" sldId="2147310933"/>
            <ac:spMk id="5" creationId="{00000000-0000-0000-0000-000000000000}"/>
          </ac:spMkLst>
        </pc:spChg>
        <pc:spChg chg="mod">
          <ac:chgData name="Moli Zhou" userId="45dd8ee2-8ff0-4e4c-a064-854f8dc473b0" providerId="ADAL" clId="{36A7FEB2-4EAE-5ED4-818F-257B007BF833}" dt="2026-02-22T10:20:03.832" v="6122" actId="1036"/>
          <ac:spMkLst>
            <pc:docMk/>
            <pc:sldMk cId="816993667" sldId="2147310933"/>
            <ac:spMk id="10" creationId="{00000000-0000-0000-0000-000000000000}"/>
          </ac:spMkLst>
        </pc:spChg>
        <pc:spChg chg="mod">
          <ac:chgData name="Moli Zhou" userId="45dd8ee2-8ff0-4e4c-a064-854f8dc473b0" providerId="ADAL" clId="{36A7FEB2-4EAE-5ED4-818F-257B007BF833}" dt="2026-02-21T13:31:23.105" v="4076"/>
          <ac:spMkLst>
            <pc:docMk/>
            <pc:sldMk cId="816993667" sldId="2147310933"/>
            <ac:spMk id="12" creationId="{AA40BE5E-BD7B-9E11-D445-89FE0B6CEE03}"/>
          </ac:spMkLst>
        </pc:spChg>
        <pc:spChg chg="mod">
          <ac:chgData name="Moli Zhou" userId="45dd8ee2-8ff0-4e4c-a064-854f8dc473b0" providerId="ADAL" clId="{36A7FEB2-4EAE-5ED4-818F-257B007BF833}" dt="2026-03-06T14:06:36.518" v="7397" actId="1076"/>
          <ac:spMkLst>
            <pc:docMk/>
            <pc:sldMk cId="816993667" sldId="2147310933"/>
            <ac:spMk id="13" creationId="{43149079-B535-F488-D0A9-4E8D30389019}"/>
          </ac:spMkLst>
        </pc:spChg>
        <pc:spChg chg="mod">
          <ac:chgData name="Moli Zhou" userId="45dd8ee2-8ff0-4e4c-a064-854f8dc473b0" providerId="ADAL" clId="{36A7FEB2-4EAE-5ED4-818F-257B007BF833}" dt="2026-02-21T22:06:16.988" v="5404"/>
          <ac:spMkLst>
            <pc:docMk/>
            <pc:sldMk cId="816993667" sldId="2147310933"/>
            <ac:spMk id="21" creationId="{9DED9DFA-010D-DD10-B01A-1DBD332CDD68}"/>
          </ac:spMkLst>
        </pc:spChg>
        <pc:spChg chg="mod">
          <ac:chgData name="Moli Zhou" userId="45dd8ee2-8ff0-4e4c-a064-854f8dc473b0" providerId="ADAL" clId="{36A7FEB2-4EAE-5ED4-818F-257B007BF833}" dt="2026-02-21T22:06:16.988" v="5404"/>
          <ac:spMkLst>
            <pc:docMk/>
            <pc:sldMk cId="816993667" sldId="2147310933"/>
            <ac:spMk id="22" creationId="{1A2EC777-D79C-50B2-076E-0D044E60A785}"/>
          </ac:spMkLst>
        </pc:spChg>
        <pc:spChg chg="mod">
          <ac:chgData name="Moli Zhou" userId="45dd8ee2-8ff0-4e4c-a064-854f8dc473b0" providerId="ADAL" clId="{36A7FEB2-4EAE-5ED4-818F-257B007BF833}" dt="2026-02-21T22:06:44.768" v="5419" actId="1076"/>
          <ac:spMkLst>
            <pc:docMk/>
            <pc:sldMk cId="816993667" sldId="2147310933"/>
            <ac:spMk id="23" creationId="{45B86F59-AB52-48A7-A8D5-A3ABD3B61B34}"/>
          </ac:spMkLst>
        </pc:spChg>
        <pc:spChg chg="mod">
          <ac:chgData name="Moli Zhou" userId="45dd8ee2-8ff0-4e4c-a064-854f8dc473b0" providerId="ADAL" clId="{36A7FEB2-4EAE-5ED4-818F-257B007BF833}" dt="2026-02-21T13:31:28.243" v="4079" actId="1035"/>
          <ac:spMkLst>
            <pc:docMk/>
            <pc:sldMk cId="816993667" sldId="2147310933"/>
            <ac:spMk id="26" creationId="{FB4C9D85-1A32-90B3-83EA-1606009E1F50}"/>
          </ac:spMkLst>
        </pc:spChg>
        <pc:spChg chg="mod">
          <ac:chgData name="Moli Zhou" userId="45dd8ee2-8ff0-4e4c-a064-854f8dc473b0" providerId="ADAL" clId="{36A7FEB2-4EAE-5ED4-818F-257B007BF833}" dt="2026-02-21T13:31:23.105" v="4076"/>
          <ac:spMkLst>
            <pc:docMk/>
            <pc:sldMk cId="816993667" sldId="2147310933"/>
            <ac:spMk id="27" creationId="{AA8B14EA-F5C2-1A66-5FBB-9A8CA7E1B266}"/>
          </ac:spMkLst>
        </pc:spChg>
        <pc:spChg chg="mod">
          <ac:chgData name="Moli Zhou" userId="45dd8ee2-8ff0-4e4c-a064-854f8dc473b0" providerId="ADAL" clId="{36A7FEB2-4EAE-5ED4-818F-257B007BF833}" dt="2026-02-21T13:06:08.100" v="3785"/>
          <ac:spMkLst>
            <pc:docMk/>
            <pc:sldMk cId="816993667" sldId="2147310933"/>
            <ac:spMk id="44" creationId="{EBC14E1A-07E5-8732-99F0-74411389D922}"/>
          </ac:spMkLst>
        </pc:spChg>
        <pc:spChg chg="mod">
          <ac:chgData name="Moli Zhou" userId="45dd8ee2-8ff0-4e4c-a064-854f8dc473b0" providerId="ADAL" clId="{36A7FEB2-4EAE-5ED4-818F-257B007BF833}" dt="2026-02-21T13:31:53.488" v="4119" actId="1037"/>
          <ac:spMkLst>
            <pc:docMk/>
            <pc:sldMk cId="816993667" sldId="2147310933"/>
            <ac:spMk id="45" creationId="{024FD26C-C9A6-EAE3-594B-FE96258B73A6}"/>
          </ac:spMkLst>
        </pc:spChg>
        <pc:spChg chg="mod">
          <ac:chgData name="Moli Zhou" userId="45dd8ee2-8ff0-4e4c-a064-854f8dc473b0" providerId="ADAL" clId="{36A7FEB2-4EAE-5ED4-818F-257B007BF833}" dt="2026-02-21T13:31:36.737" v="4087" actId="20577"/>
          <ac:spMkLst>
            <pc:docMk/>
            <pc:sldMk cId="816993667" sldId="2147310933"/>
            <ac:spMk id="46" creationId="{A6A51095-6292-5853-0BFD-EE22EB305216}"/>
          </ac:spMkLst>
        </pc:spChg>
        <pc:spChg chg="mod">
          <ac:chgData name="Moli Zhou" userId="45dd8ee2-8ff0-4e4c-a064-854f8dc473b0" providerId="ADAL" clId="{36A7FEB2-4EAE-5ED4-818F-257B007BF833}" dt="2026-02-21T13:06:12.927" v="3787"/>
          <ac:spMkLst>
            <pc:docMk/>
            <pc:sldMk cId="816993667" sldId="2147310933"/>
            <ac:spMk id="49" creationId="{AA492A5A-A887-8371-E6DC-02B14BA46643}"/>
          </ac:spMkLst>
        </pc:spChg>
        <pc:spChg chg="mod">
          <ac:chgData name="Moli Zhou" userId="45dd8ee2-8ff0-4e4c-a064-854f8dc473b0" providerId="ADAL" clId="{36A7FEB2-4EAE-5ED4-818F-257B007BF833}" dt="2026-02-21T13:32:44.788" v="4197" actId="1035"/>
          <ac:spMkLst>
            <pc:docMk/>
            <pc:sldMk cId="816993667" sldId="2147310933"/>
            <ac:spMk id="50" creationId="{285D2442-9907-F1BA-6D99-5A81E3FB4AA2}"/>
          </ac:spMkLst>
        </pc:spChg>
        <pc:spChg chg="mod">
          <ac:chgData name="Moli Zhou" userId="45dd8ee2-8ff0-4e4c-a064-854f8dc473b0" providerId="ADAL" clId="{36A7FEB2-4EAE-5ED4-818F-257B007BF833}" dt="2026-02-21T13:32:20.893" v="4135" actId="20577"/>
          <ac:spMkLst>
            <pc:docMk/>
            <pc:sldMk cId="816993667" sldId="2147310933"/>
            <ac:spMk id="51" creationId="{469A44EF-9685-3C00-BF83-69B41E734E84}"/>
          </ac:spMkLst>
        </pc:spChg>
        <pc:spChg chg="mod">
          <ac:chgData name="Moli Zhou" userId="45dd8ee2-8ff0-4e4c-a064-854f8dc473b0" providerId="ADAL" clId="{36A7FEB2-4EAE-5ED4-818F-257B007BF833}" dt="2026-02-21T13:06:20.887" v="3789"/>
          <ac:spMkLst>
            <pc:docMk/>
            <pc:sldMk cId="816993667" sldId="2147310933"/>
            <ac:spMk id="54" creationId="{6E96B805-BEF7-CEF1-F15C-7FDE8184E75C}"/>
          </ac:spMkLst>
        </pc:spChg>
        <pc:spChg chg="mod">
          <ac:chgData name="Moli Zhou" userId="45dd8ee2-8ff0-4e4c-a064-854f8dc473b0" providerId="ADAL" clId="{36A7FEB2-4EAE-5ED4-818F-257B007BF833}" dt="2026-02-21T13:33:31.222" v="4264" actId="1035"/>
          <ac:spMkLst>
            <pc:docMk/>
            <pc:sldMk cId="816993667" sldId="2147310933"/>
            <ac:spMk id="55" creationId="{B58285C8-7FB6-F28E-4653-2AA4DC84879C}"/>
          </ac:spMkLst>
        </pc:spChg>
        <pc:spChg chg="mod">
          <ac:chgData name="Moli Zhou" userId="45dd8ee2-8ff0-4e4c-a064-854f8dc473b0" providerId="ADAL" clId="{36A7FEB2-4EAE-5ED4-818F-257B007BF833}" dt="2026-02-21T13:32:49.387" v="4209" actId="20577"/>
          <ac:spMkLst>
            <pc:docMk/>
            <pc:sldMk cId="816993667" sldId="2147310933"/>
            <ac:spMk id="56" creationId="{C95FA697-C771-5469-E966-169AAECC3FE9}"/>
          </ac:spMkLst>
        </pc:spChg>
        <pc:grpChg chg="add mod">
          <ac:chgData name="Moli Zhou" userId="45dd8ee2-8ff0-4e4c-a064-854f8dc473b0" providerId="ADAL" clId="{36A7FEB2-4EAE-5ED4-818F-257B007BF833}" dt="2026-02-21T13:31:23.105" v="4076"/>
          <ac:grpSpMkLst>
            <pc:docMk/>
            <pc:sldMk cId="816993667" sldId="2147310933"/>
            <ac:grpSpMk id="11" creationId="{3F956B99-67E3-CCD7-6F1F-3B0F30F305B5}"/>
          </ac:grpSpMkLst>
        </pc:grpChg>
        <pc:grpChg chg="add mod">
          <ac:chgData name="Moli Zhou" userId="45dd8ee2-8ff0-4e4c-a064-854f8dc473b0" providerId="ADAL" clId="{36A7FEB2-4EAE-5ED4-818F-257B007BF833}" dt="2026-02-21T22:06:16.988" v="5404"/>
          <ac:grpSpMkLst>
            <pc:docMk/>
            <pc:sldMk cId="816993667" sldId="2147310933"/>
            <ac:grpSpMk id="20" creationId="{D38C1B6F-28EF-DD66-6675-5FD3B711F98C}"/>
          </ac:grpSpMkLst>
        </pc:grpChg>
        <pc:grpChg chg="add mod">
          <ac:chgData name="Moli Zhou" userId="45dd8ee2-8ff0-4e4c-a064-854f8dc473b0" providerId="ADAL" clId="{36A7FEB2-4EAE-5ED4-818F-257B007BF833}" dt="2026-02-21T13:06:55.619" v="3796" actId="1076"/>
          <ac:grpSpMkLst>
            <pc:docMk/>
            <pc:sldMk cId="816993667" sldId="2147310933"/>
            <ac:grpSpMk id="43" creationId="{6F2DB7E8-4B07-1E67-8F42-38FC6C0C5C5D}"/>
          </ac:grpSpMkLst>
        </pc:grpChg>
        <pc:grpChg chg="add mod">
          <ac:chgData name="Moli Zhou" userId="45dd8ee2-8ff0-4e4c-a064-854f8dc473b0" providerId="ADAL" clId="{36A7FEB2-4EAE-5ED4-818F-257B007BF833}" dt="2026-02-21T13:06:41.536" v="3794" actId="1076"/>
          <ac:grpSpMkLst>
            <pc:docMk/>
            <pc:sldMk cId="816993667" sldId="2147310933"/>
            <ac:grpSpMk id="48" creationId="{BB896357-971A-3613-D5B4-13713A09063D}"/>
          </ac:grpSpMkLst>
        </pc:grpChg>
        <pc:grpChg chg="add mod">
          <ac:chgData name="Moli Zhou" userId="45dd8ee2-8ff0-4e4c-a064-854f8dc473b0" providerId="ADAL" clId="{36A7FEB2-4EAE-5ED4-818F-257B007BF833}" dt="2026-02-21T13:06:49.154" v="3795" actId="1076"/>
          <ac:grpSpMkLst>
            <pc:docMk/>
            <pc:sldMk cId="816993667" sldId="2147310933"/>
            <ac:grpSpMk id="53" creationId="{E6A17722-FFDE-9A48-80CC-45661DC152DA}"/>
          </ac:grpSpMkLst>
        </pc:grpChg>
        <pc:picChg chg="add mod modCrop">
          <ac:chgData name="Moli Zhou" userId="45dd8ee2-8ff0-4e4c-a064-854f8dc473b0" providerId="ADAL" clId="{36A7FEB2-4EAE-5ED4-818F-257B007BF833}" dt="2026-02-21T13:21:22.365" v="3988" actId="1076"/>
          <ac:picMkLst>
            <pc:docMk/>
            <pc:sldMk cId="816993667" sldId="2147310933"/>
            <ac:picMk id="58" creationId="{57D5957B-29EE-524C-7A4E-49439D7FE9A1}"/>
          </ac:picMkLst>
        </pc:picChg>
        <pc:picChg chg="add mod">
          <ac:chgData name="Moli Zhou" userId="45dd8ee2-8ff0-4e4c-a064-854f8dc473b0" providerId="ADAL" clId="{36A7FEB2-4EAE-5ED4-818F-257B007BF833}" dt="2026-02-21T13:21:42.051" v="3993" actId="1076"/>
          <ac:picMkLst>
            <pc:docMk/>
            <pc:sldMk cId="816993667" sldId="2147310933"/>
            <ac:picMk id="60" creationId="{1DB0E7C3-AFD8-9420-9A03-F25957185901}"/>
          </ac:picMkLst>
        </pc:picChg>
        <pc:picChg chg="add mod modCrop">
          <ac:chgData name="Moli Zhou" userId="45dd8ee2-8ff0-4e4c-a064-854f8dc473b0" providerId="ADAL" clId="{36A7FEB2-4EAE-5ED4-818F-257B007BF833}" dt="2026-02-21T13:24:59.082" v="4025" actId="1037"/>
          <ac:picMkLst>
            <pc:docMk/>
            <pc:sldMk cId="816993667" sldId="2147310933"/>
            <ac:picMk id="448" creationId="{70407375-3A00-18A6-2E39-302E9558BB5D}"/>
          </ac:picMkLst>
        </pc:picChg>
        <pc:picChg chg="add mod modCrop">
          <ac:chgData name="Moli Zhou" userId="45dd8ee2-8ff0-4e4c-a064-854f8dc473b0" providerId="ADAL" clId="{36A7FEB2-4EAE-5ED4-818F-257B007BF833}" dt="2026-02-21T13:25:46.780" v="4039" actId="1076"/>
          <ac:picMkLst>
            <pc:docMk/>
            <pc:sldMk cId="816993667" sldId="2147310933"/>
            <ac:picMk id="450" creationId="{A22D23BA-F3AF-1538-DD60-2F6BC934720D}"/>
          </ac:picMkLst>
        </pc:picChg>
        <pc:picChg chg="add mod modCrop">
          <ac:chgData name="Moli Zhou" userId="45dd8ee2-8ff0-4e4c-a064-854f8dc473b0" providerId="ADAL" clId="{36A7FEB2-4EAE-5ED4-818F-257B007BF833}" dt="2026-02-21T13:27:22.469" v="4060" actId="1076"/>
          <ac:picMkLst>
            <pc:docMk/>
            <pc:sldMk cId="816993667" sldId="2147310933"/>
            <ac:picMk id="452" creationId="{90E938F4-9A5E-A180-8F7C-28910BD797B0}"/>
          </ac:picMkLst>
        </pc:picChg>
        <pc:picChg chg="add mod">
          <ac:chgData name="Moli Zhou" userId="45dd8ee2-8ff0-4e4c-a064-854f8dc473b0" providerId="ADAL" clId="{36A7FEB2-4EAE-5ED4-818F-257B007BF833}" dt="2026-03-06T14:51:31.370" v="7492" actId="1037"/>
          <ac:picMkLst>
            <pc:docMk/>
            <pc:sldMk cId="816993667" sldId="2147310933"/>
            <ac:picMk id="1026" creationId="{87886037-C06E-C83E-025D-24DEB328AA76}"/>
          </ac:picMkLst>
        </pc:picChg>
      </pc:sldChg>
      <pc:sldChg chg="addSp delSp modSp mod">
        <pc:chgData name="Moli Zhou" userId="45dd8ee2-8ff0-4e4c-a064-854f8dc473b0" providerId="ADAL" clId="{36A7FEB2-4EAE-5ED4-818F-257B007BF833}" dt="2026-02-21T22:13:15.844" v="5749" actId="207"/>
        <pc:sldMkLst>
          <pc:docMk/>
          <pc:sldMk cId="584108360" sldId="2147310936"/>
        </pc:sldMkLst>
        <pc:spChg chg="add mod">
          <ac:chgData name="Moli Zhou" userId="45dd8ee2-8ff0-4e4c-a064-854f8dc473b0" providerId="ADAL" clId="{36A7FEB2-4EAE-5ED4-818F-257B007BF833}" dt="2026-02-21T22:12:33.814" v="5711" actId="1035"/>
          <ac:spMkLst>
            <pc:docMk/>
            <pc:sldMk cId="584108360" sldId="2147310936"/>
            <ac:spMk id="2" creationId="{35AEC55B-AB05-75A3-4CFA-45DC9FC6A2A9}"/>
          </ac:spMkLst>
        </pc:spChg>
        <pc:spChg chg="add mod">
          <ac:chgData name="Moli Zhou" userId="45dd8ee2-8ff0-4e4c-a064-854f8dc473b0" providerId="ADAL" clId="{36A7FEB2-4EAE-5ED4-818F-257B007BF833}" dt="2026-02-21T22:13:15.844" v="5749" actId="207"/>
          <ac:spMkLst>
            <pc:docMk/>
            <pc:sldMk cId="584108360" sldId="2147310936"/>
            <ac:spMk id="5" creationId="{69B33642-8438-32BE-80BF-FC5FC7465934}"/>
          </ac:spMkLst>
        </pc:spChg>
        <pc:spChg chg="mod">
          <ac:chgData name="Moli Zhou" userId="45dd8ee2-8ff0-4e4c-a064-854f8dc473b0" providerId="ADAL" clId="{36A7FEB2-4EAE-5ED4-818F-257B007BF833}" dt="2026-02-21T22:12:59.556" v="5735" actId="1035"/>
          <ac:spMkLst>
            <pc:docMk/>
            <pc:sldMk cId="584108360" sldId="2147310936"/>
            <ac:spMk id="465" creationId="{3571B1FA-F256-4FDF-1E4F-E243CCD30157}"/>
          </ac:spMkLst>
        </pc:spChg>
        <pc:spChg chg="mod">
          <ac:chgData name="Moli Zhou" userId="45dd8ee2-8ff0-4e4c-a064-854f8dc473b0" providerId="ADAL" clId="{36A7FEB2-4EAE-5ED4-818F-257B007BF833}" dt="2026-02-21T22:12:41.523" v="5722" actId="1035"/>
          <ac:spMkLst>
            <pc:docMk/>
            <pc:sldMk cId="584108360" sldId="2147310936"/>
            <ac:spMk id="472" creationId="{1954CC46-200F-1CCB-CF2A-F009FDB17674}"/>
          </ac:spMkLst>
        </pc:spChg>
        <pc:spChg chg="mod">
          <ac:chgData name="Moli Zhou" userId="45dd8ee2-8ff0-4e4c-a064-854f8dc473b0" providerId="ADAL" clId="{36A7FEB2-4EAE-5ED4-818F-257B007BF833}" dt="2026-02-21T22:12:41.523" v="5722" actId="1035"/>
          <ac:spMkLst>
            <pc:docMk/>
            <pc:sldMk cId="584108360" sldId="2147310936"/>
            <ac:spMk id="476" creationId="{E65416ED-3644-055C-3531-C20C273190C4}"/>
          </ac:spMkLst>
        </pc:spChg>
      </pc:sldChg>
      <pc:sldChg chg="addSp delSp modSp new add del mod modNotesTx">
        <pc:chgData name="Moli Zhou" userId="45dd8ee2-8ff0-4e4c-a064-854f8dc473b0" providerId="ADAL" clId="{36A7FEB2-4EAE-5ED4-818F-257B007BF833}" dt="2026-03-06T15:36:11.751" v="8138" actId="1036"/>
        <pc:sldMkLst>
          <pc:docMk/>
          <pc:sldMk cId="112962189" sldId="2147310939"/>
        </pc:sldMkLst>
        <pc:spChg chg="mod">
          <ac:chgData name="Moli Zhou" userId="45dd8ee2-8ff0-4e4c-a064-854f8dc473b0" providerId="ADAL" clId="{36A7FEB2-4EAE-5ED4-818F-257B007BF833}" dt="2026-03-06T13:54:31.509" v="7296" actId="164"/>
          <ac:spMkLst>
            <pc:docMk/>
            <pc:sldMk cId="112962189" sldId="2147310939"/>
            <ac:spMk id="3" creationId="{547B49B5-4E5D-1717-011A-188B67E1C1FC}"/>
          </ac:spMkLst>
        </pc:spChg>
        <pc:spChg chg="mod">
          <ac:chgData name="Moli Zhou" userId="45dd8ee2-8ff0-4e4c-a064-854f8dc473b0" providerId="ADAL" clId="{36A7FEB2-4EAE-5ED4-818F-257B007BF833}" dt="2026-03-06T13:56:56.749" v="7308" actId="1076"/>
          <ac:spMkLst>
            <pc:docMk/>
            <pc:sldMk cId="112962189" sldId="2147310939"/>
            <ac:spMk id="4" creationId="{32494FBA-AE92-EB99-9BB4-2383EC6820D8}"/>
          </ac:spMkLst>
        </pc:spChg>
        <pc:spChg chg="add mod">
          <ac:chgData name="Moli Zhou" userId="45dd8ee2-8ff0-4e4c-a064-854f8dc473b0" providerId="ADAL" clId="{36A7FEB2-4EAE-5ED4-818F-257B007BF833}" dt="2026-03-06T15:36:04.046" v="8127" actId="167"/>
          <ac:spMkLst>
            <pc:docMk/>
            <pc:sldMk cId="112962189" sldId="2147310939"/>
            <ac:spMk id="9" creationId="{69474950-AA12-B418-EE42-99D6901D7C34}"/>
          </ac:spMkLst>
        </pc:spChg>
        <pc:spChg chg="mod">
          <ac:chgData name="Moli Zhou" userId="45dd8ee2-8ff0-4e4c-a064-854f8dc473b0" providerId="ADAL" clId="{36A7FEB2-4EAE-5ED4-818F-257B007BF833}" dt="2026-03-06T15:26:37.118" v="7952" actId="1076"/>
          <ac:spMkLst>
            <pc:docMk/>
            <pc:sldMk cId="112962189" sldId="2147310939"/>
            <ac:spMk id="12" creationId="{AD235EA7-87D7-C9A4-3BE9-42D78089C67B}"/>
          </ac:spMkLst>
        </pc:spChg>
        <pc:spChg chg="del mod">
          <ac:chgData name="Moli Zhou" userId="45dd8ee2-8ff0-4e4c-a064-854f8dc473b0" providerId="ADAL" clId="{36A7FEB2-4EAE-5ED4-818F-257B007BF833}" dt="2026-03-06T13:45:43.188" v="7185" actId="478"/>
          <ac:spMkLst>
            <pc:docMk/>
            <pc:sldMk cId="112962189" sldId="2147310939"/>
            <ac:spMk id="14" creationId="{8DC17021-3E33-949D-F85F-719894B42EA5}"/>
          </ac:spMkLst>
        </pc:spChg>
        <pc:spChg chg="mod">
          <ac:chgData name="Moli Zhou" userId="45dd8ee2-8ff0-4e4c-a064-854f8dc473b0" providerId="ADAL" clId="{36A7FEB2-4EAE-5ED4-818F-257B007BF833}" dt="2026-03-06T15:36:11.751" v="8138" actId="1036"/>
          <ac:spMkLst>
            <pc:docMk/>
            <pc:sldMk cId="112962189" sldId="2147310939"/>
            <ac:spMk id="17" creationId="{7BBECB03-A639-C3E3-D419-DF95F69C4BDC}"/>
          </ac:spMkLst>
        </pc:spChg>
        <pc:spChg chg="mod">
          <ac:chgData name="Moli Zhou" userId="45dd8ee2-8ff0-4e4c-a064-854f8dc473b0" providerId="ADAL" clId="{36A7FEB2-4EAE-5ED4-818F-257B007BF833}" dt="2026-03-06T15:36:07.339" v="8131" actId="1035"/>
          <ac:spMkLst>
            <pc:docMk/>
            <pc:sldMk cId="112962189" sldId="2147310939"/>
            <ac:spMk id="19" creationId="{3E9C30FC-FDA2-9EDF-1E52-8D3FBA2BC616}"/>
          </ac:spMkLst>
        </pc:spChg>
        <pc:spChg chg="mod">
          <ac:chgData name="Moli Zhou" userId="45dd8ee2-8ff0-4e4c-a064-854f8dc473b0" providerId="ADAL" clId="{36A7FEB2-4EAE-5ED4-818F-257B007BF833}" dt="2026-03-06T13:57:02.294" v="7320" actId="1037"/>
          <ac:spMkLst>
            <pc:docMk/>
            <pc:sldMk cId="112962189" sldId="2147310939"/>
            <ac:spMk id="26" creationId="{8DCD8325-98B9-284D-15BE-5610C1D45952}"/>
          </ac:spMkLst>
        </pc:spChg>
        <pc:spChg chg="del mod">
          <ac:chgData name="Moli Zhou" userId="45dd8ee2-8ff0-4e4c-a064-854f8dc473b0" providerId="ADAL" clId="{36A7FEB2-4EAE-5ED4-818F-257B007BF833}" dt="2026-03-06T13:53:20.484" v="7280" actId="478"/>
          <ac:spMkLst>
            <pc:docMk/>
            <pc:sldMk cId="112962189" sldId="2147310939"/>
            <ac:spMk id="28" creationId="{E5EB57B5-FFBA-B2D5-2455-F2F00F03410C}"/>
          </ac:spMkLst>
        </pc:spChg>
        <pc:spChg chg="add mod">
          <ac:chgData name="Moli Zhou" userId="45dd8ee2-8ff0-4e4c-a064-854f8dc473b0" providerId="ADAL" clId="{36A7FEB2-4EAE-5ED4-818F-257B007BF833}" dt="2026-03-04T17:07:15.122" v="6930" actId="1076"/>
          <ac:spMkLst>
            <pc:docMk/>
            <pc:sldMk cId="112962189" sldId="2147310939"/>
            <ac:spMk id="34" creationId="{5A938040-7CC0-A869-83DC-D4D220DEEE7A}"/>
          </ac:spMkLst>
        </pc:spChg>
        <pc:grpChg chg="add mod">
          <ac:chgData name="Moli Zhou" userId="45dd8ee2-8ff0-4e4c-a064-854f8dc473b0" providerId="ADAL" clId="{36A7FEB2-4EAE-5ED4-818F-257B007BF833}" dt="2026-03-06T15:26:34.135" v="7951" actId="1076"/>
          <ac:grpSpMkLst>
            <pc:docMk/>
            <pc:sldMk cId="112962189" sldId="2147310939"/>
            <ac:grpSpMk id="8" creationId="{04AE90F9-3F73-9847-2D87-AA9EDAC066D0}"/>
          </ac:grpSpMkLst>
        </pc:grpChg>
        <pc:picChg chg="mod">
          <ac:chgData name="Moli Zhou" userId="45dd8ee2-8ff0-4e4c-a064-854f8dc473b0" providerId="ADAL" clId="{36A7FEB2-4EAE-5ED4-818F-257B007BF833}" dt="2026-03-06T15:25:05.472" v="7945" actId="1035"/>
          <ac:picMkLst>
            <pc:docMk/>
            <pc:sldMk cId="112962189" sldId="2147310939"/>
            <ac:picMk id="2" creationId="{73862CCC-753E-4102-A3EE-7844CD51AECE}"/>
          </ac:picMkLst>
        </pc:picChg>
        <pc:picChg chg="add del mod">
          <ac:chgData name="Moli Zhou" userId="45dd8ee2-8ff0-4e4c-a064-854f8dc473b0" providerId="ADAL" clId="{36A7FEB2-4EAE-5ED4-818F-257B007BF833}" dt="2026-03-06T13:51:19.145" v="7269" actId="478"/>
          <ac:picMkLst>
            <pc:docMk/>
            <pc:sldMk cId="112962189" sldId="2147310939"/>
            <ac:picMk id="5" creationId="{36AEEFEB-B35A-5506-787B-03FC97134E13}"/>
          </ac:picMkLst>
        </pc:picChg>
        <pc:picChg chg="add del mod">
          <ac:chgData name="Moli Zhou" userId="45dd8ee2-8ff0-4e4c-a064-854f8dc473b0" providerId="ADAL" clId="{36A7FEB2-4EAE-5ED4-818F-257B007BF833}" dt="2026-03-06T13:53:51.156" v="7292" actId="478"/>
          <ac:picMkLst>
            <pc:docMk/>
            <pc:sldMk cId="112962189" sldId="2147310939"/>
            <ac:picMk id="6" creationId="{2C944969-F494-1EB7-4F56-DF5745803439}"/>
          </ac:picMkLst>
        </pc:picChg>
        <pc:picChg chg="add mod">
          <ac:chgData name="Moli Zhou" userId="45dd8ee2-8ff0-4e4c-a064-854f8dc473b0" providerId="ADAL" clId="{36A7FEB2-4EAE-5ED4-818F-257B007BF833}" dt="2026-03-06T15:35:52.967" v="8123" actId="1036"/>
          <ac:picMkLst>
            <pc:docMk/>
            <pc:sldMk cId="112962189" sldId="2147310939"/>
            <ac:picMk id="7" creationId="{2586E1D6-D40F-CEF3-47BF-176AE62709FE}"/>
          </ac:picMkLst>
        </pc:picChg>
        <pc:picChg chg="mod">
          <ac:chgData name="Moli Zhou" userId="45dd8ee2-8ff0-4e4c-a064-854f8dc473b0" providerId="ADAL" clId="{36A7FEB2-4EAE-5ED4-818F-257B007BF833}" dt="2026-03-06T13:54:31.509" v="7296" actId="164"/>
          <ac:picMkLst>
            <pc:docMk/>
            <pc:sldMk cId="112962189" sldId="2147310939"/>
            <ac:picMk id="15" creationId="{D6B439AD-815F-62D4-E53D-4F7781083498}"/>
          </ac:picMkLst>
        </pc:picChg>
        <pc:picChg chg="mod">
          <ac:chgData name="Moli Zhou" userId="45dd8ee2-8ff0-4e4c-a064-854f8dc473b0" providerId="ADAL" clId="{36A7FEB2-4EAE-5ED4-818F-257B007BF833}" dt="2026-03-06T13:54:31.509" v="7296" actId="164"/>
          <ac:picMkLst>
            <pc:docMk/>
            <pc:sldMk cId="112962189" sldId="2147310939"/>
            <ac:picMk id="16" creationId="{3DA0960A-5CB7-D4A0-662B-3D5D3D694CB1}"/>
          </ac:picMkLst>
        </pc:picChg>
        <pc:picChg chg="del">
          <ac:chgData name="Moli Zhou" userId="45dd8ee2-8ff0-4e4c-a064-854f8dc473b0" providerId="ADAL" clId="{36A7FEB2-4EAE-5ED4-818F-257B007BF833}" dt="2026-03-06T15:24:32.098" v="7919" actId="478"/>
          <ac:picMkLst>
            <pc:docMk/>
            <pc:sldMk cId="112962189" sldId="2147310939"/>
            <ac:picMk id="21" creationId="{2D0DDCDD-D47F-1B69-6696-753AA4AAD5A5}"/>
          </ac:picMkLst>
        </pc:picChg>
      </pc:sldChg>
      <pc:sldChg chg="addSp delSp modSp new mod">
        <pc:chgData name="Moli Zhou" userId="45dd8ee2-8ff0-4e4c-a064-854f8dc473b0" providerId="ADAL" clId="{36A7FEB2-4EAE-5ED4-818F-257B007BF833}" dt="2026-02-22T10:55:25.884" v="6499" actId="1076"/>
        <pc:sldMkLst>
          <pc:docMk/>
          <pc:sldMk cId="3219684325" sldId="2147310940"/>
        </pc:sldMkLst>
        <pc:spChg chg="mod">
          <ac:chgData name="Moli Zhou" userId="45dd8ee2-8ff0-4e4c-a064-854f8dc473b0" providerId="ADAL" clId="{36A7FEB2-4EAE-5ED4-818F-257B007BF833}" dt="2026-02-22T10:53:27.314" v="6478" actId="1076"/>
          <ac:spMkLst>
            <pc:docMk/>
            <pc:sldMk cId="3219684325" sldId="2147310940"/>
            <ac:spMk id="2" creationId="{5EC70786-1E7E-DBAF-8220-56EB5C108B39}"/>
          </ac:spMkLst>
        </pc:spChg>
        <pc:spChg chg="mod">
          <ac:chgData name="Moli Zhou" userId="45dd8ee2-8ff0-4e4c-a064-854f8dc473b0" providerId="ADAL" clId="{36A7FEB2-4EAE-5ED4-818F-257B007BF833}" dt="2026-02-22T10:53:21.699" v="6477" actId="1035"/>
          <ac:spMkLst>
            <pc:docMk/>
            <pc:sldMk cId="3219684325" sldId="2147310940"/>
            <ac:spMk id="3" creationId="{4DC9FD60-9EE4-F969-485D-38E8122D8E61}"/>
          </ac:spMkLst>
        </pc:spChg>
        <pc:spChg chg="mod">
          <ac:chgData name="Moli Zhou" userId="45dd8ee2-8ff0-4e4c-a064-854f8dc473b0" providerId="ADAL" clId="{36A7FEB2-4EAE-5ED4-818F-257B007BF833}" dt="2026-02-22T10:53:29.920" v="6479" actId="1076"/>
          <ac:spMkLst>
            <pc:docMk/>
            <pc:sldMk cId="3219684325" sldId="2147310940"/>
            <ac:spMk id="4" creationId="{16448FF1-3E6B-B1F6-4B44-E3FE6349C749}"/>
          </ac:spMkLst>
        </pc:spChg>
        <pc:spChg chg="mod">
          <ac:chgData name="Moli Zhou" userId="45dd8ee2-8ff0-4e4c-a064-854f8dc473b0" providerId="ADAL" clId="{36A7FEB2-4EAE-5ED4-818F-257B007BF833}" dt="2026-02-22T10:53:21.699" v="6477" actId="1035"/>
          <ac:spMkLst>
            <pc:docMk/>
            <pc:sldMk cId="3219684325" sldId="2147310940"/>
            <ac:spMk id="5" creationId="{06264B75-7047-B792-8DA6-5164D234E0FC}"/>
          </ac:spMkLst>
        </pc:spChg>
        <pc:spChg chg="mod">
          <ac:chgData name="Moli Zhou" userId="45dd8ee2-8ff0-4e4c-a064-854f8dc473b0" providerId="ADAL" clId="{36A7FEB2-4EAE-5ED4-818F-257B007BF833}" dt="2026-02-21T20:44:54.056" v="4819"/>
          <ac:spMkLst>
            <pc:docMk/>
            <pc:sldMk cId="3219684325" sldId="2147310940"/>
            <ac:spMk id="35" creationId="{F7AC1853-EFC3-2CDD-2EBF-AAED32DBBD94}"/>
          </ac:spMkLst>
        </pc:spChg>
        <pc:spChg chg="mod">
          <ac:chgData name="Moli Zhou" userId="45dd8ee2-8ff0-4e4c-a064-854f8dc473b0" providerId="ADAL" clId="{36A7FEB2-4EAE-5ED4-818F-257B007BF833}" dt="2026-02-21T22:19:12.643" v="5908" actId="255"/>
          <ac:spMkLst>
            <pc:docMk/>
            <pc:sldMk cId="3219684325" sldId="2147310940"/>
            <ac:spMk id="37" creationId="{57EC7538-9127-88B3-48BE-106C236ADD26}"/>
          </ac:spMkLst>
        </pc:spChg>
        <pc:spChg chg="mod">
          <ac:chgData name="Moli Zhou" userId="45dd8ee2-8ff0-4e4c-a064-854f8dc473b0" providerId="ADAL" clId="{36A7FEB2-4EAE-5ED4-818F-257B007BF833}" dt="2026-02-21T20:44:54.056" v="4819"/>
          <ac:spMkLst>
            <pc:docMk/>
            <pc:sldMk cId="3219684325" sldId="2147310940"/>
            <ac:spMk id="38" creationId="{AB43A9EF-5BE7-C95C-B464-50A96DC95C62}"/>
          </ac:spMkLst>
        </pc:spChg>
        <pc:spChg chg="mod">
          <ac:chgData name="Moli Zhou" userId="45dd8ee2-8ff0-4e4c-a064-854f8dc473b0" providerId="ADAL" clId="{36A7FEB2-4EAE-5ED4-818F-257B007BF833}" dt="2026-02-21T22:18:58.187" v="5903" actId="27636"/>
          <ac:spMkLst>
            <pc:docMk/>
            <pc:sldMk cId="3219684325" sldId="2147310940"/>
            <ac:spMk id="40" creationId="{65A73320-54C1-C5E8-C8DD-AD090E29BF51}"/>
          </ac:spMkLst>
        </pc:spChg>
        <pc:spChg chg="mod">
          <ac:chgData name="Moli Zhou" userId="45dd8ee2-8ff0-4e4c-a064-854f8dc473b0" providerId="ADAL" clId="{36A7FEB2-4EAE-5ED4-818F-257B007BF833}" dt="2026-02-21T20:44:54.056" v="4819"/>
          <ac:spMkLst>
            <pc:docMk/>
            <pc:sldMk cId="3219684325" sldId="2147310940"/>
            <ac:spMk id="41" creationId="{995BA531-6368-1997-3915-362AB3CD89B9}"/>
          </ac:spMkLst>
        </pc:spChg>
        <pc:spChg chg="mod">
          <ac:chgData name="Moli Zhou" userId="45dd8ee2-8ff0-4e4c-a064-854f8dc473b0" providerId="ADAL" clId="{36A7FEB2-4EAE-5ED4-818F-257B007BF833}" dt="2026-02-21T22:18:12.053" v="5893" actId="27636"/>
          <ac:spMkLst>
            <pc:docMk/>
            <pc:sldMk cId="3219684325" sldId="2147310940"/>
            <ac:spMk id="43" creationId="{7791DA3D-49E7-1308-2CC0-F3F6175293F8}"/>
          </ac:spMkLst>
        </pc:spChg>
        <pc:spChg chg="mod">
          <ac:chgData name="Moli Zhou" userId="45dd8ee2-8ff0-4e4c-a064-854f8dc473b0" providerId="ADAL" clId="{36A7FEB2-4EAE-5ED4-818F-257B007BF833}" dt="2026-02-21T20:44:54.056" v="4819"/>
          <ac:spMkLst>
            <pc:docMk/>
            <pc:sldMk cId="3219684325" sldId="2147310940"/>
            <ac:spMk id="44" creationId="{1E41E463-7279-EAC5-B45F-E2263F315473}"/>
          </ac:spMkLst>
        </pc:spChg>
        <pc:spChg chg="mod">
          <ac:chgData name="Moli Zhou" userId="45dd8ee2-8ff0-4e4c-a064-854f8dc473b0" providerId="ADAL" clId="{36A7FEB2-4EAE-5ED4-818F-257B007BF833}" dt="2026-02-21T22:18:22.916" v="5894" actId="255"/>
          <ac:spMkLst>
            <pc:docMk/>
            <pc:sldMk cId="3219684325" sldId="2147310940"/>
            <ac:spMk id="46" creationId="{EC630A6A-3135-77D1-1DD9-60F7A8321A09}"/>
          </ac:spMkLst>
        </pc:spChg>
        <pc:spChg chg="add mod">
          <ac:chgData name="Moli Zhou" userId="45dd8ee2-8ff0-4e4c-a064-854f8dc473b0" providerId="ADAL" clId="{36A7FEB2-4EAE-5ED4-818F-257B007BF833}" dt="2026-02-21T20:47:16.916" v="4972" actId="122"/>
          <ac:spMkLst>
            <pc:docMk/>
            <pc:sldMk cId="3219684325" sldId="2147310940"/>
            <ac:spMk id="52" creationId="{D438C316-55A5-0318-26B6-0889A4822A41}"/>
          </ac:spMkLst>
        </pc:spChg>
        <pc:grpChg chg="mod">
          <ac:chgData name="Moli Zhou" userId="45dd8ee2-8ff0-4e4c-a064-854f8dc473b0" providerId="ADAL" clId="{36A7FEB2-4EAE-5ED4-818F-257B007BF833}" dt="2026-02-22T10:53:21.699" v="6477" actId="1035"/>
          <ac:grpSpMkLst>
            <pc:docMk/>
            <pc:sldMk cId="3219684325" sldId="2147310940"/>
            <ac:grpSpMk id="30" creationId="{6BFEFA3D-DBE4-DD31-7184-2AEB99AF0377}"/>
          </ac:grpSpMkLst>
        </pc:grpChg>
        <pc:picChg chg="mod">
          <ac:chgData name="Moli Zhou" userId="45dd8ee2-8ff0-4e4c-a064-854f8dc473b0" providerId="ADAL" clId="{36A7FEB2-4EAE-5ED4-818F-257B007BF833}" dt="2026-02-22T10:54:20.071" v="6490" actId="1076"/>
          <ac:picMkLst>
            <pc:docMk/>
            <pc:sldMk cId="3219684325" sldId="2147310940"/>
            <ac:picMk id="6" creationId="{48178870-F8BF-3DB3-64CA-9256CA715D59}"/>
          </ac:picMkLst>
        </pc:picChg>
        <pc:picChg chg="add mod">
          <ac:chgData name="Moli Zhou" userId="45dd8ee2-8ff0-4e4c-a064-854f8dc473b0" providerId="ADAL" clId="{36A7FEB2-4EAE-5ED4-818F-257B007BF833}" dt="2026-02-22T10:54:14.358" v="6489" actId="208"/>
          <ac:picMkLst>
            <pc:docMk/>
            <pc:sldMk cId="3219684325" sldId="2147310940"/>
            <ac:picMk id="7" creationId="{D90017F2-17AF-FE9D-285F-36810C4AE542}"/>
          </ac:picMkLst>
        </pc:picChg>
        <pc:picChg chg="add mod modCrop">
          <ac:chgData name="Moli Zhou" userId="45dd8ee2-8ff0-4e4c-a064-854f8dc473b0" providerId="ADAL" clId="{36A7FEB2-4EAE-5ED4-818F-257B007BF833}" dt="2026-02-22T10:54:09.262" v="6487" actId="208"/>
          <ac:picMkLst>
            <pc:docMk/>
            <pc:sldMk cId="3219684325" sldId="2147310940"/>
            <ac:picMk id="11" creationId="{434BEE79-7357-7DBD-3F12-46059DA860BA}"/>
          </ac:picMkLst>
        </pc:picChg>
        <pc:picChg chg="add mod">
          <ac:chgData name="Moli Zhou" userId="45dd8ee2-8ff0-4e4c-a064-854f8dc473b0" providerId="ADAL" clId="{36A7FEB2-4EAE-5ED4-818F-257B007BF833}" dt="2026-02-22T10:55:25.884" v="6499" actId="1076"/>
          <ac:picMkLst>
            <pc:docMk/>
            <pc:sldMk cId="3219684325" sldId="2147310940"/>
            <ac:picMk id="13" creationId="{E632D9E0-2DA6-16DA-B73C-E1DF7AF050DD}"/>
          </ac:picMkLst>
        </pc:picChg>
      </pc:sldChg>
      <pc:sldChg chg="addSp delSp modSp new mod">
        <pc:chgData name="Moli Zhou" userId="45dd8ee2-8ff0-4e4c-a064-854f8dc473b0" providerId="ADAL" clId="{36A7FEB2-4EAE-5ED4-818F-257B007BF833}" dt="2026-03-04T17:07:02.766" v="6928" actId="1076"/>
        <pc:sldMkLst>
          <pc:docMk/>
          <pc:sldMk cId="3155074421" sldId="2147310941"/>
        </pc:sldMkLst>
        <pc:spChg chg="mod">
          <ac:chgData name="Moli Zhou" userId="45dd8ee2-8ff0-4e4c-a064-854f8dc473b0" providerId="ADAL" clId="{36A7FEB2-4EAE-5ED4-818F-257B007BF833}" dt="2026-02-21T22:04:10.824" v="5376" actId="165"/>
          <ac:spMkLst>
            <pc:docMk/>
            <pc:sldMk cId="3155074421" sldId="2147310941"/>
            <ac:spMk id="21" creationId="{3FC8CCA0-6BA6-CFFF-12E8-08E569AAA048}"/>
          </ac:spMkLst>
        </pc:spChg>
        <pc:spChg chg="mod">
          <ac:chgData name="Moli Zhou" userId="45dd8ee2-8ff0-4e4c-a064-854f8dc473b0" providerId="ADAL" clId="{36A7FEB2-4EAE-5ED4-818F-257B007BF833}" dt="2026-02-22T11:20:32.713" v="6668" actId="207"/>
          <ac:spMkLst>
            <pc:docMk/>
            <pc:sldMk cId="3155074421" sldId="2147310941"/>
            <ac:spMk id="22" creationId="{28DD3952-07A9-4FF5-EF7E-81DCE7635C6D}"/>
          </ac:spMkLst>
        </pc:spChg>
        <pc:spChg chg="mod">
          <ac:chgData name="Moli Zhou" userId="45dd8ee2-8ff0-4e4c-a064-854f8dc473b0" providerId="ADAL" clId="{36A7FEB2-4EAE-5ED4-818F-257B007BF833}" dt="2026-02-21T22:04:10.824" v="5376" actId="165"/>
          <ac:spMkLst>
            <pc:docMk/>
            <pc:sldMk cId="3155074421" sldId="2147310941"/>
            <ac:spMk id="23" creationId="{45ABA72D-EADE-7987-C53D-AA70135A9D88}"/>
          </ac:spMkLst>
        </pc:spChg>
        <pc:spChg chg="mod">
          <ac:chgData name="Moli Zhou" userId="45dd8ee2-8ff0-4e4c-a064-854f8dc473b0" providerId="ADAL" clId="{36A7FEB2-4EAE-5ED4-818F-257B007BF833}" dt="2026-02-22T11:20:18.951" v="6663" actId="207"/>
          <ac:spMkLst>
            <pc:docMk/>
            <pc:sldMk cId="3155074421" sldId="2147310941"/>
            <ac:spMk id="24" creationId="{C257ACBA-C436-5051-C9D5-4A045B798717}"/>
          </ac:spMkLst>
        </pc:spChg>
        <pc:spChg chg="mod">
          <ac:chgData name="Moli Zhou" userId="45dd8ee2-8ff0-4e4c-a064-854f8dc473b0" providerId="ADAL" clId="{36A7FEB2-4EAE-5ED4-818F-257B007BF833}" dt="2026-02-21T22:04:10.824" v="5376" actId="165"/>
          <ac:spMkLst>
            <pc:docMk/>
            <pc:sldMk cId="3155074421" sldId="2147310941"/>
            <ac:spMk id="25" creationId="{65AE16BB-B164-70E6-A286-93223AF4AB42}"/>
          </ac:spMkLst>
        </pc:spChg>
        <pc:spChg chg="mod">
          <ac:chgData name="Moli Zhou" userId="45dd8ee2-8ff0-4e4c-a064-854f8dc473b0" providerId="ADAL" clId="{36A7FEB2-4EAE-5ED4-818F-257B007BF833}" dt="2026-02-22T11:20:21.084" v="6664" actId="207"/>
          <ac:spMkLst>
            <pc:docMk/>
            <pc:sldMk cId="3155074421" sldId="2147310941"/>
            <ac:spMk id="26" creationId="{71F8BB01-5810-46E2-A77B-157D92EC084D}"/>
          </ac:spMkLst>
        </pc:spChg>
        <pc:spChg chg="mod">
          <ac:chgData name="Moli Zhou" userId="45dd8ee2-8ff0-4e4c-a064-854f8dc473b0" providerId="ADAL" clId="{36A7FEB2-4EAE-5ED4-818F-257B007BF833}" dt="2026-02-21T22:04:10.824" v="5376" actId="165"/>
          <ac:spMkLst>
            <pc:docMk/>
            <pc:sldMk cId="3155074421" sldId="2147310941"/>
            <ac:spMk id="27" creationId="{28624B36-EF81-F8BF-358F-75C6D6C2AF26}"/>
          </ac:spMkLst>
        </pc:spChg>
        <pc:spChg chg="mod">
          <ac:chgData name="Moli Zhou" userId="45dd8ee2-8ff0-4e4c-a064-854f8dc473b0" providerId="ADAL" clId="{36A7FEB2-4EAE-5ED4-818F-257B007BF833}" dt="2026-02-22T11:20:24.784" v="6665" actId="207"/>
          <ac:spMkLst>
            <pc:docMk/>
            <pc:sldMk cId="3155074421" sldId="2147310941"/>
            <ac:spMk id="28" creationId="{D2B48D8A-3607-8B54-1B9B-BC7260F9B89F}"/>
          </ac:spMkLst>
        </pc:spChg>
        <pc:spChg chg="add mod">
          <ac:chgData name="Moli Zhou" userId="45dd8ee2-8ff0-4e4c-a064-854f8dc473b0" providerId="ADAL" clId="{36A7FEB2-4EAE-5ED4-818F-257B007BF833}" dt="2026-02-22T11:19:58.600" v="6660" actId="207"/>
          <ac:spMkLst>
            <pc:docMk/>
            <pc:sldMk cId="3155074421" sldId="2147310941"/>
            <ac:spMk id="29" creationId="{2BB42907-6311-3CDA-E611-11523BB93AA1}"/>
          </ac:spMkLst>
        </pc:spChg>
        <pc:spChg chg="add mod">
          <ac:chgData name="Moli Zhou" userId="45dd8ee2-8ff0-4e4c-a064-854f8dc473b0" providerId="ADAL" clId="{36A7FEB2-4EAE-5ED4-818F-257B007BF833}" dt="2026-02-22T11:19:55.600" v="6658" actId="207"/>
          <ac:spMkLst>
            <pc:docMk/>
            <pc:sldMk cId="3155074421" sldId="2147310941"/>
            <ac:spMk id="30" creationId="{73B4F974-38EA-CBD9-FBFC-9CB98208B252}"/>
          </ac:spMkLst>
        </pc:spChg>
        <pc:spChg chg="add mod">
          <ac:chgData name="Moli Zhou" userId="45dd8ee2-8ff0-4e4c-a064-854f8dc473b0" providerId="ADAL" clId="{36A7FEB2-4EAE-5ED4-818F-257B007BF833}" dt="2026-02-22T11:19:39.949" v="6656" actId="207"/>
          <ac:spMkLst>
            <pc:docMk/>
            <pc:sldMk cId="3155074421" sldId="2147310941"/>
            <ac:spMk id="32" creationId="{12AA7118-12DE-5AAF-B8EA-4A8EA4E13E5D}"/>
          </ac:spMkLst>
        </pc:spChg>
        <pc:spChg chg="add mod">
          <ac:chgData name="Moli Zhou" userId="45dd8ee2-8ff0-4e4c-a064-854f8dc473b0" providerId="ADAL" clId="{36A7FEB2-4EAE-5ED4-818F-257B007BF833}" dt="2026-02-22T11:19:34.121" v="6654" actId="207"/>
          <ac:spMkLst>
            <pc:docMk/>
            <pc:sldMk cId="3155074421" sldId="2147310941"/>
            <ac:spMk id="33" creationId="{075BC5BE-9BAE-4993-F07A-550E18F1E28A}"/>
          </ac:spMkLst>
        </pc:spChg>
        <pc:spChg chg="add mod">
          <ac:chgData name="Moli Zhou" userId="45dd8ee2-8ff0-4e4c-a064-854f8dc473b0" providerId="ADAL" clId="{36A7FEB2-4EAE-5ED4-818F-257B007BF833}" dt="2026-03-04T17:07:02.766" v="6928" actId="1076"/>
          <ac:spMkLst>
            <pc:docMk/>
            <pc:sldMk cId="3155074421" sldId="2147310941"/>
            <ac:spMk id="38" creationId="{30504A46-571B-AE03-854C-63340713D43B}"/>
          </ac:spMkLst>
        </pc:spChg>
        <pc:grpChg chg="mod topLvl">
          <ac:chgData name="Moli Zhou" userId="45dd8ee2-8ff0-4e4c-a064-854f8dc473b0" providerId="ADAL" clId="{36A7FEB2-4EAE-5ED4-818F-257B007BF833}" dt="2026-02-21T22:04:34.158" v="5377" actId="164"/>
          <ac:grpSpMkLst>
            <pc:docMk/>
            <pc:sldMk cId="3155074421" sldId="2147310941"/>
            <ac:grpSpMk id="17" creationId="{905233C5-F2AE-CB50-0195-0A9B905F8E69}"/>
          </ac:grpSpMkLst>
        </pc:grpChg>
        <pc:grpChg chg="mod">
          <ac:chgData name="Moli Zhou" userId="45dd8ee2-8ff0-4e4c-a064-854f8dc473b0" providerId="ADAL" clId="{36A7FEB2-4EAE-5ED4-818F-257B007BF833}" dt="2026-02-21T22:04:34.158" v="5377" actId="164"/>
          <ac:grpSpMkLst>
            <pc:docMk/>
            <pc:sldMk cId="3155074421" sldId="2147310941"/>
            <ac:grpSpMk id="18" creationId="{C8439711-2367-2B47-BF66-C4DAB4DEF137}"/>
          </ac:grpSpMkLst>
        </pc:grpChg>
        <pc:grpChg chg="mod">
          <ac:chgData name="Moli Zhou" userId="45dd8ee2-8ff0-4e4c-a064-854f8dc473b0" providerId="ADAL" clId="{36A7FEB2-4EAE-5ED4-818F-257B007BF833}" dt="2026-02-21T22:04:34.158" v="5377" actId="164"/>
          <ac:grpSpMkLst>
            <pc:docMk/>
            <pc:sldMk cId="3155074421" sldId="2147310941"/>
            <ac:grpSpMk id="19" creationId="{B26AD8E4-9C4D-51A8-9697-03BFEC94D8C6}"/>
          </ac:grpSpMkLst>
        </pc:grpChg>
        <pc:grpChg chg="mod">
          <ac:chgData name="Moli Zhou" userId="45dd8ee2-8ff0-4e4c-a064-854f8dc473b0" providerId="ADAL" clId="{36A7FEB2-4EAE-5ED4-818F-257B007BF833}" dt="2026-02-21T22:04:34.158" v="5377" actId="164"/>
          <ac:grpSpMkLst>
            <pc:docMk/>
            <pc:sldMk cId="3155074421" sldId="2147310941"/>
            <ac:grpSpMk id="20" creationId="{73525DEB-ECE1-4093-3F54-FE8BC3D09E0B}"/>
          </ac:grpSpMkLst>
        </pc:grpChg>
        <pc:grpChg chg="add mod">
          <ac:chgData name="Moli Zhou" userId="45dd8ee2-8ff0-4e4c-a064-854f8dc473b0" providerId="ADAL" clId="{36A7FEB2-4EAE-5ED4-818F-257B007BF833}" dt="2026-02-21T22:04:39.078" v="5393" actId="1036"/>
          <ac:grpSpMkLst>
            <pc:docMk/>
            <pc:sldMk cId="3155074421" sldId="2147310941"/>
            <ac:grpSpMk id="43" creationId="{8290BFF6-D30F-551B-40ED-1566EA878D85}"/>
          </ac:grpSpMkLst>
        </pc:grpChg>
        <pc:picChg chg="add mod">
          <ac:chgData name="Moli Zhou" userId="45dd8ee2-8ff0-4e4c-a064-854f8dc473b0" providerId="ADAL" clId="{36A7FEB2-4EAE-5ED4-818F-257B007BF833}" dt="2026-02-21T22:04:34.158" v="5377" actId="164"/>
          <ac:picMkLst>
            <pc:docMk/>
            <pc:sldMk cId="3155074421" sldId="2147310941"/>
            <ac:picMk id="35" creationId="{BA8710E7-907F-8041-C8C9-110139D0ABF5}"/>
          </ac:picMkLst>
        </pc:picChg>
        <pc:picChg chg="add mod">
          <ac:chgData name="Moli Zhou" userId="45dd8ee2-8ff0-4e4c-a064-854f8dc473b0" providerId="ADAL" clId="{36A7FEB2-4EAE-5ED4-818F-257B007BF833}" dt="2026-02-21T22:04:34.158" v="5377" actId="164"/>
          <ac:picMkLst>
            <pc:docMk/>
            <pc:sldMk cId="3155074421" sldId="2147310941"/>
            <ac:picMk id="37" creationId="{3931E9F6-4DA7-0ABD-B72D-2808EEBC3E05}"/>
          </ac:picMkLst>
        </pc:picChg>
        <pc:picChg chg="add mod">
          <ac:chgData name="Moli Zhou" userId="45dd8ee2-8ff0-4e4c-a064-854f8dc473b0" providerId="ADAL" clId="{36A7FEB2-4EAE-5ED4-818F-257B007BF833}" dt="2026-02-21T22:04:34.158" v="5377" actId="164"/>
          <ac:picMkLst>
            <pc:docMk/>
            <pc:sldMk cId="3155074421" sldId="2147310941"/>
            <ac:picMk id="40" creationId="{1BC11599-236D-B9C5-5817-C44E4C8154B4}"/>
          </ac:picMkLst>
        </pc:picChg>
        <pc:picChg chg="add mod">
          <ac:chgData name="Moli Zhou" userId="45dd8ee2-8ff0-4e4c-a064-854f8dc473b0" providerId="ADAL" clId="{36A7FEB2-4EAE-5ED4-818F-257B007BF833}" dt="2026-02-22T11:20:27.926" v="6667" actId="207"/>
          <ac:picMkLst>
            <pc:docMk/>
            <pc:sldMk cId="3155074421" sldId="2147310941"/>
            <ac:picMk id="42" creationId="{310CDFC0-B9D4-49A6-7E19-B799F547B062}"/>
          </ac:picMkLst>
        </pc:picChg>
      </pc:sldChg>
      <pc:sldChg chg="addSp modSp new mod ord">
        <pc:chgData name="Moli Zhou" userId="45dd8ee2-8ff0-4e4c-a064-854f8dc473b0" providerId="ADAL" clId="{36A7FEB2-4EAE-5ED4-818F-257B007BF833}" dt="2026-03-04T17:07:46.878" v="6958" actId="1037"/>
        <pc:sldMkLst>
          <pc:docMk/>
          <pc:sldMk cId="2959555537" sldId="2147310942"/>
        </pc:sldMkLst>
        <pc:spChg chg="mod">
          <ac:chgData name="Moli Zhou" userId="45dd8ee2-8ff0-4e4c-a064-854f8dc473b0" providerId="ADAL" clId="{36A7FEB2-4EAE-5ED4-818F-257B007BF833}" dt="2026-02-21T22:15:34.272" v="5790" actId="20577"/>
          <ac:spMkLst>
            <pc:docMk/>
            <pc:sldMk cId="2959555537" sldId="2147310942"/>
            <ac:spMk id="6" creationId="{A77CD7F1-FF0D-DDD6-904B-50A11C0AA379}"/>
          </ac:spMkLst>
        </pc:spChg>
        <pc:spChg chg="mod">
          <ac:chgData name="Moli Zhou" userId="45dd8ee2-8ff0-4e4c-a064-854f8dc473b0" providerId="ADAL" clId="{36A7FEB2-4EAE-5ED4-818F-257B007BF833}" dt="2026-02-21T22:14:49.605" v="5751"/>
          <ac:spMkLst>
            <pc:docMk/>
            <pc:sldMk cId="2959555537" sldId="2147310942"/>
            <ac:spMk id="7" creationId="{0BD3F371-180A-99DD-53DB-D7DA951B903D}"/>
          </ac:spMkLst>
        </pc:spChg>
        <pc:spChg chg="mod">
          <ac:chgData name="Moli Zhou" userId="45dd8ee2-8ff0-4e4c-a064-854f8dc473b0" providerId="ADAL" clId="{36A7FEB2-4EAE-5ED4-818F-257B007BF833}" dt="2026-02-21T22:15:57.655" v="5844" actId="20577"/>
          <ac:spMkLst>
            <pc:docMk/>
            <pc:sldMk cId="2959555537" sldId="2147310942"/>
            <ac:spMk id="8" creationId="{C6ABCF0D-4F38-7C72-E814-BEC3C2D0B817}"/>
          </ac:spMkLst>
        </pc:spChg>
        <pc:spChg chg="mod">
          <ac:chgData name="Moli Zhou" userId="45dd8ee2-8ff0-4e4c-a064-854f8dc473b0" providerId="ADAL" clId="{36A7FEB2-4EAE-5ED4-818F-257B007BF833}" dt="2026-02-21T22:14:49.605" v="5751"/>
          <ac:spMkLst>
            <pc:docMk/>
            <pc:sldMk cId="2959555537" sldId="2147310942"/>
            <ac:spMk id="9" creationId="{8DF17754-31FF-7C35-D434-E9C8617BEE59}"/>
          </ac:spMkLst>
        </pc:spChg>
        <pc:spChg chg="mod">
          <ac:chgData name="Moli Zhou" userId="45dd8ee2-8ff0-4e4c-a064-854f8dc473b0" providerId="ADAL" clId="{36A7FEB2-4EAE-5ED4-818F-257B007BF833}" dt="2026-02-21T22:15:11.539" v="5767" actId="20577"/>
          <ac:spMkLst>
            <pc:docMk/>
            <pc:sldMk cId="2959555537" sldId="2147310942"/>
            <ac:spMk id="10" creationId="{E5CBCDFD-2297-40BD-22DE-0DBDA39D466C}"/>
          </ac:spMkLst>
        </pc:spChg>
        <pc:spChg chg="mod">
          <ac:chgData name="Moli Zhou" userId="45dd8ee2-8ff0-4e4c-a064-854f8dc473b0" providerId="ADAL" clId="{36A7FEB2-4EAE-5ED4-818F-257B007BF833}" dt="2026-02-21T22:14:49.605" v="5751"/>
          <ac:spMkLst>
            <pc:docMk/>
            <pc:sldMk cId="2959555537" sldId="2147310942"/>
            <ac:spMk id="11" creationId="{E4EA20B0-DD7A-E4C3-7834-29627F4EF2B6}"/>
          </ac:spMkLst>
        </pc:spChg>
        <pc:spChg chg="add mod">
          <ac:chgData name="Moli Zhou" userId="45dd8ee2-8ff0-4e4c-a064-854f8dc473b0" providerId="ADAL" clId="{36A7FEB2-4EAE-5ED4-818F-257B007BF833}" dt="2026-03-04T17:07:46.878" v="6958" actId="1037"/>
          <ac:spMkLst>
            <pc:docMk/>
            <pc:sldMk cId="2959555537" sldId="2147310942"/>
            <ac:spMk id="12" creationId="{1CEC65D9-0D68-9001-715B-6CCD2F7F2846}"/>
          </ac:spMkLst>
        </pc:spChg>
        <pc:spChg chg="mod">
          <ac:chgData name="Moli Zhou" userId="45dd8ee2-8ff0-4e4c-a064-854f8dc473b0" providerId="ADAL" clId="{36A7FEB2-4EAE-5ED4-818F-257B007BF833}" dt="2026-02-22T11:03:48.513" v="6534" actId="1076"/>
          <ac:spMkLst>
            <pc:docMk/>
            <pc:sldMk cId="2959555537" sldId="2147310942"/>
            <ac:spMk id="13" creationId="{E1F1E826-68F1-D043-B5C4-B451035CB65A}"/>
          </ac:spMkLst>
        </pc:spChg>
        <pc:spChg chg="add mod">
          <ac:chgData name="Moli Zhou" userId="45dd8ee2-8ff0-4e4c-a064-854f8dc473b0" providerId="ADAL" clId="{36A7FEB2-4EAE-5ED4-818F-257B007BF833}" dt="2026-02-22T11:04:44.315" v="6543" actId="1076"/>
          <ac:spMkLst>
            <pc:docMk/>
            <pc:sldMk cId="2959555537" sldId="2147310942"/>
            <ac:spMk id="15" creationId="{0ECEDBAA-EB42-30DE-C3B4-FB80F96C747A}"/>
          </ac:spMkLst>
        </pc:spChg>
        <pc:spChg chg="add mod">
          <ac:chgData name="Moli Zhou" userId="45dd8ee2-8ff0-4e4c-a064-854f8dc473b0" providerId="ADAL" clId="{36A7FEB2-4EAE-5ED4-818F-257B007BF833}" dt="2026-02-22T11:04:56.327" v="6546" actId="1076"/>
          <ac:spMkLst>
            <pc:docMk/>
            <pc:sldMk cId="2959555537" sldId="2147310942"/>
            <ac:spMk id="16" creationId="{9D824B77-18B4-DFDE-72B8-26CE8097D0D6}"/>
          </ac:spMkLst>
        </pc:spChg>
        <pc:grpChg chg="add mod">
          <ac:chgData name="Moli Zhou" userId="45dd8ee2-8ff0-4e4c-a064-854f8dc473b0" providerId="ADAL" clId="{36A7FEB2-4EAE-5ED4-818F-257B007BF833}" dt="2026-02-21T22:14:49.605" v="5751"/>
          <ac:grpSpMkLst>
            <pc:docMk/>
            <pc:sldMk cId="2959555537" sldId="2147310942"/>
            <ac:grpSpMk id="2" creationId="{5D559C25-FC96-A63F-4178-638B16431D57}"/>
          </ac:grpSpMkLst>
        </pc:grpChg>
        <pc:grpChg chg="mod">
          <ac:chgData name="Moli Zhou" userId="45dd8ee2-8ff0-4e4c-a064-854f8dc473b0" providerId="ADAL" clId="{36A7FEB2-4EAE-5ED4-818F-257B007BF833}" dt="2026-02-21T22:14:49.605" v="5751"/>
          <ac:grpSpMkLst>
            <pc:docMk/>
            <pc:sldMk cId="2959555537" sldId="2147310942"/>
            <ac:grpSpMk id="3" creationId="{C0E97EDE-7B4B-405C-37B0-F97AF6C208AB}"/>
          </ac:grpSpMkLst>
        </pc:grpChg>
        <pc:grpChg chg="mod">
          <ac:chgData name="Moli Zhou" userId="45dd8ee2-8ff0-4e4c-a064-854f8dc473b0" providerId="ADAL" clId="{36A7FEB2-4EAE-5ED4-818F-257B007BF833}" dt="2026-02-21T22:14:49.605" v="5751"/>
          <ac:grpSpMkLst>
            <pc:docMk/>
            <pc:sldMk cId="2959555537" sldId="2147310942"/>
            <ac:grpSpMk id="4" creationId="{A87E55F8-4D07-A4F0-B683-B89985D5CF92}"/>
          </ac:grpSpMkLst>
        </pc:grpChg>
        <pc:grpChg chg="mod">
          <ac:chgData name="Moli Zhou" userId="45dd8ee2-8ff0-4e4c-a064-854f8dc473b0" providerId="ADAL" clId="{36A7FEB2-4EAE-5ED4-818F-257B007BF833}" dt="2026-02-21T22:14:49.605" v="5751"/>
          <ac:grpSpMkLst>
            <pc:docMk/>
            <pc:sldMk cId="2959555537" sldId="2147310942"/>
            <ac:grpSpMk id="5" creationId="{42FD620B-6C4E-E18F-495D-23E8D30BE16F}"/>
          </ac:grpSpMkLst>
        </pc:grpChg>
        <pc:picChg chg="add mod">
          <ac:chgData name="Moli Zhou" userId="45dd8ee2-8ff0-4e4c-a064-854f8dc473b0" providerId="ADAL" clId="{36A7FEB2-4EAE-5ED4-818F-257B007BF833}" dt="2026-02-22T11:03:54.478" v="6536" actId="1076"/>
          <ac:picMkLst>
            <pc:docMk/>
            <pc:sldMk cId="2959555537" sldId="2147310942"/>
            <ac:picMk id="17" creationId="{5F14F9F5-2A7C-3AEF-AB4F-C70EFC38FC3E}"/>
          </ac:picMkLst>
        </pc:picChg>
        <pc:picChg chg="add mod">
          <ac:chgData name="Moli Zhou" userId="45dd8ee2-8ff0-4e4c-a064-854f8dc473b0" providerId="ADAL" clId="{36A7FEB2-4EAE-5ED4-818F-257B007BF833}" dt="2026-02-22T11:04:47.015" v="6544" actId="1076"/>
          <ac:picMkLst>
            <pc:docMk/>
            <pc:sldMk cId="2959555537" sldId="2147310942"/>
            <ac:picMk id="19" creationId="{6EC2A865-25AC-7CF9-EDFB-E5949CF82322}"/>
          </ac:picMkLst>
        </pc:picChg>
        <pc:picChg chg="add mod">
          <ac:chgData name="Moli Zhou" userId="45dd8ee2-8ff0-4e4c-a064-854f8dc473b0" providerId="ADAL" clId="{36A7FEB2-4EAE-5ED4-818F-257B007BF833}" dt="2026-02-22T11:11:10.538" v="6562" actId="1076"/>
          <ac:picMkLst>
            <pc:docMk/>
            <pc:sldMk cId="2959555537" sldId="2147310942"/>
            <ac:picMk id="21" creationId="{723D1367-F32E-AC59-3076-CD826D37A1E6}"/>
          </ac:picMkLst>
        </pc:picChg>
      </pc:sldChg>
      <pc:sldChg chg="addSp delSp modSp mod">
        <pc:chgData name="Moli Zhou" userId="45dd8ee2-8ff0-4e4c-a064-854f8dc473b0" providerId="ADAL" clId="{36A7FEB2-4EAE-5ED4-818F-257B007BF833}" dt="2026-02-22T10:55:54.192" v="6501" actId="20577"/>
        <pc:sldMkLst>
          <pc:docMk/>
          <pc:sldMk cId="1469125100" sldId="2147310943"/>
        </pc:sldMkLst>
        <pc:spChg chg="add mod">
          <ac:chgData name="Moli Zhou" userId="45dd8ee2-8ff0-4e4c-a064-854f8dc473b0" providerId="ADAL" clId="{36A7FEB2-4EAE-5ED4-818F-257B007BF833}" dt="2026-02-22T10:55:54.192" v="6501" actId="20577"/>
          <ac:spMkLst>
            <pc:docMk/>
            <pc:sldMk cId="1469125100" sldId="2147310943"/>
            <ac:spMk id="4" creationId="{A4BFF509-0B4C-FE46-682D-95AD750F5685}"/>
          </ac:spMkLst>
        </pc:spChg>
      </pc:sldChg>
      <pc:sldChg chg="addSp delSp modSp mod">
        <pc:chgData name="Moli Zhou" userId="45dd8ee2-8ff0-4e4c-a064-854f8dc473b0" providerId="ADAL" clId="{36A7FEB2-4EAE-5ED4-818F-257B007BF833}" dt="2026-03-06T15:34:54.951" v="8116" actId="1037"/>
        <pc:sldMkLst>
          <pc:docMk/>
          <pc:sldMk cId="4197721977" sldId="2147310944"/>
        </pc:sldMkLst>
        <pc:spChg chg="del">
          <ac:chgData name="Moli Zhou" userId="45dd8ee2-8ff0-4e4c-a064-854f8dc473b0" providerId="ADAL" clId="{36A7FEB2-4EAE-5ED4-818F-257B007BF833}" dt="2026-03-06T13:45:33.669" v="7184" actId="478"/>
          <ac:spMkLst>
            <pc:docMk/>
            <pc:sldMk cId="4197721977" sldId="2147310944"/>
            <ac:spMk id="2" creationId="{90FB0FC2-3534-0B62-4392-1CD1E9A6B1E3}"/>
          </ac:spMkLst>
        </pc:spChg>
        <pc:spChg chg="mod">
          <ac:chgData name="Moli Zhou" userId="45dd8ee2-8ff0-4e4c-a064-854f8dc473b0" providerId="ADAL" clId="{36A7FEB2-4EAE-5ED4-818F-257B007BF833}" dt="2026-03-06T15:15:12.661" v="7742" actId="21"/>
          <ac:spMkLst>
            <pc:docMk/>
            <pc:sldMk cId="4197721977" sldId="2147310944"/>
            <ac:spMk id="2" creationId="{E72E81D9-1B0F-E125-4804-A3FA5274511F}"/>
          </ac:spMkLst>
        </pc:spChg>
        <pc:spChg chg="add del mod">
          <ac:chgData name="Moli Zhou" userId="45dd8ee2-8ff0-4e4c-a064-854f8dc473b0" providerId="ADAL" clId="{36A7FEB2-4EAE-5ED4-818F-257B007BF833}" dt="2026-03-06T15:23:14.483" v="7871" actId="767"/>
          <ac:spMkLst>
            <pc:docMk/>
            <pc:sldMk cId="4197721977" sldId="2147310944"/>
            <ac:spMk id="4" creationId="{5A69A7AB-2F3E-7BA5-467C-A861939EDF5A}"/>
          </ac:spMkLst>
        </pc:spChg>
        <pc:spChg chg="mod">
          <ac:chgData name="Moli Zhou" userId="45dd8ee2-8ff0-4e4c-a064-854f8dc473b0" providerId="ADAL" clId="{36A7FEB2-4EAE-5ED4-818F-257B007BF833}" dt="2026-03-06T15:11:13.391" v="7623"/>
          <ac:spMkLst>
            <pc:docMk/>
            <pc:sldMk cId="4197721977" sldId="2147310944"/>
            <ac:spMk id="11" creationId="{B7108CA6-3C55-018A-38BB-39C8A45EC065}"/>
          </ac:spMkLst>
        </pc:spChg>
        <pc:spChg chg="mod">
          <ac:chgData name="Moli Zhou" userId="45dd8ee2-8ff0-4e4c-a064-854f8dc473b0" providerId="ADAL" clId="{36A7FEB2-4EAE-5ED4-818F-257B007BF833}" dt="2026-03-06T14:57:34.040" v="7494"/>
          <ac:spMkLst>
            <pc:docMk/>
            <pc:sldMk cId="4197721977" sldId="2147310944"/>
            <ac:spMk id="12" creationId="{DDB28776-4C6D-DB26-A97C-A32AEB2753E7}"/>
          </ac:spMkLst>
        </pc:spChg>
        <pc:spChg chg="mod">
          <ac:chgData name="Moli Zhou" userId="45dd8ee2-8ff0-4e4c-a064-854f8dc473b0" providerId="ADAL" clId="{36A7FEB2-4EAE-5ED4-818F-257B007BF833}" dt="2026-03-06T15:34:12.686" v="8108" actId="20577"/>
          <ac:spMkLst>
            <pc:docMk/>
            <pc:sldMk cId="4197721977" sldId="2147310944"/>
            <ac:spMk id="13" creationId="{74510CA4-69C7-89D8-8D88-F93DA8A924A9}"/>
          </ac:spMkLst>
        </pc:spChg>
        <pc:spChg chg="mod">
          <ac:chgData name="Moli Zhou" userId="45dd8ee2-8ff0-4e4c-a064-854f8dc473b0" providerId="ADAL" clId="{36A7FEB2-4EAE-5ED4-818F-257B007BF833}" dt="2026-03-06T15:14:39.649" v="7731" actId="1038"/>
          <ac:spMkLst>
            <pc:docMk/>
            <pc:sldMk cId="4197721977" sldId="2147310944"/>
            <ac:spMk id="14" creationId="{425A0F38-183D-6EEB-CC9F-2EAB19D0A94F}"/>
          </ac:spMkLst>
        </pc:spChg>
        <pc:spChg chg="mod">
          <ac:chgData name="Moli Zhou" userId="45dd8ee2-8ff0-4e4c-a064-854f8dc473b0" providerId="ADAL" clId="{36A7FEB2-4EAE-5ED4-818F-257B007BF833}" dt="2026-03-06T15:14:39.649" v="7731" actId="1038"/>
          <ac:spMkLst>
            <pc:docMk/>
            <pc:sldMk cId="4197721977" sldId="2147310944"/>
            <ac:spMk id="15" creationId="{913D7C79-ADA1-C68B-6DDD-0DD67C45728A}"/>
          </ac:spMkLst>
        </pc:spChg>
        <pc:spChg chg="del">
          <ac:chgData name="Moli Zhou" userId="45dd8ee2-8ff0-4e4c-a064-854f8dc473b0" providerId="ADAL" clId="{36A7FEB2-4EAE-5ED4-818F-257B007BF833}" dt="2026-03-06T14:23:11.059" v="7400" actId="478"/>
          <ac:spMkLst>
            <pc:docMk/>
            <pc:sldMk cId="4197721977" sldId="2147310944"/>
            <ac:spMk id="18" creationId="{295BA472-55CD-A8E5-4B1B-64BF2EB6DB74}"/>
          </ac:spMkLst>
        </pc:spChg>
        <pc:spChg chg="mod">
          <ac:chgData name="Moli Zhou" userId="45dd8ee2-8ff0-4e4c-a064-854f8dc473b0" providerId="ADAL" clId="{36A7FEB2-4EAE-5ED4-818F-257B007BF833}" dt="2026-03-06T15:11:13.391" v="7623"/>
          <ac:spMkLst>
            <pc:docMk/>
            <pc:sldMk cId="4197721977" sldId="2147310944"/>
            <ac:spMk id="21" creationId="{2A477021-4094-C4B2-79FC-8C381AAE175B}"/>
          </ac:spMkLst>
        </pc:spChg>
        <pc:spChg chg="mod">
          <ac:chgData name="Moli Zhou" userId="45dd8ee2-8ff0-4e4c-a064-854f8dc473b0" providerId="ADAL" clId="{36A7FEB2-4EAE-5ED4-818F-257B007BF833}" dt="2026-03-06T14:57:34.040" v="7494"/>
          <ac:spMkLst>
            <pc:docMk/>
            <pc:sldMk cId="4197721977" sldId="2147310944"/>
            <ac:spMk id="21" creationId="{4ACCFB3A-F912-DC12-0FA4-62F9471B3DE2}"/>
          </ac:spMkLst>
        </pc:spChg>
        <pc:spChg chg="mod">
          <ac:chgData name="Moli Zhou" userId="45dd8ee2-8ff0-4e4c-a064-854f8dc473b0" providerId="ADAL" clId="{36A7FEB2-4EAE-5ED4-818F-257B007BF833}" dt="2026-03-06T14:57:34.040" v="7494"/>
          <ac:spMkLst>
            <pc:docMk/>
            <pc:sldMk cId="4197721977" sldId="2147310944"/>
            <ac:spMk id="23" creationId="{CE15F9D9-0643-1780-6AFE-7B28B3F86EAC}"/>
          </ac:spMkLst>
        </pc:spChg>
        <pc:spChg chg="mod">
          <ac:chgData name="Moli Zhou" userId="45dd8ee2-8ff0-4e4c-a064-854f8dc473b0" providerId="ADAL" clId="{36A7FEB2-4EAE-5ED4-818F-257B007BF833}" dt="2026-03-06T15:11:13.391" v="7623"/>
          <ac:spMkLst>
            <pc:docMk/>
            <pc:sldMk cId="4197721977" sldId="2147310944"/>
            <ac:spMk id="23" creationId="{FF2C1B43-8E13-A402-C9F6-34C985D5F35C}"/>
          </ac:spMkLst>
        </pc:spChg>
        <pc:spChg chg="mod">
          <ac:chgData name="Moli Zhou" userId="45dd8ee2-8ff0-4e4c-a064-854f8dc473b0" providerId="ADAL" clId="{36A7FEB2-4EAE-5ED4-818F-257B007BF833}" dt="2026-03-06T14:57:34.040" v="7494"/>
          <ac:spMkLst>
            <pc:docMk/>
            <pc:sldMk cId="4197721977" sldId="2147310944"/>
            <ac:spMk id="24" creationId="{6E2F447D-B269-1C60-7D8C-214A7CF48F64}"/>
          </ac:spMkLst>
        </pc:spChg>
        <pc:spChg chg="mod">
          <ac:chgData name="Moli Zhou" userId="45dd8ee2-8ff0-4e4c-a064-854f8dc473b0" providerId="ADAL" clId="{36A7FEB2-4EAE-5ED4-818F-257B007BF833}" dt="2026-03-06T15:11:13.391" v="7623"/>
          <ac:spMkLst>
            <pc:docMk/>
            <pc:sldMk cId="4197721977" sldId="2147310944"/>
            <ac:spMk id="24" creationId="{AA8DFCEC-3B94-1BAB-5EA2-8A6218E62ED3}"/>
          </ac:spMkLst>
        </pc:spChg>
        <pc:spChg chg="mod">
          <ac:chgData name="Moli Zhou" userId="45dd8ee2-8ff0-4e4c-a064-854f8dc473b0" providerId="ADAL" clId="{36A7FEB2-4EAE-5ED4-818F-257B007BF833}" dt="2026-03-06T15:11:13.391" v="7623"/>
          <ac:spMkLst>
            <pc:docMk/>
            <pc:sldMk cId="4197721977" sldId="2147310944"/>
            <ac:spMk id="25" creationId="{42D32B9A-CF07-E016-C4B9-AF950D4471D4}"/>
          </ac:spMkLst>
        </pc:spChg>
        <pc:spChg chg="mod">
          <ac:chgData name="Moli Zhou" userId="45dd8ee2-8ff0-4e4c-a064-854f8dc473b0" providerId="ADAL" clId="{36A7FEB2-4EAE-5ED4-818F-257B007BF833}" dt="2026-03-06T14:57:34.040" v="7494"/>
          <ac:spMkLst>
            <pc:docMk/>
            <pc:sldMk cId="4197721977" sldId="2147310944"/>
            <ac:spMk id="25" creationId="{AB534929-2820-7C1B-B320-1456C18A7D7F}"/>
          </ac:spMkLst>
        </pc:spChg>
        <pc:spChg chg="mod">
          <ac:chgData name="Moli Zhou" userId="45dd8ee2-8ff0-4e4c-a064-854f8dc473b0" providerId="ADAL" clId="{36A7FEB2-4EAE-5ED4-818F-257B007BF833}" dt="2026-03-06T14:57:34.040" v="7494"/>
          <ac:spMkLst>
            <pc:docMk/>
            <pc:sldMk cId="4197721977" sldId="2147310944"/>
            <ac:spMk id="26" creationId="{5A8B75BD-C85F-345E-E67C-8F1EEC0CAD19}"/>
          </ac:spMkLst>
        </pc:spChg>
        <pc:spChg chg="mod">
          <ac:chgData name="Moli Zhou" userId="45dd8ee2-8ff0-4e4c-a064-854f8dc473b0" providerId="ADAL" clId="{36A7FEB2-4EAE-5ED4-818F-257B007BF833}" dt="2026-03-06T15:11:13.391" v="7623"/>
          <ac:spMkLst>
            <pc:docMk/>
            <pc:sldMk cId="4197721977" sldId="2147310944"/>
            <ac:spMk id="26" creationId="{65E79E2C-C918-202E-696E-900D01890CF3}"/>
          </ac:spMkLst>
        </pc:spChg>
        <pc:spChg chg="mod">
          <ac:chgData name="Moli Zhou" userId="45dd8ee2-8ff0-4e4c-a064-854f8dc473b0" providerId="ADAL" clId="{36A7FEB2-4EAE-5ED4-818F-257B007BF833}" dt="2026-03-06T15:11:13.391" v="7623"/>
          <ac:spMkLst>
            <pc:docMk/>
            <pc:sldMk cId="4197721977" sldId="2147310944"/>
            <ac:spMk id="27" creationId="{A710B3A1-6D4B-12DA-B6A6-E72ADCF95460}"/>
          </ac:spMkLst>
        </pc:spChg>
        <pc:spChg chg="mod">
          <ac:chgData name="Moli Zhou" userId="45dd8ee2-8ff0-4e4c-a064-854f8dc473b0" providerId="ADAL" clId="{36A7FEB2-4EAE-5ED4-818F-257B007BF833}" dt="2026-03-06T14:57:34.040" v="7494"/>
          <ac:spMkLst>
            <pc:docMk/>
            <pc:sldMk cId="4197721977" sldId="2147310944"/>
            <ac:spMk id="27" creationId="{CE36CBC8-6C2D-C96B-5E7D-5AB5154F0C9F}"/>
          </ac:spMkLst>
        </pc:spChg>
        <pc:spChg chg="mod">
          <ac:chgData name="Moli Zhou" userId="45dd8ee2-8ff0-4e4c-a064-854f8dc473b0" providerId="ADAL" clId="{36A7FEB2-4EAE-5ED4-818F-257B007BF833}" dt="2026-03-06T15:11:13.391" v="7623"/>
          <ac:spMkLst>
            <pc:docMk/>
            <pc:sldMk cId="4197721977" sldId="2147310944"/>
            <ac:spMk id="28" creationId="{E051448E-0DF0-AE78-82BC-4290CBF4CC55}"/>
          </ac:spMkLst>
        </pc:spChg>
        <pc:spChg chg="mod">
          <ac:chgData name="Moli Zhou" userId="45dd8ee2-8ff0-4e4c-a064-854f8dc473b0" providerId="ADAL" clId="{36A7FEB2-4EAE-5ED4-818F-257B007BF833}" dt="2026-03-06T15:11:13.391" v="7623"/>
          <ac:spMkLst>
            <pc:docMk/>
            <pc:sldMk cId="4197721977" sldId="2147310944"/>
            <ac:spMk id="29" creationId="{5566248D-1B7C-7344-FB59-6A6CD16FBC76}"/>
          </ac:spMkLst>
        </pc:spChg>
        <pc:spChg chg="mod">
          <ac:chgData name="Moli Zhou" userId="45dd8ee2-8ff0-4e4c-a064-854f8dc473b0" providerId="ADAL" clId="{36A7FEB2-4EAE-5ED4-818F-257B007BF833}" dt="2026-03-06T15:11:13.391" v="7623"/>
          <ac:spMkLst>
            <pc:docMk/>
            <pc:sldMk cId="4197721977" sldId="2147310944"/>
            <ac:spMk id="30" creationId="{D0B7652F-17D5-B048-7506-1BCB65D980AC}"/>
          </ac:spMkLst>
        </pc:spChg>
        <pc:spChg chg="mod">
          <ac:chgData name="Moli Zhou" userId="45dd8ee2-8ff0-4e4c-a064-854f8dc473b0" providerId="ADAL" clId="{36A7FEB2-4EAE-5ED4-818F-257B007BF833}" dt="2026-03-06T15:34:54.951" v="8116" actId="1037"/>
          <ac:spMkLst>
            <pc:docMk/>
            <pc:sldMk cId="4197721977" sldId="2147310944"/>
            <ac:spMk id="33" creationId="{BF200E32-8090-A150-53DB-91344706BE86}"/>
          </ac:spMkLst>
        </pc:spChg>
        <pc:spChg chg="del mod">
          <ac:chgData name="Moli Zhou" userId="45dd8ee2-8ff0-4e4c-a064-854f8dc473b0" providerId="ADAL" clId="{36A7FEB2-4EAE-5ED4-818F-257B007BF833}" dt="2026-03-06T15:22:51.722" v="7864" actId="478"/>
          <ac:spMkLst>
            <pc:docMk/>
            <pc:sldMk cId="4197721977" sldId="2147310944"/>
            <ac:spMk id="36" creationId="{DCA2471C-EC96-BF03-BCFD-960FB3379E69}"/>
          </ac:spMkLst>
        </pc:spChg>
        <pc:spChg chg="mod">
          <ac:chgData name="Moli Zhou" userId="45dd8ee2-8ff0-4e4c-a064-854f8dc473b0" providerId="ADAL" clId="{36A7FEB2-4EAE-5ED4-818F-257B007BF833}" dt="2026-03-06T15:16:23.745" v="7830" actId="1038"/>
          <ac:spMkLst>
            <pc:docMk/>
            <pc:sldMk cId="4197721977" sldId="2147310944"/>
            <ac:spMk id="37" creationId="{C259642B-4BD3-091F-D456-2A02E9BDFC1D}"/>
          </ac:spMkLst>
        </pc:spChg>
        <pc:spChg chg="mod">
          <ac:chgData name="Moli Zhou" userId="45dd8ee2-8ff0-4e4c-a064-854f8dc473b0" providerId="ADAL" clId="{36A7FEB2-4EAE-5ED4-818F-257B007BF833}" dt="2026-03-06T14:58:10.024" v="7501"/>
          <ac:spMkLst>
            <pc:docMk/>
            <pc:sldMk cId="4197721977" sldId="2147310944"/>
            <ac:spMk id="38" creationId="{5C5282AC-3567-F931-CC0A-3206107A5737}"/>
          </ac:spMkLst>
        </pc:spChg>
        <pc:spChg chg="mod">
          <ac:chgData name="Moli Zhou" userId="45dd8ee2-8ff0-4e4c-a064-854f8dc473b0" providerId="ADAL" clId="{36A7FEB2-4EAE-5ED4-818F-257B007BF833}" dt="2026-03-06T15:16:23.745" v="7830" actId="1038"/>
          <ac:spMkLst>
            <pc:docMk/>
            <pc:sldMk cId="4197721977" sldId="2147310944"/>
            <ac:spMk id="38" creationId="{BACEA5BB-B9D3-11BF-CB2B-85EDFAB73B18}"/>
          </ac:spMkLst>
        </pc:spChg>
        <pc:spChg chg="del mod">
          <ac:chgData name="Moli Zhou" userId="45dd8ee2-8ff0-4e4c-a064-854f8dc473b0" providerId="ADAL" clId="{36A7FEB2-4EAE-5ED4-818F-257B007BF833}" dt="2026-03-06T15:19:35.004" v="7831" actId="478"/>
          <ac:spMkLst>
            <pc:docMk/>
            <pc:sldMk cId="4197721977" sldId="2147310944"/>
            <ac:spMk id="39" creationId="{BAFD77CE-5DF9-AF25-F3AF-9013A273BB29}"/>
          </ac:spMkLst>
        </pc:spChg>
        <pc:spChg chg="mod">
          <ac:chgData name="Moli Zhou" userId="45dd8ee2-8ff0-4e4c-a064-854f8dc473b0" providerId="ADAL" clId="{36A7FEB2-4EAE-5ED4-818F-257B007BF833}" dt="2026-03-06T14:58:10.024" v="7501"/>
          <ac:spMkLst>
            <pc:docMk/>
            <pc:sldMk cId="4197721977" sldId="2147310944"/>
            <ac:spMk id="39" creationId="{BD1D358E-B9C0-47C8-B7FF-95C128F56162}"/>
          </ac:spMkLst>
        </pc:spChg>
        <pc:spChg chg="mod">
          <ac:chgData name="Moli Zhou" userId="45dd8ee2-8ff0-4e4c-a064-854f8dc473b0" providerId="ADAL" clId="{36A7FEB2-4EAE-5ED4-818F-257B007BF833}" dt="2026-03-06T15:12:01.330" v="7644" actId="27636"/>
          <ac:spMkLst>
            <pc:docMk/>
            <pc:sldMk cId="4197721977" sldId="2147310944"/>
            <ac:spMk id="40" creationId="{10593D23-805C-8FA7-48C5-90760F9E348F}"/>
          </ac:spMkLst>
        </pc:spChg>
        <pc:spChg chg="mod">
          <ac:chgData name="Moli Zhou" userId="45dd8ee2-8ff0-4e4c-a064-854f8dc473b0" providerId="ADAL" clId="{36A7FEB2-4EAE-5ED4-818F-257B007BF833}" dt="2026-03-06T15:32:42.803" v="8029" actId="1076"/>
          <ac:spMkLst>
            <pc:docMk/>
            <pc:sldMk cId="4197721977" sldId="2147310944"/>
            <ac:spMk id="41" creationId="{15D910A2-00DC-26F1-8AC2-A652A44B1A61}"/>
          </ac:spMkLst>
        </pc:spChg>
        <pc:spChg chg="mod">
          <ac:chgData name="Moli Zhou" userId="45dd8ee2-8ff0-4e4c-a064-854f8dc473b0" providerId="ADAL" clId="{36A7FEB2-4EAE-5ED4-818F-257B007BF833}" dt="2026-03-06T14:58:10.024" v="7501"/>
          <ac:spMkLst>
            <pc:docMk/>
            <pc:sldMk cId="4197721977" sldId="2147310944"/>
            <ac:spMk id="42" creationId="{9D59C299-CC19-CA79-8C8F-4FCA5CBD7EB6}"/>
          </ac:spMkLst>
        </pc:spChg>
        <pc:spChg chg="mod">
          <ac:chgData name="Moli Zhou" userId="45dd8ee2-8ff0-4e4c-a064-854f8dc473b0" providerId="ADAL" clId="{36A7FEB2-4EAE-5ED4-818F-257B007BF833}" dt="2026-03-06T14:58:10.024" v="7501"/>
          <ac:spMkLst>
            <pc:docMk/>
            <pc:sldMk cId="4197721977" sldId="2147310944"/>
            <ac:spMk id="43" creationId="{CB669FCA-9564-258B-D43C-C2A21BECD02A}"/>
          </ac:spMkLst>
        </pc:spChg>
        <pc:spChg chg="mod">
          <ac:chgData name="Moli Zhou" userId="45dd8ee2-8ff0-4e4c-a064-854f8dc473b0" providerId="ADAL" clId="{36A7FEB2-4EAE-5ED4-818F-257B007BF833}" dt="2026-03-06T14:58:10.024" v="7501"/>
          <ac:spMkLst>
            <pc:docMk/>
            <pc:sldMk cId="4197721977" sldId="2147310944"/>
            <ac:spMk id="44" creationId="{83D99877-B854-9A71-BC99-9A9405A0ACC1}"/>
          </ac:spMkLst>
        </pc:spChg>
        <pc:spChg chg="mod">
          <ac:chgData name="Moli Zhou" userId="45dd8ee2-8ff0-4e4c-a064-854f8dc473b0" providerId="ADAL" clId="{36A7FEB2-4EAE-5ED4-818F-257B007BF833}" dt="2026-03-06T14:58:10.024" v="7501"/>
          <ac:spMkLst>
            <pc:docMk/>
            <pc:sldMk cId="4197721977" sldId="2147310944"/>
            <ac:spMk id="45" creationId="{35FFED3E-9C45-F41A-B7EF-F31D58A5F2EE}"/>
          </ac:spMkLst>
        </pc:spChg>
        <pc:spChg chg="mod">
          <ac:chgData name="Moli Zhou" userId="45dd8ee2-8ff0-4e4c-a064-854f8dc473b0" providerId="ADAL" clId="{36A7FEB2-4EAE-5ED4-818F-257B007BF833}" dt="2026-03-06T15:34:49.092" v="8113" actId="207"/>
          <ac:spMkLst>
            <pc:docMk/>
            <pc:sldMk cId="4197721977" sldId="2147310944"/>
            <ac:spMk id="48" creationId="{5DE4894A-BC35-7D80-8906-3104972D2764}"/>
          </ac:spMkLst>
        </pc:spChg>
        <pc:spChg chg="mod">
          <ac:chgData name="Moli Zhou" userId="45dd8ee2-8ff0-4e4c-a064-854f8dc473b0" providerId="ADAL" clId="{36A7FEB2-4EAE-5ED4-818F-257B007BF833}" dt="2026-03-06T14:58:10.024" v="7501"/>
          <ac:spMkLst>
            <pc:docMk/>
            <pc:sldMk cId="4197721977" sldId="2147310944"/>
            <ac:spMk id="48" creationId="{606D2D0B-DE1D-688B-EBD8-B48BC616B445}"/>
          </ac:spMkLst>
        </pc:spChg>
        <pc:spChg chg="mod">
          <ac:chgData name="Moli Zhou" userId="45dd8ee2-8ff0-4e4c-a064-854f8dc473b0" providerId="ADAL" clId="{36A7FEB2-4EAE-5ED4-818F-257B007BF833}" dt="2026-03-06T14:58:10.024" v="7501"/>
          <ac:spMkLst>
            <pc:docMk/>
            <pc:sldMk cId="4197721977" sldId="2147310944"/>
            <ac:spMk id="49" creationId="{33702B04-C402-CA84-3398-1EC1729E2DB4}"/>
          </ac:spMkLst>
        </pc:spChg>
        <pc:spChg chg="mod">
          <ac:chgData name="Moli Zhou" userId="45dd8ee2-8ff0-4e4c-a064-854f8dc473b0" providerId="ADAL" clId="{36A7FEB2-4EAE-5ED4-818F-257B007BF833}" dt="2026-03-06T14:58:10.024" v="7501"/>
          <ac:spMkLst>
            <pc:docMk/>
            <pc:sldMk cId="4197721977" sldId="2147310944"/>
            <ac:spMk id="50" creationId="{97B939A2-E69D-DF1D-8C77-97E54EE276CC}"/>
          </ac:spMkLst>
        </pc:spChg>
        <pc:spChg chg="mod">
          <ac:chgData name="Moli Zhou" userId="45dd8ee2-8ff0-4e4c-a064-854f8dc473b0" providerId="ADAL" clId="{36A7FEB2-4EAE-5ED4-818F-257B007BF833}" dt="2026-03-06T14:58:10.024" v="7501"/>
          <ac:spMkLst>
            <pc:docMk/>
            <pc:sldMk cId="4197721977" sldId="2147310944"/>
            <ac:spMk id="51" creationId="{9D66DFF4-606E-32AA-CF60-B7FDA3A6E14B}"/>
          </ac:spMkLst>
        </pc:spChg>
        <pc:spChg chg="del mod">
          <ac:chgData name="Moli Zhou" userId="45dd8ee2-8ff0-4e4c-a064-854f8dc473b0" providerId="ADAL" clId="{36A7FEB2-4EAE-5ED4-818F-257B007BF833}" dt="2026-03-06T15:29:24.067" v="7976" actId="478"/>
          <ac:spMkLst>
            <pc:docMk/>
            <pc:sldMk cId="4197721977" sldId="2147310944"/>
            <ac:spMk id="51" creationId="{C3EFF555-FD1F-3E24-217F-DB6ABE5BAE56}"/>
          </ac:spMkLst>
        </pc:spChg>
        <pc:spChg chg="mod">
          <ac:chgData name="Moli Zhou" userId="45dd8ee2-8ff0-4e4c-a064-854f8dc473b0" providerId="ADAL" clId="{36A7FEB2-4EAE-5ED4-818F-257B007BF833}" dt="2026-03-06T15:32:23.113" v="8018" actId="1036"/>
          <ac:spMkLst>
            <pc:docMk/>
            <pc:sldMk cId="4197721977" sldId="2147310944"/>
            <ac:spMk id="52" creationId="{6DC88FB1-97E6-CE53-77A4-76E88561783F}"/>
          </ac:spMkLst>
        </pc:spChg>
        <pc:spChg chg="mod">
          <ac:chgData name="Moli Zhou" userId="45dd8ee2-8ff0-4e4c-a064-854f8dc473b0" providerId="ADAL" clId="{36A7FEB2-4EAE-5ED4-818F-257B007BF833}" dt="2026-03-06T15:13:11.249" v="7675" actId="1076"/>
          <ac:spMkLst>
            <pc:docMk/>
            <pc:sldMk cId="4197721977" sldId="2147310944"/>
            <ac:spMk id="53" creationId="{00F6A5AE-44B6-A5EA-9E82-06ABA41F8FCC}"/>
          </ac:spMkLst>
        </pc:spChg>
        <pc:spChg chg="del mod">
          <ac:chgData name="Moli Zhou" userId="45dd8ee2-8ff0-4e4c-a064-854f8dc473b0" providerId="ADAL" clId="{36A7FEB2-4EAE-5ED4-818F-257B007BF833}" dt="2026-03-06T15:29:20.968" v="7975" actId="478"/>
          <ac:spMkLst>
            <pc:docMk/>
            <pc:sldMk cId="4197721977" sldId="2147310944"/>
            <ac:spMk id="54" creationId="{09F38E76-5D58-C3E8-57B9-D7B877EDAFA7}"/>
          </ac:spMkLst>
        </pc:spChg>
        <pc:spChg chg="mod">
          <ac:chgData name="Moli Zhou" userId="45dd8ee2-8ff0-4e4c-a064-854f8dc473b0" providerId="ADAL" clId="{36A7FEB2-4EAE-5ED4-818F-257B007BF833}" dt="2026-03-06T15:13:00.191" v="7674" actId="1076"/>
          <ac:spMkLst>
            <pc:docMk/>
            <pc:sldMk cId="4197721977" sldId="2147310944"/>
            <ac:spMk id="55" creationId="{82B22B9C-C156-E1BC-4B57-B9DED11E5CBF}"/>
          </ac:spMkLst>
        </pc:spChg>
        <pc:spChg chg="mod">
          <ac:chgData name="Moli Zhou" userId="45dd8ee2-8ff0-4e4c-a064-854f8dc473b0" providerId="ADAL" clId="{36A7FEB2-4EAE-5ED4-818F-257B007BF833}" dt="2026-03-06T15:31:49.630" v="7986" actId="14100"/>
          <ac:spMkLst>
            <pc:docMk/>
            <pc:sldMk cId="4197721977" sldId="2147310944"/>
            <ac:spMk id="56" creationId="{BF57E6AF-3B67-D66C-DC5D-23D144E643CE}"/>
          </ac:spMkLst>
        </pc:spChg>
        <pc:spChg chg="mod">
          <ac:chgData name="Moli Zhou" userId="45dd8ee2-8ff0-4e4c-a064-854f8dc473b0" providerId="ADAL" clId="{36A7FEB2-4EAE-5ED4-818F-257B007BF833}" dt="2026-03-06T15:32:38.833" v="8028" actId="1076"/>
          <ac:spMkLst>
            <pc:docMk/>
            <pc:sldMk cId="4197721977" sldId="2147310944"/>
            <ac:spMk id="61" creationId="{BD97C65A-C4F4-2007-B0D6-63DF08EC46D8}"/>
          </ac:spMkLst>
        </pc:spChg>
        <pc:spChg chg="add del mod">
          <ac:chgData name="Moli Zhou" userId="45dd8ee2-8ff0-4e4c-a064-854f8dc473b0" providerId="ADAL" clId="{36A7FEB2-4EAE-5ED4-818F-257B007BF833}" dt="2026-03-06T15:20:40.955" v="7856" actId="478"/>
          <ac:spMkLst>
            <pc:docMk/>
            <pc:sldMk cId="4197721977" sldId="2147310944"/>
            <ac:spMk id="64" creationId="{FC286044-D522-2367-34F0-647CAC04B8CF}"/>
          </ac:spMkLst>
        </pc:spChg>
        <pc:spChg chg="add mod">
          <ac:chgData name="Moli Zhou" userId="45dd8ee2-8ff0-4e4c-a064-854f8dc473b0" providerId="ADAL" clId="{36A7FEB2-4EAE-5ED4-818F-257B007BF833}" dt="2026-03-06T15:33:06.725" v="8045" actId="20577"/>
          <ac:spMkLst>
            <pc:docMk/>
            <pc:sldMk cId="4197721977" sldId="2147310944"/>
            <ac:spMk id="65" creationId="{AF847A63-6489-005A-04C0-A235660D1D8E}"/>
          </ac:spMkLst>
        </pc:spChg>
        <pc:spChg chg="add mod">
          <ac:chgData name="Moli Zhou" userId="45dd8ee2-8ff0-4e4c-a064-854f8dc473b0" providerId="ADAL" clId="{36A7FEB2-4EAE-5ED4-818F-257B007BF833}" dt="2026-03-06T15:16:17.221" v="7812" actId="1035"/>
          <ac:spMkLst>
            <pc:docMk/>
            <pc:sldMk cId="4197721977" sldId="2147310944"/>
            <ac:spMk id="66" creationId="{FB6F32F2-7F99-CFFD-2E15-EB9804D7BA49}"/>
          </ac:spMkLst>
        </pc:spChg>
        <pc:grpChg chg="del mod">
          <ac:chgData name="Moli Zhou" userId="45dd8ee2-8ff0-4e4c-a064-854f8dc473b0" providerId="ADAL" clId="{36A7FEB2-4EAE-5ED4-818F-257B007BF833}" dt="2026-03-06T15:11:25.350" v="7626" actId="478"/>
          <ac:grpSpMkLst>
            <pc:docMk/>
            <pc:sldMk cId="4197721977" sldId="2147310944"/>
            <ac:grpSpMk id="4" creationId="{A9CD7FD5-4740-CAA1-3D59-B17BDF1593CF}"/>
          </ac:grpSpMkLst>
        </pc:grpChg>
        <pc:grpChg chg="add del mod">
          <ac:chgData name="Moli Zhou" userId="45dd8ee2-8ff0-4e4c-a064-854f8dc473b0" providerId="ADAL" clId="{36A7FEB2-4EAE-5ED4-818F-257B007BF833}" dt="2026-03-06T14:57:54.491" v="7500" actId="478"/>
          <ac:grpSpMkLst>
            <pc:docMk/>
            <pc:sldMk cId="4197721977" sldId="2147310944"/>
            <ac:grpSpMk id="4" creationId="{E92667C0-4725-0D69-AAA6-038E3076E197}"/>
          </ac:grpSpMkLst>
        </pc:grpChg>
        <pc:grpChg chg="mod">
          <ac:chgData name="Moli Zhou" userId="45dd8ee2-8ff0-4e4c-a064-854f8dc473b0" providerId="ADAL" clId="{36A7FEB2-4EAE-5ED4-818F-257B007BF833}" dt="2026-03-06T14:57:34.040" v="7494"/>
          <ac:grpSpMkLst>
            <pc:docMk/>
            <pc:sldMk cId="4197721977" sldId="2147310944"/>
            <ac:grpSpMk id="11" creationId="{AE446466-5C10-8671-4D2A-1F4B7B1E7F05}"/>
          </ac:grpSpMkLst>
        </pc:grpChg>
        <pc:grpChg chg="mod">
          <ac:chgData name="Moli Zhou" userId="45dd8ee2-8ff0-4e4c-a064-854f8dc473b0" providerId="ADAL" clId="{36A7FEB2-4EAE-5ED4-818F-257B007BF833}" dt="2026-03-06T15:34:30.751" v="8110" actId="1076"/>
          <ac:grpSpMkLst>
            <pc:docMk/>
            <pc:sldMk cId="4197721977" sldId="2147310944"/>
            <ac:grpSpMk id="16" creationId="{E0041A96-6D28-7FE7-DF66-491A01722F28}"/>
          </ac:grpSpMkLst>
        </pc:grpChg>
        <pc:grpChg chg="mod">
          <ac:chgData name="Moli Zhou" userId="45dd8ee2-8ff0-4e4c-a064-854f8dc473b0" providerId="ADAL" clId="{36A7FEB2-4EAE-5ED4-818F-257B007BF833}" dt="2026-03-06T14:57:34.040" v="7494"/>
          <ac:grpSpMkLst>
            <pc:docMk/>
            <pc:sldMk cId="4197721977" sldId="2147310944"/>
            <ac:grpSpMk id="19" creationId="{9375D431-8864-A683-5FE5-08F59A9E65DF}"/>
          </ac:grpSpMkLst>
        </pc:grpChg>
        <pc:grpChg chg="add mod">
          <ac:chgData name="Moli Zhou" userId="45dd8ee2-8ff0-4e4c-a064-854f8dc473b0" providerId="ADAL" clId="{36A7FEB2-4EAE-5ED4-818F-257B007BF833}" dt="2026-03-06T15:13:46.884" v="7682" actId="164"/>
          <ac:grpSpMkLst>
            <pc:docMk/>
            <pc:sldMk cId="4197721977" sldId="2147310944"/>
            <ac:grpSpMk id="31" creationId="{945CC148-C701-849C-1556-0FE8538A905C}"/>
          </ac:grpSpMkLst>
        </pc:grpChg>
        <pc:grpChg chg="mod">
          <ac:chgData name="Moli Zhou" userId="45dd8ee2-8ff0-4e4c-a064-854f8dc473b0" providerId="ADAL" clId="{36A7FEB2-4EAE-5ED4-818F-257B007BF833}" dt="2026-03-06T15:11:35.467" v="7627"/>
          <ac:grpSpMkLst>
            <pc:docMk/>
            <pc:sldMk cId="4197721977" sldId="2147310944"/>
            <ac:grpSpMk id="32" creationId="{5E87099A-DC7A-CD37-1472-9BDF52AA9A66}"/>
          </ac:grpSpMkLst>
        </pc:grpChg>
        <pc:grpChg chg="del">
          <ac:chgData name="Moli Zhou" userId="45dd8ee2-8ff0-4e4c-a064-854f8dc473b0" providerId="ADAL" clId="{36A7FEB2-4EAE-5ED4-818F-257B007BF833}" dt="2026-03-06T14:58:12.331" v="7502" actId="478"/>
          <ac:grpSpMkLst>
            <pc:docMk/>
            <pc:sldMk cId="4197721977" sldId="2147310944"/>
            <ac:grpSpMk id="32" creationId="{992DA095-D9C8-9784-4560-3C9F01284317}"/>
          </ac:grpSpMkLst>
        </pc:grpChg>
        <pc:grpChg chg="mod">
          <ac:chgData name="Moli Zhou" userId="45dd8ee2-8ff0-4e4c-a064-854f8dc473b0" providerId="ADAL" clId="{36A7FEB2-4EAE-5ED4-818F-257B007BF833}" dt="2026-03-06T15:11:35.467" v="7627"/>
          <ac:grpSpMkLst>
            <pc:docMk/>
            <pc:sldMk cId="4197721977" sldId="2147310944"/>
            <ac:grpSpMk id="35" creationId="{86A28858-A361-D6FC-0B99-A1361E5336C9}"/>
          </ac:grpSpMkLst>
        </pc:grpChg>
        <pc:grpChg chg="add mod">
          <ac:chgData name="Moli Zhou" userId="45dd8ee2-8ff0-4e4c-a064-854f8dc473b0" providerId="ADAL" clId="{36A7FEB2-4EAE-5ED4-818F-257B007BF833}" dt="2026-03-06T15:32:09.582" v="8012" actId="1038"/>
          <ac:grpSpMkLst>
            <pc:docMk/>
            <pc:sldMk cId="4197721977" sldId="2147310944"/>
            <ac:grpSpMk id="46" creationId="{7D1982D9-7EB3-6762-58A9-8FA197914BA0}"/>
          </ac:grpSpMkLst>
        </pc:grpChg>
        <pc:grpChg chg="mod">
          <ac:chgData name="Moli Zhou" userId="45dd8ee2-8ff0-4e4c-a064-854f8dc473b0" providerId="ADAL" clId="{36A7FEB2-4EAE-5ED4-818F-257B007BF833}" dt="2026-03-06T15:12:01.304" v="7637"/>
          <ac:grpSpMkLst>
            <pc:docMk/>
            <pc:sldMk cId="4197721977" sldId="2147310944"/>
            <ac:grpSpMk id="47" creationId="{6F97BE39-0748-C51E-14BE-9945C3534FAE}"/>
          </ac:grpSpMkLst>
        </pc:grpChg>
        <pc:grpChg chg="mod">
          <ac:chgData name="Moli Zhou" userId="45dd8ee2-8ff0-4e4c-a064-854f8dc473b0" providerId="ADAL" clId="{36A7FEB2-4EAE-5ED4-818F-257B007BF833}" dt="2026-03-06T15:12:01.304" v="7637"/>
          <ac:grpSpMkLst>
            <pc:docMk/>
            <pc:sldMk cId="4197721977" sldId="2147310944"/>
            <ac:grpSpMk id="50" creationId="{9F50805E-B324-860B-C77A-44D461EDD6D4}"/>
          </ac:grpSpMkLst>
        </pc:grpChg>
        <pc:grpChg chg="add mod">
          <ac:chgData name="Moli Zhou" userId="45dd8ee2-8ff0-4e4c-a064-854f8dc473b0" providerId="ADAL" clId="{36A7FEB2-4EAE-5ED4-818F-257B007BF833}" dt="2026-03-06T15:32:52.050" v="8030" actId="1076"/>
          <ac:grpSpMkLst>
            <pc:docMk/>
            <pc:sldMk cId="4197721977" sldId="2147310944"/>
            <ac:grpSpMk id="67" creationId="{4DF3A835-ED4E-8C28-ABB2-A8CCBCD87486}"/>
          </ac:grpSpMkLst>
        </pc:grpChg>
        <pc:picChg chg="add mod">
          <ac:chgData name="Moli Zhou" userId="45dd8ee2-8ff0-4e4c-a064-854f8dc473b0" providerId="ADAL" clId="{36A7FEB2-4EAE-5ED4-818F-257B007BF833}" dt="2026-03-06T15:33:23.554" v="8064" actId="1035"/>
          <ac:picMkLst>
            <pc:docMk/>
            <pc:sldMk cId="4197721977" sldId="2147310944"/>
            <ac:picMk id="4" creationId="{08350F64-49B2-1745-3063-3D8ACE152E4C}"/>
          </ac:picMkLst>
        </pc:picChg>
        <pc:picChg chg="add del mod">
          <ac:chgData name="Moli Zhou" userId="45dd8ee2-8ff0-4e4c-a064-854f8dc473b0" providerId="ADAL" clId="{36A7FEB2-4EAE-5ED4-818F-257B007BF833}" dt="2026-03-06T15:24:06.288" v="7915" actId="931"/>
          <ac:picMkLst>
            <pc:docMk/>
            <pc:sldMk cId="4197721977" sldId="2147310944"/>
            <ac:picMk id="11" creationId="{3598B3AF-A00A-07DD-BD39-7758EA09CBCE}"/>
          </ac:picMkLst>
        </pc:picChg>
        <pc:picChg chg="add mod">
          <ac:chgData name="Moli Zhou" userId="45dd8ee2-8ff0-4e4c-a064-854f8dc473b0" providerId="ADAL" clId="{36A7FEB2-4EAE-5ED4-818F-257B007BF833}" dt="2026-03-06T15:33:25.748" v="8066" actId="1036"/>
          <ac:picMkLst>
            <pc:docMk/>
            <pc:sldMk cId="4197721977" sldId="2147310944"/>
            <ac:picMk id="11" creationId="{72853C44-1591-64AC-B8F9-38637110A125}"/>
          </ac:picMkLst>
        </pc:picChg>
        <pc:picChg chg="add mod">
          <ac:chgData name="Moli Zhou" userId="45dd8ee2-8ff0-4e4c-a064-854f8dc473b0" providerId="ADAL" clId="{36A7FEB2-4EAE-5ED4-818F-257B007BF833}" dt="2026-03-06T15:33:12.009" v="8048" actId="1035"/>
          <ac:picMkLst>
            <pc:docMk/>
            <pc:sldMk cId="4197721977" sldId="2147310944"/>
            <ac:picMk id="12" creationId="{0E25BF0F-A071-7E4C-E6D8-DE33E169B58A}"/>
          </ac:picMkLst>
        </pc:picChg>
        <pc:picChg chg="add del mod">
          <ac:chgData name="Moli Zhou" userId="45dd8ee2-8ff0-4e4c-a064-854f8dc473b0" providerId="ADAL" clId="{36A7FEB2-4EAE-5ED4-818F-257B007BF833}" dt="2026-03-06T15:23:25.878" v="7875" actId="931"/>
          <ac:picMkLst>
            <pc:docMk/>
            <pc:sldMk cId="4197721977" sldId="2147310944"/>
            <ac:picMk id="12" creationId="{16DF3DD8-C409-EB1B-BFBF-A7E7359490B3}"/>
          </ac:picMkLst>
        </pc:picChg>
        <pc:picChg chg="add del mod">
          <ac:chgData name="Moli Zhou" userId="45dd8ee2-8ff0-4e4c-a064-854f8dc473b0" providerId="ADAL" clId="{36A7FEB2-4EAE-5ED4-818F-257B007BF833}" dt="2026-03-06T15:23:14.899" v="7872" actId="931"/>
          <ac:picMkLst>
            <pc:docMk/>
            <pc:sldMk cId="4197721977" sldId="2147310944"/>
            <ac:picMk id="15" creationId="{54E17B71-81EF-80E3-E520-D4913FA58597}"/>
          </ac:picMkLst>
        </pc:picChg>
        <pc:picChg chg="del mod">
          <ac:chgData name="Moli Zhou" userId="45dd8ee2-8ff0-4e4c-a064-854f8dc473b0" providerId="ADAL" clId="{36A7FEB2-4EAE-5ED4-818F-257B007BF833}" dt="2026-03-06T13:51:06.898" v="7266" actId="21"/>
          <ac:picMkLst>
            <pc:docMk/>
            <pc:sldMk cId="4197721977" sldId="2147310944"/>
            <ac:picMk id="17" creationId="{60EDD4AB-29AF-F83E-5B67-381278E3A870}"/>
          </ac:picMkLst>
        </pc:picChg>
        <pc:picChg chg="mod">
          <ac:chgData name="Moli Zhou" userId="45dd8ee2-8ff0-4e4c-a064-854f8dc473b0" providerId="ADAL" clId="{36A7FEB2-4EAE-5ED4-818F-257B007BF833}" dt="2026-03-06T15:14:39.649" v="7731" actId="1038"/>
          <ac:picMkLst>
            <pc:docMk/>
            <pc:sldMk cId="4197721977" sldId="2147310944"/>
            <ac:picMk id="22" creationId="{B8550A04-E0B7-8218-DCBE-95FD30DA5BF4}"/>
          </ac:picMkLst>
        </pc:picChg>
        <pc:picChg chg="add mod">
          <ac:chgData name="Moli Zhou" userId="45dd8ee2-8ff0-4e4c-a064-854f8dc473b0" providerId="ADAL" clId="{36A7FEB2-4EAE-5ED4-818F-257B007BF833}" dt="2026-03-06T15:33:17.655" v="8053" actId="1036"/>
          <ac:picMkLst>
            <pc:docMk/>
            <pc:sldMk cId="4197721977" sldId="2147310944"/>
            <ac:picMk id="69" creationId="{FE47E0AA-E1C6-39F9-92C6-6FE29E593A78}"/>
          </ac:picMkLst>
        </pc:picChg>
        <pc:picChg chg="add mod">
          <ac:chgData name="Moli Zhou" userId="45dd8ee2-8ff0-4e4c-a064-854f8dc473b0" providerId="ADAL" clId="{36A7FEB2-4EAE-5ED4-818F-257B007BF833}" dt="2026-03-06T15:33:19.725" v="8056" actId="1035"/>
          <ac:picMkLst>
            <pc:docMk/>
            <pc:sldMk cId="4197721977" sldId="2147310944"/>
            <ac:picMk id="71" creationId="{80DC062A-4268-03D4-F5F9-16222808B893}"/>
          </ac:picMkLst>
        </pc:picChg>
        <pc:cxnChg chg="del mod">
          <ac:chgData name="Moli Zhou" userId="45dd8ee2-8ff0-4e4c-a064-854f8dc473b0" providerId="ADAL" clId="{36A7FEB2-4EAE-5ED4-818F-257B007BF833}" dt="2026-03-06T14:57:52.061" v="7499" actId="478"/>
          <ac:cxnSpMkLst>
            <pc:docMk/>
            <pc:sldMk cId="4197721977" sldId="2147310944"/>
            <ac:cxnSpMk id="30" creationId="{40CAF1A8-7B88-182B-C276-80123EA70388}"/>
          </ac:cxnSpMkLst>
        </pc:cxnChg>
        <pc:cxnChg chg="mod">
          <ac:chgData name="Moli Zhou" userId="45dd8ee2-8ff0-4e4c-a064-854f8dc473b0" providerId="ADAL" clId="{36A7FEB2-4EAE-5ED4-818F-257B007BF833}" dt="2026-03-06T15:12:38.419" v="7670" actId="1076"/>
          <ac:cxnSpMkLst>
            <pc:docMk/>
            <pc:sldMk cId="4197721977" sldId="2147310944"/>
            <ac:cxnSpMk id="57" creationId="{306AED6B-29DC-88DF-E927-C52D68897CD7}"/>
          </ac:cxnSpMkLst>
        </pc:cxnChg>
        <pc:cxnChg chg="mod">
          <ac:chgData name="Moli Zhou" userId="45dd8ee2-8ff0-4e4c-a064-854f8dc473b0" providerId="ADAL" clId="{36A7FEB2-4EAE-5ED4-818F-257B007BF833}" dt="2026-03-06T15:12:52.340" v="7673" actId="14100"/>
          <ac:cxnSpMkLst>
            <pc:docMk/>
            <pc:sldMk cId="4197721977" sldId="2147310944"/>
            <ac:cxnSpMk id="59" creationId="{BE985A89-2E71-A207-359E-2F3947FE5859}"/>
          </ac:cxnSpMkLst>
        </pc:cxnChg>
        <pc:cxnChg chg="mod">
          <ac:chgData name="Moli Zhou" userId="45dd8ee2-8ff0-4e4c-a064-854f8dc473b0" providerId="ADAL" clId="{36A7FEB2-4EAE-5ED4-818F-257B007BF833}" dt="2026-03-06T15:12:41.686" v="7671" actId="1076"/>
          <ac:cxnSpMkLst>
            <pc:docMk/>
            <pc:sldMk cId="4197721977" sldId="2147310944"/>
            <ac:cxnSpMk id="60" creationId="{C3615416-0534-212B-C6A7-14989518345F}"/>
          </ac:cxnSpMkLst>
        </pc:cxnChg>
        <pc:cxnChg chg="add mod">
          <ac:chgData name="Moli Zhou" userId="45dd8ee2-8ff0-4e4c-a064-854f8dc473b0" providerId="ADAL" clId="{36A7FEB2-4EAE-5ED4-818F-257B007BF833}" dt="2026-03-06T15:33:02.837" v="8043" actId="1035"/>
          <ac:cxnSpMkLst>
            <pc:docMk/>
            <pc:sldMk cId="4197721977" sldId="2147310944"/>
            <ac:cxnSpMk id="63" creationId="{13483291-CE4A-7108-8B05-198765E061FC}"/>
          </ac:cxnSpMkLst>
        </pc:cxnChg>
      </pc:sldChg>
      <pc:sldChg chg="addSp delSp modSp mod">
        <pc:chgData name="Moli Zhou" userId="45dd8ee2-8ff0-4e4c-a064-854f8dc473b0" providerId="ADAL" clId="{36A7FEB2-4EAE-5ED4-818F-257B007BF833}" dt="2026-03-05T20:05:00.008" v="7183" actId="1037"/>
        <pc:sldMkLst>
          <pc:docMk/>
          <pc:sldMk cId="1564291331" sldId="2147310946"/>
        </pc:sldMkLst>
        <pc:spChg chg="mod">
          <ac:chgData name="Moli Zhou" userId="45dd8ee2-8ff0-4e4c-a064-854f8dc473b0" providerId="ADAL" clId="{36A7FEB2-4EAE-5ED4-818F-257B007BF833}" dt="2026-03-05T19:59:49.875" v="7085" actId="1076"/>
          <ac:spMkLst>
            <pc:docMk/>
            <pc:sldMk cId="1564291331" sldId="2147310946"/>
            <ac:spMk id="3" creationId="{A6273171-F721-160B-2069-15B772AA3588}"/>
          </ac:spMkLst>
        </pc:spChg>
        <pc:spChg chg="del mod">
          <ac:chgData name="Moli Zhou" userId="45dd8ee2-8ff0-4e4c-a064-854f8dc473b0" providerId="ADAL" clId="{36A7FEB2-4EAE-5ED4-818F-257B007BF833}" dt="2026-03-05T19:58:57.525" v="7005" actId="478"/>
          <ac:spMkLst>
            <pc:docMk/>
            <pc:sldMk cId="1564291331" sldId="2147310946"/>
            <ac:spMk id="5" creationId="{6401508E-3A2C-1FCA-C4EF-93978579E79C}"/>
          </ac:spMkLst>
        </pc:spChg>
        <pc:spChg chg="mod">
          <ac:chgData name="Moli Zhou" userId="45dd8ee2-8ff0-4e4c-a064-854f8dc473b0" providerId="ADAL" clId="{36A7FEB2-4EAE-5ED4-818F-257B007BF833}" dt="2026-03-05T20:00:31.344" v="7099" actId="403"/>
          <ac:spMkLst>
            <pc:docMk/>
            <pc:sldMk cId="1564291331" sldId="2147310946"/>
            <ac:spMk id="6" creationId="{2F1FD3EB-1AD0-B5DB-8B3D-CF7712446A8F}"/>
          </ac:spMkLst>
        </pc:spChg>
        <pc:spChg chg="mod">
          <ac:chgData name="Moli Zhou" userId="45dd8ee2-8ff0-4e4c-a064-854f8dc473b0" providerId="ADAL" clId="{36A7FEB2-4EAE-5ED4-818F-257B007BF833}" dt="2026-03-05T19:57:53.753" v="6996"/>
          <ac:spMkLst>
            <pc:docMk/>
            <pc:sldMk cId="1564291331" sldId="2147310946"/>
            <ac:spMk id="7" creationId="{97C965A6-9524-FA4B-67E4-8F6E6E2FC47B}"/>
          </ac:spMkLst>
        </pc:spChg>
        <pc:spChg chg="mod">
          <ac:chgData name="Moli Zhou" userId="45dd8ee2-8ff0-4e4c-a064-854f8dc473b0" providerId="ADAL" clId="{36A7FEB2-4EAE-5ED4-818F-257B007BF833}" dt="2026-03-05T20:04:43.237" v="7168" actId="14100"/>
          <ac:spMkLst>
            <pc:docMk/>
            <pc:sldMk cId="1564291331" sldId="2147310946"/>
            <ac:spMk id="8" creationId="{5635D907-6FB8-7195-E630-84551060F3AD}"/>
          </ac:spMkLst>
        </pc:spChg>
        <pc:spChg chg="mod">
          <ac:chgData name="Moli Zhou" userId="45dd8ee2-8ff0-4e4c-a064-854f8dc473b0" providerId="ADAL" clId="{36A7FEB2-4EAE-5ED4-818F-257B007BF833}" dt="2026-03-05T19:56:53.846" v="6995" actId="20577"/>
          <ac:spMkLst>
            <pc:docMk/>
            <pc:sldMk cId="1564291331" sldId="2147310946"/>
            <ac:spMk id="10" creationId="{8CD3766B-41C8-D053-32D6-7D710099EADA}"/>
          </ac:spMkLst>
        </pc:spChg>
        <pc:spChg chg="mod">
          <ac:chgData name="Moli Zhou" userId="45dd8ee2-8ff0-4e4c-a064-854f8dc473b0" providerId="ADAL" clId="{36A7FEB2-4EAE-5ED4-818F-257B007BF833}" dt="2026-03-05T20:02:32.113" v="7143" actId="1076"/>
          <ac:spMkLst>
            <pc:docMk/>
            <pc:sldMk cId="1564291331" sldId="2147310946"/>
            <ac:spMk id="26" creationId="{0962A287-0E5C-1C6E-67A3-44DD6A675F45}"/>
          </ac:spMkLst>
        </pc:spChg>
        <pc:grpChg chg="add mod">
          <ac:chgData name="Moli Zhou" userId="45dd8ee2-8ff0-4e4c-a064-854f8dc473b0" providerId="ADAL" clId="{36A7FEB2-4EAE-5ED4-818F-257B007BF833}" dt="2026-03-05T20:04:57.337" v="7175" actId="1037"/>
          <ac:grpSpMkLst>
            <pc:docMk/>
            <pc:sldMk cId="1564291331" sldId="2147310946"/>
            <ac:grpSpMk id="2" creationId="{584B6293-4028-B28C-AB5E-08B26AAAE7D4}"/>
          </ac:grpSpMkLst>
        </pc:grpChg>
        <pc:grpChg chg="mod">
          <ac:chgData name="Moli Zhou" userId="45dd8ee2-8ff0-4e4c-a064-854f8dc473b0" providerId="ADAL" clId="{36A7FEB2-4EAE-5ED4-818F-257B007BF833}" dt="2026-03-05T19:57:53.753" v="6996"/>
          <ac:grpSpMkLst>
            <pc:docMk/>
            <pc:sldMk cId="1564291331" sldId="2147310946"/>
            <ac:grpSpMk id="4" creationId="{93267DD5-92B6-545E-189E-CB83C964B90B}"/>
          </ac:grpSpMkLst>
        </pc:grpChg>
        <pc:graphicFrameChg chg="mod modGraphic">
          <ac:chgData name="Moli Zhou" userId="45dd8ee2-8ff0-4e4c-a064-854f8dc473b0" providerId="ADAL" clId="{36A7FEB2-4EAE-5ED4-818F-257B007BF833}" dt="2026-03-05T20:04:52.160" v="7170" actId="14100"/>
          <ac:graphicFrameMkLst>
            <pc:docMk/>
            <pc:sldMk cId="1564291331" sldId="2147310946"/>
            <ac:graphicFrameMk id="24" creationId="{31DF6EB0-9581-5E4E-EB25-65541CEA39BA}"/>
          </ac:graphicFrameMkLst>
        </pc:graphicFrameChg>
        <pc:picChg chg="add mod">
          <ac:chgData name="Moli Zhou" userId="45dd8ee2-8ff0-4e4c-a064-854f8dc473b0" providerId="ADAL" clId="{36A7FEB2-4EAE-5ED4-818F-257B007BF833}" dt="2026-03-05T20:05:00.008" v="7183" actId="1037"/>
          <ac:picMkLst>
            <pc:docMk/>
            <pc:sldMk cId="1564291331" sldId="2147310946"/>
            <ac:picMk id="11" creationId="{09968D57-8923-2DF8-C47A-1EE00FB9D702}"/>
          </ac:picMkLst>
        </pc:picChg>
        <pc:picChg chg="mod">
          <ac:chgData name="Moli Zhou" userId="45dd8ee2-8ff0-4e4c-a064-854f8dc473b0" providerId="ADAL" clId="{36A7FEB2-4EAE-5ED4-818F-257B007BF833}" dt="2026-03-05T20:02:20.373" v="7140" actId="1076"/>
          <ac:picMkLst>
            <pc:docMk/>
            <pc:sldMk cId="1564291331" sldId="2147310946"/>
            <ac:picMk id="28" creationId="{74C56621-AE97-A1F8-EC90-D1FE66AFEEE0}"/>
          </ac:picMkLst>
        </pc:picChg>
        <pc:picChg chg="del">
          <ac:chgData name="Moli Zhou" userId="45dd8ee2-8ff0-4e4c-a064-854f8dc473b0" providerId="ADAL" clId="{36A7FEB2-4EAE-5ED4-818F-257B007BF833}" dt="2026-03-05T20:01:52.145" v="7132" actId="478"/>
          <ac:picMkLst>
            <pc:docMk/>
            <pc:sldMk cId="1564291331" sldId="2147310946"/>
            <ac:picMk id="29" creationId="{C44E75E1-E405-6839-20DE-C273948705FA}"/>
          </ac:picMkLst>
        </pc:picChg>
      </pc:sldChg>
      <pc:sldChg chg="addSp delSp modSp mod modAnim">
        <pc:chgData name="Moli Zhou" userId="45dd8ee2-8ff0-4e4c-a064-854f8dc473b0" providerId="ADAL" clId="{36A7FEB2-4EAE-5ED4-818F-257B007BF833}" dt="2026-03-06T15:52:06.447" v="8348" actId="1076"/>
        <pc:sldMkLst>
          <pc:docMk/>
          <pc:sldMk cId="3191699298" sldId="2147310948"/>
        </pc:sldMkLst>
        <pc:spChg chg="mod">
          <ac:chgData name="Moli Zhou" userId="45dd8ee2-8ff0-4e4c-a064-854f8dc473b0" providerId="ADAL" clId="{36A7FEB2-4EAE-5ED4-818F-257B007BF833}" dt="2026-03-06T15:02:41.274" v="7567" actId="1076"/>
          <ac:spMkLst>
            <pc:docMk/>
            <pc:sldMk cId="3191699298" sldId="2147310948"/>
            <ac:spMk id="6" creationId="{1384E416-1FEE-3CCD-D075-B8C750436FD5}"/>
          </ac:spMkLst>
        </pc:spChg>
        <pc:spChg chg="add del mod">
          <ac:chgData name="Moli Zhou" userId="45dd8ee2-8ff0-4e4c-a064-854f8dc473b0" providerId="ADAL" clId="{36A7FEB2-4EAE-5ED4-818F-257B007BF833}" dt="2026-03-06T15:04:24.185" v="7609" actId="478"/>
          <ac:spMkLst>
            <pc:docMk/>
            <pc:sldMk cId="3191699298" sldId="2147310948"/>
            <ac:spMk id="7" creationId="{CD68E882-5FDB-A7DB-B65C-8FC696607F3C}"/>
          </ac:spMkLst>
        </pc:spChg>
        <pc:spChg chg="mod">
          <ac:chgData name="Moli Zhou" userId="45dd8ee2-8ff0-4e4c-a064-854f8dc473b0" providerId="ADAL" clId="{36A7FEB2-4EAE-5ED4-818F-257B007BF833}" dt="2026-03-06T15:52:06.447" v="8348" actId="1076"/>
          <ac:spMkLst>
            <pc:docMk/>
            <pc:sldMk cId="3191699298" sldId="2147310948"/>
            <ac:spMk id="8" creationId="{551F946C-68AB-2545-93C7-740A07A04CBC}"/>
          </ac:spMkLst>
        </pc:spChg>
        <pc:spChg chg="mod">
          <ac:chgData name="Moli Zhou" userId="45dd8ee2-8ff0-4e4c-a064-854f8dc473b0" providerId="ADAL" clId="{36A7FEB2-4EAE-5ED4-818F-257B007BF833}" dt="2026-03-06T15:49:14.006" v="8346" actId="1037"/>
          <ac:spMkLst>
            <pc:docMk/>
            <pc:sldMk cId="3191699298" sldId="2147310948"/>
            <ac:spMk id="10" creationId="{0486299E-4788-5E0F-877E-98B027695204}"/>
          </ac:spMkLst>
        </pc:spChg>
        <pc:spChg chg="add mod">
          <ac:chgData name="Moli Zhou" userId="45dd8ee2-8ff0-4e4c-a064-854f8dc473b0" providerId="ADAL" clId="{36A7FEB2-4EAE-5ED4-818F-257B007BF833}" dt="2026-03-06T15:47:13.542" v="8308" actId="1076"/>
          <ac:spMkLst>
            <pc:docMk/>
            <pc:sldMk cId="3191699298" sldId="2147310948"/>
            <ac:spMk id="12" creationId="{9AABE878-0E45-A8F5-AECD-DF51BBAC00DE}"/>
          </ac:spMkLst>
        </pc:spChg>
        <pc:spChg chg="mod">
          <ac:chgData name="Moli Zhou" userId="45dd8ee2-8ff0-4e4c-a064-854f8dc473b0" providerId="ADAL" clId="{36A7FEB2-4EAE-5ED4-818F-257B007BF833}" dt="2026-03-06T15:47:55.861" v="8322" actId="1076"/>
          <ac:spMkLst>
            <pc:docMk/>
            <pc:sldMk cId="3191699298" sldId="2147310948"/>
            <ac:spMk id="13" creationId="{CBA586BF-5306-79E8-8DA8-990FBEA5ACA0}"/>
          </ac:spMkLst>
        </pc:spChg>
        <pc:spChg chg="mod">
          <ac:chgData name="Moli Zhou" userId="45dd8ee2-8ff0-4e4c-a064-854f8dc473b0" providerId="ADAL" clId="{36A7FEB2-4EAE-5ED4-818F-257B007BF833}" dt="2026-03-06T15:46:00.513" v="8265" actId="20577"/>
          <ac:spMkLst>
            <pc:docMk/>
            <pc:sldMk cId="3191699298" sldId="2147310948"/>
            <ac:spMk id="23" creationId="{635374AE-321C-DE1C-ECF6-149A63EF8169}"/>
          </ac:spMkLst>
        </pc:spChg>
        <pc:spChg chg="mod">
          <ac:chgData name="Moli Zhou" userId="45dd8ee2-8ff0-4e4c-a064-854f8dc473b0" providerId="ADAL" clId="{36A7FEB2-4EAE-5ED4-818F-257B007BF833}" dt="2026-03-06T15:45:53.145" v="8262" actId="207"/>
          <ac:spMkLst>
            <pc:docMk/>
            <pc:sldMk cId="3191699298" sldId="2147310948"/>
            <ac:spMk id="25" creationId="{76E28096-A2BE-ED16-05C3-A574BAFC5BE0}"/>
          </ac:spMkLst>
        </pc:spChg>
        <pc:spChg chg="mod">
          <ac:chgData name="Moli Zhou" userId="45dd8ee2-8ff0-4e4c-a064-854f8dc473b0" providerId="ADAL" clId="{36A7FEB2-4EAE-5ED4-818F-257B007BF833}" dt="2026-03-06T15:46:06.350" v="8266" actId="207"/>
          <ac:spMkLst>
            <pc:docMk/>
            <pc:sldMk cId="3191699298" sldId="2147310948"/>
            <ac:spMk id="26" creationId="{C3B5D516-E6A2-F18C-B63A-678C99CAD431}"/>
          </ac:spMkLst>
        </pc:spChg>
        <pc:spChg chg="add mod">
          <ac:chgData name="Moli Zhou" userId="45dd8ee2-8ff0-4e4c-a064-854f8dc473b0" providerId="ADAL" clId="{36A7FEB2-4EAE-5ED4-818F-257B007BF833}" dt="2026-03-06T15:47:18.760" v="8309" actId="1076"/>
          <ac:spMkLst>
            <pc:docMk/>
            <pc:sldMk cId="3191699298" sldId="2147310948"/>
            <ac:spMk id="27" creationId="{B1694B33-87A3-8A91-1BCD-F558BB60499A}"/>
          </ac:spMkLst>
        </pc:spChg>
        <pc:spChg chg="mod">
          <ac:chgData name="Moli Zhou" userId="45dd8ee2-8ff0-4e4c-a064-854f8dc473b0" providerId="ADAL" clId="{36A7FEB2-4EAE-5ED4-818F-257B007BF833}" dt="2026-03-06T15:43:28.680" v="8222" actId="1076"/>
          <ac:spMkLst>
            <pc:docMk/>
            <pc:sldMk cId="3191699298" sldId="2147310948"/>
            <ac:spMk id="28" creationId="{55103654-8B80-018D-EB43-7C9D54507B5E}"/>
          </ac:spMkLst>
        </pc:spChg>
        <pc:spChg chg="mod">
          <ac:chgData name="Moli Zhou" userId="45dd8ee2-8ff0-4e4c-a064-854f8dc473b0" providerId="ADAL" clId="{36A7FEB2-4EAE-5ED4-818F-257B007BF833}" dt="2026-03-06T14:51:03.473" v="7476" actId="2085"/>
          <ac:spMkLst>
            <pc:docMk/>
            <pc:sldMk cId="3191699298" sldId="2147310948"/>
            <ac:spMk id="32" creationId="{199098EF-8F45-4020-221A-314C9C8E535C}"/>
          </ac:spMkLst>
        </pc:spChg>
        <pc:spChg chg="mod">
          <ac:chgData name="Moli Zhou" userId="45dd8ee2-8ff0-4e4c-a064-854f8dc473b0" providerId="ADAL" clId="{36A7FEB2-4EAE-5ED4-818F-257B007BF833}" dt="2026-03-06T15:02:31.510" v="7565" actId="1035"/>
          <ac:spMkLst>
            <pc:docMk/>
            <pc:sldMk cId="3191699298" sldId="2147310948"/>
            <ac:spMk id="42" creationId="{B60F5442-46BD-741F-E1B0-9A05A37A61AA}"/>
          </ac:spMkLst>
        </pc:spChg>
        <pc:spChg chg="add mod">
          <ac:chgData name="Moli Zhou" userId="45dd8ee2-8ff0-4e4c-a064-854f8dc473b0" providerId="ADAL" clId="{36A7FEB2-4EAE-5ED4-818F-257B007BF833}" dt="2026-03-06T15:47:28.289" v="8310" actId="1076"/>
          <ac:spMkLst>
            <pc:docMk/>
            <pc:sldMk cId="3191699298" sldId="2147310948"/>
            <ac:spMk id="74" creationId="{6EE35126-2467-FAA3-0AED-3A97B480D871}"/>
          </ac:spMkLst>
        </pc:spChg>
        <pc:grpChg chg="mod">
          <ac:chgData name="Moli Zhou" userId="45dd8ee2-8ff0-4e4c-a064-854f8dc473b0" providerId="ADAL" clId="{36A7FEB2-4EAE-5ED4-818F-257B007BF833}" dt="2026-03-06T15:46:53.127" v="8304" actId="1035"/>
          <ac:grpSpMkLst>
            <pc:docMk/>
            <pc:sldMk cId="3191699298" sldId="2147310948"/>
            <ac:grpSpMk id="7" creationId="{318F66B3-5915-17D8-82E2-00286F7CF34F}"/>
          </ac:grpSpMkLst>
        </pc:grpChg>
        <pc:grpChg chg="add mod">
          <ac:chgData name="Moli Zhou" userId="45dd8ee2-8ff0-4e4c-a064-854f8dc473b0" providerId="ADAL" clId="{36A7FEB2-4EAE-5ED4-818F-257B007BF833}" dt="2026-03-06T15:51:59.293" v="8347" actId="1076"/>
          <ac:grpSpMkLst>
            <pc:docMk/>
            <pc:sldMk cId="3191699298" sldId="2147310948"/>
            <ac:grpSpMk id="14" creationId="{B66A1F6D-D44F-8365-C879-69D642EEB4BC}"/>
          </ac:grpSpMkLst>
        </pc:grpChg>
        <pc:grpChg chg="mod">
          <ac:chgData name="Moli Zhou" userId="45dd8ee2-8ff0-4e4c-a064-854f8dc473b0" providerId="ADAL" clId="{36A7FEB2-4EAE-5ED4-818F-257B007BF833}" dt="2026-03-06T15:02:27.142" v="7551" actId="1036"/>
          <ac:grpSpMkLst>
            <pc:docMk/>
            <pc:sldMk cId="3191699298" sldId="2147310948"/>
            <ac:grpSpMk id="20" creationId="{20041EF8-8B4B-C847-DD27-5F9F87528740}"/>
          </ac:grpSpMkLst>
        </pc:grpChg>
        <pc:grpChg chg="del">
          <ac:chgData name="Moli Zhou" userId="45dd8ee2-8ff0-4e4c-a064-854f8dc473b0" providerId="ADAL" clId="{36A7FEB2-4EAE-5ED4-818F-257B007BF833}" dt="2026-03-06T15:01:43.032" v="7504" actId="478"/>
          <ac:grpSpMkLst>
            <pc:docMk/>
            <pc:sldMk cId="3191699298" sldId="2147310948"/>
            <ac:grpSpMk id="39" creationId="{BD572BE9-A104-6731-14A1-074B0973F4D6}"/>
          </ac:grpSpMkLst>
        </pc:grpChg>
        <pc:graphicFrameChg chg="del">
          <ac:chgData name="Moli Zhou" userId="45dd8ee2-8ff0-4e4c-a064-854f8dc473b0" providerId="ADAL" clId="{36A7FEB2-4EAE-5ED4-818F-257B007BF833}" dt="2026-03-06T15:46:36.494" v="8267" actId="478"/>
          <ac:graphicFrameMkLst>
            <pc:docMk/>
            <pc:sldMk cId="3191699298" sldId="2147310948"/>
            <ac:graphicFrameMk id="24" creationId="{64C09CBE-4AEE-432C-9207-9B40AFD1AC33}"/>
          </ac:graphicFrameMkLst>
        </pc:graphicFrameChg>
      </pc:sldChg>
      <pc:sldMasterChg chg="modSldLayout">
        <pc:chgData name="Moli Zhou" userId="45dd8ee2-8ff0-4e4c-a064-854f8dc473b0" providerId="ADAL" clId="{36A7FEB2-4EAE-5ED4-818F-257B007BF833}" dt="2026-03-04T17:10:15.221" v="6974"/>
        <pc:sldMasterMkLst>
          <pc:docMk/>
          <pc:sldMasterMk cId="114392115" sldId="2147483661"/>
        </pc:sldMasterMkLst>
        <pc:sldLayoutChg chg="addSp delSp modSp mod">
          <pc:chgData name="Moli Zhou" userId="45dd8ee2-8ff0-4e4c-a064-854f8dc473b0" providerId="ADAL" clId="{36A7FEB2-4EAE-5ED4-818F-257B007BF833}" dt="2026-03-04T17:10:09.575" v="6967"/>
          <pc:sldLayoutMkLst>
            <pc:docMk/>
            <pc:sldMasterMk cId="114392115" sldId="2147483661"/>
            <pc:sldLayoutMk cId="2341246146" sldId="2147483673"/>
          </pc:sldLayoutMkLst>
          <pc:spChg chg="add del mod">
            <ac:chgData name="Moli Zhou" userId="45dd8ee2-8ff0-4e4c-a064-854f8dc473b0" providerId="ADAL" clId="{36A7FEB2-4EAE-5ED4-818F-257B007BF833}" dt="2026-03-04T17:02:53.794" v="6908" actId="1076"/>
            <ac:spMkLst>
              <pc:docMk/>
              <pc:sldMasterMk cId="114392115" sldId="2147483661"/>
              <pc:sldLayoutMk cId="2341246146" sldId="2147483673"/>
              <ac:spMk id="18" creationId="{944492BB-399C-034D-FFB7-C4F8BAC56091}"/>
            </ac:spMkLst>
          </pc:spChg>
          <pc:spChg chg="add del mod">
            <ac:chgData name="Moli Zhou" userId="45dd8ee2-8ff0-4e4c-a064-854f8dc473b0" providerId="ADAL" clId="{36A7FEB2-4EAE-5ED4-818F-257B007BF833}" dt="2026-03-04T17:02:16.826" v="6892" actId="478"/>
            <ac:spMkLst>
              <pc:docMk/>
              <pc:sldMasterMk cId="114392115" sldId="2147483661"/>
              <pc:sldLayoutMk cId="2341246146" sldId="2147483673"/>
              <ac:spMk id="474" creationId="{547C766F-3442-54CD-5E93-7071F050B10D}"/>
            </ac:spMkLst>
          </pc:spChg>
          <pc:grpChg chg="add del">
            <ac:chgData name="Moli Zhou" userId="45dd8ee2-8ff0-4e4c-a064-854f8dc473b0" providerId="ADAL" clId="{36A7FEB2-4EAE-5ED4-818F-257B007BF833}" dt="2026-03-04T17:02:15.953" v="6891" actId="478"/>
            <ac:grpSpMkLst>
              <pc:docMk/>
              <pc:sldMasterMk cId="114392115" sldId="2147483661"/>
              <pc:sldLayoutMk cId="2341246146" sldId="2147483673"/>
              <ac:grpSpMk id="487" creationId="{53AAD0E7-BD24-DF45-BAAB-4EB0E6E48564}"/>
            </ac:grpSpMkLst>
          </pc:grpChg>
        </pc:sldLayoutChg>
        <pc:sldLayoutChg chg="addSp delSp modSp mod">
          <pc:chgData name="Moli Zhou" userId="45dd8ee2-8ff0-4e4c-a064-854f8dc473b0" providerId="ADAL" clId="{36A7FEB2-4EAE-5ED4-818F-257B007BF833}" dt="2026-03-04T17:10:15.221" v="6974"/>
          <pc:sldLayoutMkLst>
            <pc:docMk/>
            <pc:sldMasterMk cId="114392115" sldId="2147483661"/>
            <pc:sldLayoutMk cId="2659164430" sldId="2147483674"/>
          </pc:sldLayoutMkLst>
          <pc:grpChg chg="add del">
            <ac:chgData name="Moli Zhou" userId="45dd8ee2-8ff0-4e4c-a064-854f8dc473b0" providerId="ADAL" clId="{36A7FEB2-4EAE-5ED4-818F-257B007BF833}" dt="2026-03-04T17:02:14.222" v="6888" actId="478"/>
            <ac:grpSpMkLst>
              <pc:docMk/>
              <pc:sldMasterMk cId="114392115" sldId="2147483661"/>
              <pc:sldLayoutMk cId="2659164430" sldId="2147483674"/>
              <ac:grpSpMk id="2" creationId="{1F6633D7-75E4-E468-ACBF-5E7170249227}"/>
            </ac:grpSpMkLst>
          </pc:grpChg>
          <pc:grpChg chg="add del">
            <ac:chgData name="Moli Zhou" userId="45dd8ee2-8ff0-4e4c-a064-854f8dc473b0" providerId="ADAL" clId="{36A7FEB2-4EAE-5ED4-818F-257B007BF833}" dt="2026-03-04T17:02:12.320" v="6886" actId="478"/>
            <ac:grpSpMkLst>
              <pc:docMk/>
              <pc:sldMasterMk cId="114392115" sldId="2147483661"/>
              <pc:sldLayoutMk cId="2659164430" sldId="2147483674"/>
              <ac:grpSpMk id="4" creationId="{F63ECD5D-B27B-7AEF-CF02-CCB81B04347E}"/>
            </ac:grpSpMkLst>
          </pc:grpChg>
        </pc:sldLayoutChg>
      </pc:sldMasterChg>
    </pc:docChg>
  </pc:docChgLst>
  <pc:docChgLst>
    <pc:chgData name="xiaowenyang52@gmail.com" userId="S::urn:spo:guest#xiaowenyang52@gmail.com::" providerId="AD" clId="Web-{4DAE7B14-32A1-03F3-D530-CD429DED7ED6}"/>
    <pc:docChg chg="delSld modSld">
      <pc:chgData name="xiaowenyang52@gmail.com" userId="S::urn:spo:guest#xiaowenyang52@gmail.com::" providerId="AD" clId="Web-{4DAE7B14-32A1-03F3-D530-CD429DED7ED6}" dt="2026-03-06T15:36:41.560" v="446"/>
      <pc:docMkLst>
        <pc:docMk/>
      </pc:docMkLst>
      <pc:sldChg chg="del">
        <pc:chgData name="xiaowenyang52@gmail.com" userId="S::urn:spo:guest#xiaowenyang52@gmail.com::" providerId="AD" clId="Web-{4DAE7B14-32A1-03F3-D530-CD429DED7ED6}" dt="2026-03-06T15:00:45.612" v="364"/>
        <pc:sldMkLst>
          <pc:docMk/>
          <pc:sldMk cId="1564291331" sldId="2147310946"/>
        </pc:sldMkLst>
      </pc:sldChg>
      <pc:sldChg chg="addSp delSp modSp addAnim">
        <pc:chgData name="xiaowenyang52@gmail.com" userId="S::urn:spo:guest#xiaowenyang52@gmail.com::" providerId="AD" clId="Web-{4DAE7B14-32A1-03F3-D530-CD429DED7ED6}" dt="2026-03-06T15:36:41.560" v="446"/>
        <pc:sldMkLst>
          <pc:docMk/>
          <pc:sldMk cId="3191699298" sldId="2147310948"/>
        </pc:sldMkLst>
        <pc:spChg chg="mod">
          <ac:chgData name="xiaowenyang52@gmail.com" userId="S::urn:spo:guest#xiaowenyang52@gmail.com::" providerId="AD" clId="Web-{4DAE7B14-32A1-03F3-D530-CD429DED7ED6}" dt="2026-03-06T14:51:40.296" v="319" actId="1076"/>
          <ac:spMkLst>
            <pc:docMk/>
            <pc:sldMk cId="3191699298" sldId="2147310948"/>
            <ac:spMk id="2" creationId="{4B42852D-D325-03AB-F6A5-2CB50A23C4F9}"/>
          </ac:spMkLst>
        </pc:spChg>
        <pc:spChg chg="add mod">
          <ac:chgData name="xiaowenyang52@gmail.com" userId="S::urn:spo:guest#xiaowenyang52@gmail.com::" providerId="AD" clId="Web-{4DAE7B14-32A1-03F3-D530-CD429DED7ED6}" dt="2026-03-06T15:10:46.464" v="423" actId="1076"/>
          <ac:spMkLst>
            <pc:docMk/>
            <pc:sldMk cId="3191699298" sldId="2147310948"/>
            <ac:spMk id="3" creationId="{F4EA87E2-654A-EA07-381A-8BFB9A9D4894}"/>
          </ac:spMkLst>
        </pc:spChg>
        <pc:spChg chg="mod">
          <ac:chgData name="xiaowenyang52@gmail.com" userId="S::urn:spo:guest#xiaowenyang52@gmail.com::" providerId="AD" clId="Web-{4DAE7B14-32A1-03F3-D530-CD429DED7ED6}" dt="2026-03-06T14:51:40.327" v="320" actId="1076"/>
          <ac:spMkLst>
            <pc:docMk/>
            <pc:sldMk cId="3191699298" sldId="2147310948"/>
            <ac:spMk id="4" creationId="{62F12A74-39D4-F526-4303-2D4D83701A33}"/>
          </ac:spMkLst>
        </pc:spChg>
        <pc:spChg chg="add mod">
          <ac:chgData name="xiaowenyang52@gmail.com" userId="S::urn:spo:guest#xiaowenyang52@gmail.com::" providerId="AD" clId="Web-{4DAE7B14-32A1-03F3-D530-CD429DED7ED6}" dt="2026-03-06T15:10:46.667" v="424" actId="1076"/>
          <ac:spMkLst>
            <pc:docMk/>
            <pc:sldMk cId="3191699298" sldId="2147310948"/>
            <ac:spMk id="6" creationId="{1384E416-1FEE-3CCD-D075-B8C750436FD5}"/>
          </ac:spMkLst>
        </pc:spChg>
        <pc:spChg chg="add mod">
          <ac:chgData name="xiaowenyang52@gmail.com" userId="S::urn:spo:guest#xiaowenyang52@gmail.com::" providerId="AD" clId="Web-{4DAE7B14-32A1-03F3-D530-CD429DED7ED6}" dt="2026-03-06T15:03:37.682" v="377" actId="1076"/>
          <ac:spMkLst>
            <pc:docMk/>
            <pc:sldMk cId="3191699298" sldId="2147310948"/>
            <ac:spMk id="8" creationId="{551F946C-68AB-2545-93C7-740A07A04CBC}"/>
          </ac:spMkLst>
        </pc:spChg>
        <pc:spChg chg="mod">
          <ac:chgData name="xiaowenyang52@gmail.com" userId="S::urn:spo:guest#xiaowenyang52@gmail.com::" providerId="AD" clId="Web-{4DAE7B14-32A1-03F3-D530-CD429DED7ED6}" dt="2026-03-06T14:38:08.536" v="13" actId="1076"/>
          <ac:spMkLst>
            <pc:docMk/>
            <pc:sldMk cId="3191699298" sldId="2147310948"/>
            <ac:spMk id="10" creationId="{0486299E-4788-5E0F-877E-98B027695204}"/>
          </ac:spMkLst>
        </pc:spChg>
        <pc:spChg chg="mod">
          <ac:chgData name="xiaowenyang52@gmail.com" userId="S::urn:spo:guest#xiaowenyang52@gmail.com::" providerId="AD" clId="Web-{4DAE7B14-32A1-03F3-D530-CD429DED7ED6}" dt="2026-03-06T15:35:38.933" v="441" actId="20577"/>
          <ac:spMkLst>
            <pc:docMk/>
            <pc:sldMk cId="3191699298" sldId="2147310948"/>
            <ac:spMk id="12" creationId="{9AABE878-0E45-A8F5-AECD-DF51BBAC00DE}"/>
          </ac:spMkLst>
        </pc:spChg>
        <pc:spChg chg="add mod">
          <ac:chgData name="xiaowenyang52@gmail.com" userId="S::urn:spo:guest#xiaowenyang52@gmail.com::" providerId="AD" clId="Web-{4DAE7B14-32A1-03F3-D530-CD429DED7ED6}" dt="2026-03-06T15:13:51.958" v="430"/>
          <ac:spMkLst>
            <pc:docMk/>
            <pc:sldMk cId="3191699298" sldId="2147310948"/>
            <ac:spMk id="13" creationId="{CBA586BF-5306-79E8-8DA8-990FBEA5ACA0}"/>
          </ac:spMkLst>
        </pc:spChg>
        <pc:spChg chg="mod">
          <ac:chgData name="xiaowenyang52@gmail.com" userId="S::urn:spo:guest#xiaowenyang52@gmail.com::" providerId="AD" clId="Web-{4DAE7B14-32A1-03F3-D530-CD429DED7ED6}" dt="2026-03-06T14:46:51.102" v="275" actId="20577"/>
          <ac:spMkLst>
            <pc:docMk/>
            <pc:sldMk cId="3191699298" sldId="2147310948"/>
            <ac:spMk id="18" creationId="{97F079A5-5A47-0294-E011-770CB3E1FE8A}"/>
          </ac:spMkLst>
        </pc:spChg>
        <pc:spChg chg="add mod">
          <ac:chgData name="xiaowenyang52@gmail.com" userId="S::urn:spo:guest#xiaowenyang52@gmail.com::" providerId="AD" clId="Web-{4DAE7B14-32A1-03F3-D530-CD429DED7ED6}" dt="2026-03-06T14:51:46.546" v="323" actId="1076"/>
          <ac:spMkLst>
            <pc:docMk/>
            <pc:sldMk cId="3191699298" sldId="2147310948"/>
            <ac:spMk id="19" creationId="{2290BE6B-7CD7-6B38-F43D-B4664B1C004B}"/>
          </ac:spMkLst>
        </pc:spChg>
        <pc:spChg chg="mod">
          <ac:chgData name="xiaowenyang52@gmail.com" userId="S::urn:spo:guest#xiaowenyang52@gmail.com::" providerId="AD" clId="Web-{4DAE7B14-32A1-03F3-D530-CD429DED7ED6}" dt="2026-03-06T14:51:40.156" v="314" actId="1076"/>
          <ac:spMkLst>
            <pc:docMk/>
            <pc:sldMk cId="3191699298" sldId="2147310948"/>
            <ac:spMk id="21" creationId="{4B42852D-D325-03AB-F6A5-2CB50A23C4F9}"/>
          </ac:spMkLst>
        </pc:spChg>
        <pc:spChg chg="mod">
          <ac:chgData name="xiaowenyang52@gmail.com" userId="S::urn:spo:guest#xiaowenyang52@gmail.com::" providerId="AD" clId="Web-{4DAE7B14-32A1-03F3-D530-CD429DED7ED6}" dt="2026-03-06T14:51:40.187" v="315" actId="1076"/>
          <ac:spMkLst>
            <pc:docMk/>
            <pc:sldMk cId="3191699298" sldId="2147310948"/>
            <ac:spMk id="22" creationId="{20F4C8AA-8141-CB94-D30A-C3CEAFA9BA28}"/>
          </ac:spMkLst>
        </pc:spChg>
        <pc:spChg chg="add mod">
          <ac:chgData name="xiaowenyang52@gmail.com" userId="S::urn:spo:guest#xiaowenyang52@gmail.com::" providerId="AD" clId="Web-{4DAE7B14-32A1-03F3-D530-CD429DED7ED6}" dt="2026-03-06T14:58:40.324" v="351" actId="1076"/>
          <ac:spMkLst>
            <pc:docMk/>
            <pc:sldMk cId="3191699298" sldId="2147310948"/>
            <ac:spMk id="26" creationId="{02B85CC4-DE2C-E0D3-1A6E-4829D07F5995}"/>
          </ac:spMkLst>
        </pc:spChg>
        <pc:spChg chg="mod">
          <ac:chgData name="xiaowenyang52@gmail.com" userId="S::urn:spo:guest#xiaowenyang52@gmail.com::" providerId="AD" clId="Web-{4DAE7B14-32A1-03F3-D530-CD429DED7ED6}" dt="2026-03-06T14:51:40.218" v="316" actId="1076"/>
          <ac:spMkLst>
            <pc:docMk/>
            <pc:sldMk cId="3191699298" sldId="2147310948"/>
            <ac:spMk id="28" creationId="{55103654-8B80-018D-EB43-7C9D54507B5E}"/>
          </ac:spMkLst>
        </pc:spChg>
        <pc:spChg chg="add mod">
          <ac:chgData name="xiaowenyang52@gmail.com" userId="S::urn:spo:guest#xiaowenyang52@gmail.com::" providerId="AD" clId="Web-{4DAE7B14-32A1-03F3-D530-CD429DED7ED6}" dt="2026-03-06T14:59:44.328" v="362" actId="20577"/>
          <ac:spMkLst>
            <pc:docMk/>
            <pc:sldMk cId="3191699298" sldId="2147310948"/>
            <ac:spMk id="29" creationId="{332389A9-6866-B155-0C38-23509D98CB00}"/>
          </ac:spMkLst>
        </pc:spChg>
        <pc:spChg chg="del mod">
          <ac:chgData name="xiaowenyang52@gmail.com" userId="S::urn:spo:guest#xiaowenyang52@gmail.com::" providerId="AD" clId="Web-{4DAE7B14-32A1-03F3-D530-CD429DED7ED6}" dt="2026-03-06T15:01:43.084" v="367"/>
          <ac:spMkLst>
            <pc:docMk/>
            <pc:sldMk cId="3191699298" sldId="2147310948"/>
            <ac:spMk id="32" creationId="{199098EF-8F45-4020-221A-314C9C8E535C}"/>
          </ac:spMkLst>
        </pc:spChg>
        <pc:spChg chg="add mod">
          <ac:chgData name="xiaowenyang52@gmail.com" userId="S::urn:spo:guest#xiaowenyang52@gmail.com::" providerId="AD" clId="Web-{4DAE7B14-32A1-03F3-D530-CD429DED7ED6}" dt="2026-03-06T14:59:18.983" v="356" actId="1076"/>
          <ac:spMkLst>
            <pc:docMk/>
            <pc:sldMk cId="3191699298" sldId="2147310948"/>
            <ac:spMk id="33" creationId="{5652B8E9-0BC2-01EE-BAF4-98C35F23CDBE}"/>
          </ac:spMkLst>
        </pc:spChg>
        <pc:spChg chg="mod">
          <ac:chgData name="xiaowenyang52@gmail.com" userId="S::urn:spo:guest#xiaowenyang52@gmail.com::" providerId="AD" clId="Web-{4DAE7B14-32A1-03F3-D530-CD429DED7ED6}" dt="2026-03-06T15:01:34.630" v="366"/>
          <ac:spMkLst>
            <pc:docMk/>
            <pc:sldMk cId="3191699298" sldId="2147310948"/>
            <ac:spMk id="34" creationId="{5A1D66A9-21E6-3DDA-FE5A-53F63E68A6BF}"/>
          </ac:spMkLst>
        </pc:spChg>
        <pc:spChg chg="mod">
          <ac:chgData name="xiaowenyang52@gmail.com" userId="S::urn:spo:guest#xiaowenyang52@gmail.com::" providerId="AD" clId="Web-{4DAE7B14-32A1-03F3-D530-CD429DED7ED6}" dt="2026-03-06T14:51:40.281" v="318" actId="1076"/>
          <ac:spMkLst>
            <pc:docMk/>
            <pc:sldMk cId="3191699298" sldId="2147310948"/>
            <ac:spMk id="35" creationId="{B2FD23DD-3575-11A0-CD00-3C8B751C4D62}"/>
          </ac:spMkLst>
        </pc:spChg>
        <pc:spChg chg="mod">
          <ac:chgData name="xiaowenyang52@gmail.com" userId="S::urn:spo:guest#xiaowenyang52@gmail.com::" providerId="AD" clId="Web-{4DAE7B14-32A1-03F3-D530-CD429DED7ED6}" dt="2026-03-06T15:02:37.070" v="375" actId="1076"/>
          <ac:spMkLst>
            <pc:docMk/>
            <pc:sldMk cId="3191699298" sldId="2147310948"/>
            <ac:spMk id="36" creationId="{19AB21F8-8B9B-F585-1EC6-2B77B185FEE1}"/>
          </ac:spMkLst>
        </pc:spChg>
        <pc:spChg chg="mod">
          <ac:chgData name="xiaowenyang52@gmail.com" userId="S::urn:spo:guest#xiaowenyang52@gmail.com::" providerId="AD" clId="Web-{4DAE7B14-32A1-03F3-D530-CD429DED7ED6}" dt="2026-03-06T15:10:45.745" v="420" actId="1076"/>
          <ac:spMkLst>
            <pc:docMk/>
            <pc:sldMk cId="3191699298" sldId="2147310948"/>
            <ac:spMk id="37" creationId="{3ABFA51F-0A54-0943-F9D9-485610B59F55}"/>
          </ac:spMkLst>
        </pc:spChg>
        <pc:spChg chg="mod">
          <ac:chgData name="xiaowenyang52@gmail.com" userId="S::urn:spo:guest#xiaowenyang52@gmail.com::" providerId="AD" clId="Web-{4DAE7B14-32A1-03F3-D530-CD429DED7ED6}" dt="2026-03-06T15:10:46.261" v="422" actId="1076"/>
          <ac:spMkLst>
            <pc:docMk/>
            <pc:sldMk cId="3191699298" sldId="2147310948"/>
            <ac:spMk id="41" creationId="{2D8A32CE-059C-D324-993C-7DAC93058260}"/>
          </ac:spMkLst>
        </pc:spChg>
        <pc:spChg chg="add mod">
          <ac:chgData name="xiaowenyang52@gmail.com" userId="S::urn:spo:guest#xiaowenyang52@gmail.com::" providerId="AD" clId="Web-{4DAE7B14-32A1-03F3-D530-CD429DED7ED6}" dt="2026-03-06T15:02:09.804" v="373" actId="14100"/>
          <ac:spMkLst>
            <pc:docMk/>
            <pc:sldMk cId="3191699298" sldId="2147310948"/>
            <ac:spMk id="42" creationId="{B60F5442-46BD-741F-E1B0-9A05A37A61AA}"/>
          </ac:spMkLst>
        </pc:spChg>
        <pc:spChg chg="mod">
          <ac:chgData name="xiaowenyang52@gmail.com" userId="S::urn:spo:guest#xiaowenyang52@gmail.com::" providerId="AD" clId="Web-{4DAE7B14-32A1-03F3-D530-CD429DED7ED6}" dt="2026-03-06T15:15:27.388" v="436" actId="1076"/>
          <ac:spMkLst>
            <pc:docMk/>
            <pc:sldMk cId="3191699298" sldId="2147310948"/>
            <ac:spMk id="74" creationId="{6EE35126-2467-FAA3-0AED-3A97B480D871}"/>
          </ac:spMkLst>
        </pc:spChg>
        <pc:grpChg chg="add">
          <ac:chgData name="xiaowenyang52@gmail.com" userId="S::urn:spo:guest#xiaowenyang52@gmail.com::" providerId="AD" clId="Web-{4DAE7B14-32A1-03F3-D530-CD429DED7ED6}" dt="2026-03-06T15:36:41.560" v="446"/>
          <ac:grpSpMkLst>
            <pc:docMk/>
            <pc:sldMk cId="3191699298" sldId="2147310948"/>
            <ac:grpSpMk id="7" creationId="{318F66B3-5915-17D8-82E2-00286F7CF34F}"/>
          </ac:grpSpMkLst>
        </pc:grpChg>
        <pc:grpChg chg="add mod">
          <ac:chgData name="xiaowenyang52@gmail.com" userId="S::urn:spo:guest#xiaowenyang52@gmail.com::" providerId="AD" clId="Web-{4DAE7B14-32A1-03F3-D530-CD429DED7ED6}" dt="2026-03-06T15:36:28.919" v="445" actId="1076"/>
          <ac:grpSpMkLst>
            <pc:docMk/>
            <pc:sldMk cId="3191699298" sldId="2147310948"/>
            <ac:grpSpMk id="20" creationId="{20041EF8-8B4B-C847-DD27-5F9F87528740}"/>
          </ac:grpSpMkLst>
        </pc:grpChg>
        <pc:grpChg chg="add mod">
          <ac:chgData name="xiaowenyang52@gmail.com" userId="S::urn:spo:guest#xiaowenyang52@gmail.com::" providerId="AD" clId="Web-{4DAE7B14-32A1-03F3-D530-CD429DED7ED6}" dt="2026-03-06T14:59:53.407" v="363" actId="1076"/>
          <ac:grpSpMkLst>
            <pc:docMk/>
            <pc:sldMk cId="3191699298" sldId="2147310948"/>
            <ac:grpSpMk id="39" creationId="{BD572BE9-A104-6731-14A1-074B0973F4D6}"/>
          </ac:grpSpMkLst>
        </pc:grpChg>
        <pc:graphicFrameChg chg="add mod modGraphic">
          <ac:chgData name="xiaowenyang52@gmail.com" userId="S::urn:spo:guest#xiaowenyang52@gmail.com::" providerId="AD" clId="Web-{4DAE7B14-32A1-03F3-D530-CD429DED7ED6}" dt="2026-03-06T15:07:54.938" v="381" actId="1076"/>
          <ac:graphicFrameMkLst>
            <pc:docMk/>
            <pc:sldMk cId="3191699298" sldId="2147310948"/>
            <ac:graphicFrameMk id="24" creationId="{64C09CBE-4AEE-432C-9207-9B40AFD1AC33}"/>
          </ac:graphicFrameMkLst>
        </pc:graphicFrameChg>
        <pc:picChg chg="mod">
          <ac:chgData name="xiaowenyang52@gmail.com" userId="S::urn:spo:guest#xiaowenyang52@gmail.com::" providerId="AD" clId="Web-{4DAE7B14-32A1-03F3-D530-CD429DED7ED6}" dt="2026-03-06T14:51:40.109" v="312" actId="1076"/>
          <ac:picMkLst>
            <pc:docMk/>
            <pc:sldMk cId="3191699298" sldId="2147310948"/>
            <ac:picMk id="5" creationId="{8E294C6D-0577-22DC-3F64-D51F3F7F03CC}"/>
          </ac:picMkLst>
        </pc:picChg>
        <pc:picChg chg="mod">
          <ac:chgData name="xiaowenyang52@gmail.com" userId="S::urn:spo:guest#xiaowenyang52@gmail.com::" providerId="AD" clId="Web-{4DAE7B14-32A1-03F3-D530-CD429DED7ED6}" dt="2026-03-06T14:51:40.093" v="311" actId="1076"/>
          <ac:picMkLst>
            <pc:docMk/>
            <pc:sldMk cId="3191699298" sldId="2147310948"/>
            <ac:picMk id="9" creationId="{9629AEA1-AE70-E879-A78E-675C5D1CE5B9}"/>
          </ac:picMkLst>
        </pc:picChg>
        <pc:picChg chg="mod">
          <ac:chgData name="xiaowenyang52@gmail.com" userId="S::urn:spo:guest#xiaowenyang52@gmail.com::" providerId="AD" clId="Web-{4DAE7B14-32A1-03F3-D530-CD429DED7ED6}" dt="2026-03-06T14:46:35.524" v="260" actId="1076"/>
          <ac:picMkLst>
            <pc:docMk/>
            <pc:sldMk cId="3191699298" sldId="2147310948"/>
            <ac:picMk id="11" creationId="{1FE7C657-5504-50E7-925C-F659CBB84B0E}"/>
          </ac:picMkLst>
        </pc:picChg>
        <pc:picChg chg="add del mod">
          <ac:chgData name="xiaowenyang52@gmail.com" userId="S::urn:spo:guest#xiaowenyang52@gmail.com::" providerId="AD" clId="Web-{4DAE7B14-32A1-03F3-D530-CD429DED7ED6}" dt="2026-03-06T14:48:18.995" v="280"/>
          <ac:picMkLst>
            <pc:docMk/>
            <pc:sldMk cId="3191699298" sldId="2147310948"/>
            <ac:picMk id="12" creationId="{4B44C869-C7C3-8F5A-3915-5FD8C3D84D9B}"/>
          </ac:picMkLst>
        </pc:picChg>
        <pc:picChg chg="del mod">
          <ac:chgData name="xiaowenyang52@gmail.com" userId="S::urn:spo:guest#xiaowenyang52@gmail.com::" providerId="AD" clId="Web-{4DAE7B14-32A1-03F3-D530-CD429DED7ED6}" dt="2026-03-06T14:46:31.570" v="259"/>
          <ac:picMkLst>
            <pc:docMk/>
            <pc:sldMk cId="3191699298" sldId="2147310948"/>
            <ac:picMk id="13" creationId="{E91BB092-DB7E-7DE0-751E-840770153F95}"/>
          </ac:picMkLst>
        </pc:picChg>
        <pc:picChg chg="add del mod">
          <ac:chgData name="xiaowenyang52@gmail.com" userId="S::urn:spo:guest#xiaowenyang52@gmail.com::" providerId="AD" clId="Web-{4DAE7B14-32A1-03F3-D530-CD429DED7ED6}" dt="2026-03-06T14:48:47.090" v="284"/>
          <ac:picMkLst>
            <pc:docMk/>
            <pc:sldMk cId="3191699298" sldId="2147310948"/>
            <ac:picMk id="14" creationId="{CE2D1E80-090E-CD8C-685E-62BFCF36743A}"/>
          </ac:picMkLst>
        </pc:picChg>
        <pc:picChg chg="add mod">
          <ac:chgData name="xiaowenyang52@gmail.com" userId="S::urn:spo:guest#xiaowenyang52@gmail.com::" providerId="AD" clId="Web-{4DAE7B14-32A1-03F3-D530-CD429DED7ED6}" dt="2026-03-06T14:51:40.359" v="321" actId="1076"/>
          <ac:picMkLst>
            <pc:docMk/>
            <pc:sldMk cId="3191699298" sldId="2147310948"/>
            <ac:picMk id="15" creationId="{9638A9FA-1BB1-D2A9-7B43-9DCEE7022F5A}"/>
          </ac:picMkLst>
        </pc:picChg>
        <pc:picChg chg="mod">
          <ac:chgData name="xiaowenyang52@gmail.com" userId="S::urn:spo:guest#xiaowenyang52@gmail.com::" providerId="AD" clId="Web-{4DAE7B14-32A1-03F3-D530-CD429DED7ED6}" dt="2026-03-06T14:51:40.140" v="313" actId="1076"/>
          <ac:picMkLst>
            <pc:docMk/>
            <pc:sldMk cId="3191699298" sldId="2147310948"/>
            <ac:picMk id="16" creationId="{1701EBC5-2B02-AB1F-5876-809A429080DE}"/>
          </ac:picMkLst>
        </pc:picChg>
        <pc:picChg chg="add mod">
          <ac:chgData name="xiaowenyang52@gmail.com" userId="S::urn:spo:guest#xiaowenyang52@gmail.com::" providerId="AD" clId="Web-{4DAE7B14-32A1-03F3-D530-CD429DED7ED6}" dt="2026-03-06T14:51:23.218" v="310" actId="14100"/>
          <ac:picMkLst>
            <pc:docMk/>
            <pc:sldMk cId="3191699298" sldId="2147310948"/>
            <ac:picMk id="17" creationId="{4DAF1FA4-ED99-7FCA-1CC3-AAC818592127}"/>
          </ac:picMkLst>
        </pc:picChg>
        <pc:picChg chg="mod">
          <ac:chgData name="xiaowenyang52@gmail.com" userId="S::urn:spo:guest#xiaowenyang52@gmail.com::" providerId="AD" clId="Web-{4DAE7B14-32A1-03F3-D530-CD429DED7ED6}" dt="2026-03-06T15:10:45.511" v="419" actId="1076"/>
          <ac:picMkLst>
            <pc:docMk/>
            <pc:sldMk cId="3191699298" sldId="2147310948"/>
            <ac:picMk id="30" creationId="{9A9C50A5-5066-A36A-D859-7A68AEDA759E}"/>
          </ac:picMkLst>
        </pc:picChg>
        <pc:picChg chg="mod">
          <ac:chgData name="xiaowenyang52@gmail.com" userId="S::urn:spo:guest#xiaowenyang52@gmail.com::" providerId="AD" clId="Web-{4DAE7B14-32A1-03F3-D530-CD429DED7ED6}" dt="2026-03-06T15:10:45.979" v="421" actId="1076"/>
          <ac:picMkLst>
            <pc:docMk/>
            <pc:sldMk cId="3191699298" sldId="2147310948"/>
            <ac:picMk id="38" creationId="{7DE46D3F-4EC0-3178-F1AA-32D7E5A208B7}"/>
          </ac:picMkLst>
        </pc:picChg>
      </pc:sldChg>
    </pc:docChg>
  </pc:docChgLst>
  <pc:docChgLst>
    <pc:chgData name="Ranxuan Zhang" userId="S::ranxuan@chalmers.se::a68e93a2-09fa-4024-a7fa-4259384936db" providerId="AD" clId="Web-{F4A63FBA-1948-EC38-96F3-4E18B4959BF0}"/>
    <pc:docChg chg="modSld">
      <pc:chgData name="Ranxuan Zhang" userId="S::ranxuan@chalmers.se::a68e93a2-09fa-4024-a7fa-4259384936db" providerId="AD" clId="Web-{F4A63FBA-1948-EC38-96F3-4E18B4959BF0}" dt="2026-02-21T19:10:46.432" v="11" actId="1076"/>
      <pc:docMkLst>
        <pc:docMk/>
      </pc:docMkLst>
      <pc:sldChg chg="modSp">
        <pc:chgData name="Ranxuan Zhang" userId="S::ranxuan@chalmers.se::a68e93a2-09fa-4024-a7fa-4259384936db" providerId="AD" clId="Web-{F4A63FBA-1948-EC38-96F3-4E18B4959BF0}" dt="2026-02-21T10:48:35.262" v="2" actId="20577"/>
        <pc:sldMkLst>
          <pc:docMk/>
          <pc:sldMk cId="1937041550" sldId="259"/>
        </pc:sldMkLst>
        <pc:spChg chg="mod">
          <ac:chgData name="Ranxuan Zhang" userId="S::ranxuan@chalmers.se::a68e93a2-09fa-4024-a7fa-4259384936db" providerId="AD" clId="Web-{F4A63FBA-1948-EC38-96F3-4E18B4959BF0}" dt="2026-02-21T10:48:35.262" v="2" actId="20577"/>
          <ac:spMkLst>
            <pc:docMk/>
            <pc:sldMk cId="1937041550" sldId="259"/>
            <ac:spMk id="465" creationId="{12E509E8-5B13-05BA-4C66-9D72C2F0EDDC}"/>
          </ac:spMkLst>
        </pc:spChg>
      </pc:sldChg>
      <pc:sldChg chg="modSp">
        <pc:chgData name="Ranxuan Zhang" userId="S::ranxuan@chalmers.se::a68e93a2-09fa-4024-a7fa-4259384936db" providerId="AD" clId="Web-{F4A63FBA-1948-EC38-96F3-4E18B4959BF0}" dt="2026-02-21T19:10:46.432" v="11" actId="1076"/>
        <pc:sldMkLst>
          <pc:docMk/>
          <pc:sldMk cId="816993667" sldId="2147310933"/>
        </pc:sldMkLst>
        <pc:spChg chg="mod">
          <ac:chgData name="Ranxuan Zhang" userId="S::ranxuan@chalmers.se::a68e93a2-09fa-4024-a7fa-4259384936db" providerId="AD" clId="Web-{F4A63FBA-1948-EC38-96F3-4E18B4959BF0}" dt="2026-02-21T19:10:46.432" v="11" actId="1076"/>
          <ac:spMkLst>
            <pc:docMk/>
            <pc:sldMk cId="816993667" sldId="2147310933"/>
            <ac:spMk id="5" creationId="{00000000-0000-0000-0000-000000000000}"/>
          </ac:spMkLst>
        </pc:spChg>
      </pc:sldChg>
    </pc:docChg>
  </pc:docChgLst>
  <pc:docChgLst>
    <pc:chgData name="xiaowenyang52@gmail.com" userId="S::urn:spo:guest#xiaowenyang52@gmail.com::" providerId="AD" clId="Web-{6C52B231-AFD9-2B65-C0E9-A1863D77DCBD}"/>
    <pc:docChg chg="addSld delSld modSld">
      <pc:chgData name="xiaowenyang52@gmail.com" userId="S::urn:spo:guest#xiaowenyang52@gmail.com::" providerId="AD" clId="Web-{6C52B231-AFD9-2B65-C0E9-A1863D77DCBD}" dt="2026-03-06T14:35:49.435" v="375" actId="1076"/>
      <pc:docMkLst>
        <pc:docMk/>
      </pc:docMkLst>
      <pc:sldChg chg="modSp">
        <pc:chgData name="xiaowenyang52@gmail.com" userId="S::urn:spo:guest#xiaowenyang52@gmail.com::" providerId="AD" clId="Web-{6C52B231-AFD9-2B65-C0E9-A1863D77DCBD}" dt="2026-03-06T13:49:41.647" v="48"/>
        <pc:sldMkLst>
          <pc:docMk/>
          <pc:sldMk cId="3724922495" sldId="2147310925"/>
        </pc:sldMkLst>
        <pc:spChg chg="mod">
          <ac:chgData name="xiaowenyang52@gmail.com" userId="S::urn:spo:guest#xiaowenyang52@gmail.com::" providerId="AD" clId="Web-{6C52B231-AFD9-2B65-C0E9-A1863D77DCBD}" dt="2026-03-06T13:49:41.647" v="48"/>
          <ac:spMkLst>
            <pc:docMk/>
            <pc:sldMk cId="3724922495" sldId="2147310925"/>
            <ac:spMk id="18" creationId="{00000000-0000-0000-0000-000000000000}"/>
          </ac:spMkLst>
        </pc:spChg>
      </pc:sldChg>
      <pc:sldChg chg="addSp delSp modSp">
        <pc:chgData name="xiaowenyang52@gmail.com" userId="S::urn:spo:guest#xiaowenyang52@gmail.com::" providerId="AD" clId="Web-{6C52B231-AFD9-2B65-C0E9-A1863D77DCBD}" dt="2026-03-06T13:44:27.678" v="13" actId="1076"/>
        <pc:sldMkLst>
          <pc:docMk/>
          <pc:sldMk cId="1564291331" sldId="2147310946"/>
        </pc:sldMkLst>
        <pc:graphicFrameChg chg="mod modGraphic">
          <ac:chgData name="xiaowenyang52@gmail.com" userId="S::urn:spo:guest#xiaowenyang52@gmail.com::" providerId="AD" clId="Web-{6C52B231-AFD9-2B65-C0E9-A1863D77DCBD}" dt="2026-03-06T13:43:37.099" v="3" actId="1076"/>
          <ac:graphicFrameMkLst>
            <pc:docMk/>
            <pc:sldMk cId="1564291331" sldId="2147310946"/>
            <ac:graphicFrameMk id="24" creationId="{31DF6EB0-9581-5E4E-EB25-65541CEA39BA}"/>
          </ac:graphicFrameMkLst>
        </pc:graphicFrameChg>
        <pc:picChg chg="add mod">
          <ac:chgData name="xiaowenyang52@gmail.com" userId="S::urn:spo:guest#xiaowenyang52@gmail.com::" providerId="AD" clId="Web-{6C52B231-AFD9-2B65-C0E9-A1863D77DCBD}" dt="2026-03-06T13:43:43.724" v="4"/>
          <ac:picMkLst>
            <pc:docMk/>
            <pc:sldMk cId="1564291331" sldId="2147310946"/>
            <ac:picMk id="5" creationId="{E7248C4B-DAD4-4B73-F959-BB9B9C92C199}"/>
          </ac:picMkLst>
        </pc:picChg>
        <pc:picChg chg="add mod">
          <ac:chgData name="xiaowenyang52@gmail.com" userId="S::urn:spo:guest#xiaowenyang52@gmail.com::" providerId="AD" clId="Web-{6C52B231-AFD9-2B65-C0E9-A1863D77DCBD}" dt="2026-03-06T13:43:51.802" v="6" actId="1076"/>
          <ac:picMkLst>
            <pc:docMk/>
            <pc:sldMk cId="1564291331" sldId="2147310946"/>
            <ac:picMk id="9" creationId="{B8D2AFA1-1601-BBB8-A8EF-57A62A02F62E}"/>
          </ac:picMkLst>
        </pc:picChg>
        <pc:picChg chg="add mod">
          <ac:chgData name="xiaowenyang52@gmail.com" userId="S::urn:spo:guest#xiaowenyang52@gmail.com::" providerId="AD" clId="Web-{6C52B231-AFD9-2B65-C0E9-A1863D77DCBD}" dt="2026-03-06T13:44:09.787" v="8" actId="1076"/>
          <ac:picMkLst>
            <pc:docMk/>
            <pc:sldMk cId="1564291331" sldId="2147310946"/>
            <ac:picMk id="12" creationId="{DB4649AF-0EAA-6FA3-729B-FD2A6C428F5E}"/>
          </ac:picMkLst>
        </pc:picChg>
        <pc:picChg chg="add mod">
          <ac:chgData name="xiaowenyang52@gmail.com" userId="S::urn:spo:guest#xiaowenyang52@gmail.com::" providerId="AD" clId="Web-{6C52B231-AFD9-2B65-C0E9-A1863D77DCBD}" dt="2026-03-06T13:44:17.021" v="10" actId="1076"/>
          <ac:picMkLst>
            <pc:docMk/>
            <pc:sldMk cId="1564291331" sldId="2147310946"/>
            <ac:picMk id="13" creationId="{40AB0463-BDC3-4FD2-DEB2-7C97FA3BC36D}"/>
          </ac:picMkLst>
        </pc:picChg>
        <pc:picChg chg="add mod">
          <ac:chgData name="xiaowenyang52@gmail.com" userId="S::urn:spo:guest#xiaowenyang52@gmail.com::" providerId="AD" clId="Web-{6C52B231-AFD9-2B65-C0E9-A1863D77DCBD}" dt="2026-03-06T13:44:27.678" v="13" actId="1076"/>
          <ac:picMkLst>
            <pc:docMk/>
            <pc:sldMk cId="1564291331" sldId="2147310946"/>
            <ac:picMk id="14" creationId="{0F56C679-BF90-2387-24F8-63DF6FABC5AF}"/>
          </ac:picMkLst>
        </pc:picChg>
        <pc:picChg chg="del">
          <ac:chgData name="xiaowenyang52@gmail.com" userId="S::urn:spo:guest#xiaowenyang52@gmail.com::" providerId="AD" clId="Web-{6C52B231-AFD9-2B65-C0E9-A1863D77DCBD}" dt="2026-03-06T13:43:20.661" v="0"/>
          <ac:picMkLst>
            <pc:docMk/>
            <pc:sldMk cId="1564291331" sldId="2147310946"/>
            <ac:picMk id="28" creationId="{74C56621-AE97-A1F8-EC90-D1FE66AFEEE0}"/>
          </ac:picMkLst>
        </pc:picChg>
      </pc:sldChg>
      <pc:sldChg chg="addSp delSp modSp add replId delAnim">
        <pc:chgData name="xiaowenyang52@gmail.com" userId="S::urn:spo:guest#xiaowenyang52@gmail.com::" providerId="AD" clId="Web-{6C52B231-AFD9-2B65-C0E9-A1863D77DCBD}" dt="2026-03-06T14:35:49.435" v="375" actId="1076"/>
        <pc:sldMkLst>
          <pc:docMk/>
          <pc:sldMk cId="3191699298" sldId="2147310948"/>
        </pc:sldMkLst>
        <pc:spChg chg="add">
          <ac:chgData name="xiaowenyang52@gmail.com" userId="S::urn:spo:guest#xiaowenyang52@gmail.com::" providerId="AD" clId="Web-{6C52B231-AFD9-2B65-C0E9-A1863D77DCBD}" dt="2026-03-06T14:34:28.323" v="369"/>
          <ac:spMkLst>
            <pc:docMk/>
            <pc:sldMk cId="3191699298" sldId="2147310948"/>
            <ac:spMk id="2" creationId="{4B42852D-D325-03AB-F6A5-2CB50A23C4F9}"/>
          </ac:spMkLst>
        </pc:spChg>
        <pc:spChg chg="add del">
          <ac:chgData name="xiaowenyang52@gmail.com" userId="S::urn:spo:guest#xiaowenyang52@gmail.com::" providerId="AD" clId="Web-{6C52B231-AFD9-2B65-C0E9-A1863D77DCBD}" dt="2026-03-06T14:34:34.011" v="371"/>
          <ac:spMkLst>
            <pc:docMk/>
            <pc:sldMk cId="3191699298" sldId="2147310948"/>
            <ac:spMk id="3" creationId="{843B7E09-452E-13AA-A815-A10BD61D0917}"/>
          </ac:spMkLst>
        </pc:spChg>
        <pc:spChg chg="add">
          <ac:chgData name="xiaowenyang52@gmail.com" userId="S::urn:spo:guest#xiaowenyang52@gmail.com::" providerId="AD" clId="Web-{6C52B231-AFD9-2B65-C0E9-A1863D77DCBD}" dt="2026-03-06T14:34:46.433" v="372"/>
          <ac:spMkLst>
            <pc:docMk/>
            <pc:sldMk cId="3191699298" sldId="2147310948"/>
            <ac:spMk id="4" creationId="{62F12A74-39D4-F526-4303-2D4D83701A33}"/>
          </ac:spMkLst>
        </pc:spChg>
        <pc:spChg chg="add del mod topLvl">
          <ac:chgData name="xiaowenyang52@gmail.com" userId="S::urn:spo:guest#xiaowenyang52@gmail.com::" providerId="AD" clId="Web-{6C52B231-AFD9-2B65-C0E9-A1863D77DCBD}" dt="2026-03-06T14:00:10.073" v="230"/>
          <ac:spMkLst>
            <pc:docMk/>
            <pc:sldMk cId="3191699298" sldId="2147310948"/>
            <ac:spMk id="17" creationId="{DE93C4BB-597D-5ED3-A9B5-26AF495692B4}"/>
          </ac:spMkLst>
        </pc:spChg>
        <pc:spChg chg="add mod topLvl">
          <ac:chgData name="xiaowenyang52@gmail.com" userId="S::urn:spo:guest#xiaowenyang52@gmail.com::" providerId="AD" clId="Web-{6C52B231-AFD9-2B65-C0E9-A1863D77DCBD}" dt="2026-03-06T14:02:03.121" v="255" actId="1076"/>
          <ac:spMkLst>
            <pc:docMk/>
            <pc:sldMk cId="3191699298" sldId="2147310948"/>
            <ac:spMk id="18" creationId="{97F079A5-5A47-0294-E011-770CB3E1FE8A}"/>
          </ac:spMkLst>
        </pc:spChg>
        <pc:spChg chg="add del mod topLvl">
          <ac:chgData name="xiaowenyang52@gmail.com" userId="S::urn:spo:guest#xiaowenyang52@gmail.com::" providerId="AD" clId="Web-{6C52B231-AFD9-2B65-C0E9-A1863D77DCBD}" dt="2026-03-06T14:01:45.668" v="249"/>
          <ac:spMkLst>
            <pc:docMk/>
            <pc:sldMk cId="3191699298" sldId="2147310948"/>
            <ac:spMk id="19" creationId="{D5A9E5BC-8533-184D-F52F-2479BC7A5A4B}"/>
          </ac:spMkLst>
        </pc:spChg>
        <pc:spChg chg="add del">
          <ac:chgData name="xiaowenyang52@gmail.com" userId="S::urn:spo:guest#xiaowenyang52@gmail.com::" providerId="AD" clId="Web-{6C52B231-AFD9-2B65-C0E9-A1863D77DCBD}" dt="2026-03-06T13:52:37.218" v="77"/>
          <ac:spMkLst>
            <pc:docMk/>
            <pc:sldMk cId="3191699298" sldId="2147310948"/>
            <ac:spMk id="20" creationId="{11803235-A240-102A-903A-9052AB2957BF}"/>
          </ac:spMkLst>
        </pc:spChg>
        <pc:spChg chg="add mod topLvl">
          <ac:chgData name="xiaowenyang52@gmail.com" userId="S::urn:spo:guest#xiaowenyang52@gmail.com::" providerId="AD" clId="Web-{6C52B231-AFD9-2B65-C0E9-A1863D77DCBD}" dt="2026-03-06T14:04:15.282" v="287" actId="20577"/>
          <ac:spMkLst>
            <pc:docMk/>
            <pc:sldMk cId="3191699298" sldId="2147310948"/>
            <ac:spMk id="21" creationId="{4B42852D-D325-03AB-F6A5-2CB50A23C4F9}"/>
          </ac:spMkLst>
        </pc:spChg>
        <pc:spChg chg="add mod topLvl">
          <ac:chgData name="xiaowenyang52@gmail.com" userId="S::urn:spo:guest#xiaowenyang52@gmail.com::" providerId="AD" clId="Web-{6C52B231-AFD9-2B65-C0E9-A1863D77DCBD}" dt="2026-03-06T14:03:23.888" v="268" actId="1076"/>
          <ac:spMkLst>
            <pc:docMk/>
            <pc:sldMk cId="3191699298" sldId="2147310948"/>
            <ac:spMk id="22" creationId="{20F4C8AA-8141-CB94-D30A-C3CEAFA9BA28}"/>
          </ac:spMkLst>
        </pc:spChg>
        <pc:spChg chg="add del mod">
          <ac:chgData name="xiaowenyang52@gmail.com" userId="S::urn:spo:guest#xiaowenyang52@gmail.com::" providerId="AD" clId="Web-{6C52B231-AFD9-2B65-C0E9-A1863D77DCBD}" dt="2026-03-06T13:53:43.564" v="116"/>
          <ac:spMkLst>
            <pc:docMk/>
            <pc:sldMk cId="3191699298" sldId="2147310948"/>
            <ac:spMk id="23" creationId="{178E7A9E-3979-24B8-F113-C2597C7F03BD}"/>
          </ac:spMkLst>
        </pc:spChg>
        <pc:spChg chg="del">
          <ac:chgData name="xiaowenyang52@gmail.com" userId="S::urn:spo:guest#xiaowenyang52@gmail.com::" providerId="AD" clId="Web-{6C52B231-AFD9-2B65-C0E9-A1863D77DCBD}" dt="2026-03-06T13:44:49.006" v="17"/>
          <ac:spMkLst>
            <pc:docMk/>
            <pc:sldMk cId="3191699298" sldId="2147310948"/>
            <ac:spMk id="26" creationId="{DF5D8172-1DF0-6C83-FF94-96C72FE37572}"/>
          </ac:spMkLst>
        </pc:spChg>
        <pc:spChg chg="add del">
          <ac:chgData name="xiaowenyang52@gmail.com" userId="S::urn:spo:guest#xiaowenyang52@gmail.com::" providerId="AD" clId="Web-{6C52B231-AFD9-2B65-C0E9-A1863D77DCBD}" dt="2026-03-06T13:54:01.378" v="118"/>
          <ac:spMkLst>
            <pc:docMk/>
            <pc:sldMk cId="3191699298" sldId="2147310948"/>
            <ac:spMk id="27" creationId="{56DEB0FB-5022-1E93-F27B-51CFC33E2147}"/>
          </ac:spMkLst>
        </pc:spChg>
        <pc:spChg chg="add mod topLvl">
          <ac:chgData name="xiaowenyang52@gmail.com" userId="S::urn:spo:guest#xiaowenyang52@gmail.com::" providerId="AD" clId="Web-{6C52B231-AFD9-2B65-C0E9-A1863D77DCBD}" dt="2026-03-06T14:03:10.544" v="266" actId="1076"/>
          <ac:spMkLst>
            <pc:docMk/>
            <pc:sldMk cId="3191699298" sldId="2147310948"/>
            <ac:spMk id="28" creationId="{55103654-8B80-018D-EB43-7C9D54507B5E}"/>
          </ac:spMkLst>
        </pc:spChg>
        <pc:spChg chg="add del">
          <ac:chgData name="xiaowenyang52@gmail.com" userId="S::urn:spo:guest#xiaowenyang52@gmail.com::" providerId="AD" clId="Web-{6C52B231-AFD9-2B65-C0E9-A1863D77DCBD}" dt="2026-03-06T13:56:28.413" v="190"/>
          <ac:spMkLst>
            <pc:docMk/>
            <pc:sldMk cId="3191699298" sldId="2147310948"/>
            <ac:spMk id="29" creationId="{7DCACDF0-05CB-8523-7EFD-2DBC9B7275B2}"/>
          </ac:spMkLst>
        </pc:spChg>
        <pc:spChg chg="add mod">
          <ac:chgData name="xiaowenyang52@gmail.com" userId="S::urn:spo:guest#xiaowenyang52@gmail.com::" providerId="AD" clId="Web-{6C52B231-AFD9-2B65-C0E9-A1863D77DCBD}" dt="2026-03-06T14:35:49.435" v="375" actId="1076"/>
          <ac:spMkLst>
            <pc:docMk/>
            <pc:sldMk cId="3191699298" sldId="2147310948"/>
            <ac:spMk id="32" creationId="{199098EF-8F45-4020-221A-314C9C8E535C}"/>
          </ac:spMkLst>
        </pc:spChg>
        <pc:spChg chg="add del mod">
          <ac:chgData name="xiaowenyang52@gmail.com" userId="S::urn:spo:guest#xiaowenyang52@gmail.com::" providerId="AD" clId="Web-{6C52B231-AFD9-2B65-C0E9-A1863D77DCBD}" dt="2026-03-06T14:02:10.793" v="257"/>
          <ac:spMkLst>
            <pc:docMk/>
            <pc:sldMk cId="3191699298" sldId="2147310948"/>
            <ac:spMk id="33" creationId="{646F08DF-B310-6346-2C8E-4E1BDAA03541}"/>
          </ac:spMkLst>
        </pc:spChg>
        <pc:spChg chg="add mod">
          <ac:chgData name="xiaowenyang52@gmail.com" userId="S::urn:spo:guest#xiaowenyang52@gmail.com::" providerId="AD" clId="Web-{6C52B231-AFD9-2B65-C0E9-A1863D77DCBD}" dt="2026-03-06T14:02:15.153" v="258" actId="1076"/>
          <ac:spMkLst>
            <pc:docMk/>
            <pc:sldMk cId="3191699298" sldId="2147310948"/>
            <ac:spMk id="34" creationId="{5A1D66A9-21E6-3DDA-FE5A-53F63E68A6BF}"/>
          </ac:spMkLst>
        </pc:spChg>
        <pc:spChg chg="add mod">
          <ac:chgData name="xiaowenyang52@gmail.com" userId="S::urn:spo:guest#xiaowenyang52@gmail.com::" providerId="AD" clId="Web-{6C52B231-AFD9-2B65-C0E9-A1863D77DCBD}" dt="2026-03-06T14:04:02.140" v="282" actId="20577"/>
          <ac:spMkLst>
            <pc:docMk/>
            <pc:sldMk cId="3191699298" sldId="2147310948"/>
            <ac:spMk id="35" creationId="{B2FD23DD-3575-11A0-CD00-3C8B751C4D62}"/>
          </ac:spMkLst>
        </pc:spChg>
        <pc:spChg chg="add mod">
          <ac:chgData name="xiaowenyang52@gmail.com" userId="S::urn:spo:guest#xiaowenyang52@gmail.com::" providerId="AD" clId="Web-{6C52B231-AFD9-2B65-C0E9-A1863D77DCBD}" dt="2026-03-06T14:05:27.554" v="319" actId="20577"/>
          <ac:spMkLst>
            <pc:docMk/>
            <pc:sldMk cId="3191699298" sldId="2147310948"/>
            <ac:spMk id="36" creationId="{19AB21F8-8B9B-F585-1EC6-2B77B185FEE1}"/>
          </ac:spMkLst>
        </pc:spChg>
        <pc:spChg chg="add mod">
          <ac:chgData name="xiaowenyang52@gmail.com" userId="S::urn:spo:guest#xiaowenyang52@gmail.com::" providerId="AD" clId="Web-{6C52B231-AFD9-2B65-C0E9-A1863D77DCBD}" dt="2026-03-06T14:35:05.168" v="374" actId="20577"/>
          <ac:spMkLst>
            <pc:docMk/>
            <pc:sldMk cId="3191699298" sldId="2147310948"/>
            <ac:spMk id="37" creationId="{3ABFA51F-0A54-0943-F9D9-485610B59F55}"/>
          </ac:spMkLst>
        </pc:spChg>
        <pc:spChg chg="add del mod">
          <ac:chgData name="xiaowenyang52@gmail.com" userId="S::urn:spo:guest#xiaowenyang52@gmail.com::" providerId="AD" clId="Web-{6C52B231-AFD9-2B65-C0E9-A1863D77DCBD}" dt="2026-03-06T14:06:24.714" v="331"/>
          <ac:spMkLst>
            <pc:docMk/>
            <pc:sldMk cId="3191699298" sldId="2147310948"/>
            <ac:spMk id="40" creationId="{CDCDFE22-1C43-D6E8-E1E5-5E29FAA82634}"/>
          </ac:spMkLst>
        </pc:spChg>
        <pc:spChg chg="add mod">
          <ac:chgData name="xiaowenyang52@gmail.com" userId="S::urn:spo:guest#xiaowenyang52@gmail.com::" providerId="AD" clId="Web-{6C52B231-AFD9-2B65-C0E9-A1863D77DCBD}" dt="2026-03-06T14:34:23.745" v="368" actId="1076"/>
          <ac:spMkLst>
            <pc:docMk/>
            <pc:sldMk cId="3191699298" sldId="2147310948"/>
            <ac:spMk id="41" creationId="{2D8A32CE-059C-D324-993C-7DAC93058260}"/>
          </ac:spMkLst>
        </pc:spChg>
        <pc:grpChg chg="del">
          <ac:chgData name="xiaowenyang52@gmail.com" userId="S::urn:spo:guest#xiaowenyang52@gmail.com::" providerId="AD" clId="Web-{6C52B231-AFD9-2B65-C0E9-A1863D77DCBD}" dt="2026-03-06T13:44:46.725" v="16"/>
          <ac:grpSpMkLst>
            <pc:docMk/>
            <pc:sldMk cId="3191699298" sldId="2147310948"/>
            <ac:grpSpMk id="2" creationId="{04726E54-2BCF-5ACA-A37C-CC13F37982FF}"/>
          </ac:grpSpMkLst>
        </pc:grpChg>
        <pc:grpChg chg="add mod">
          <ac:chgData name="xiaowenyang52@gmail.com" userId="S::urn:spo:guest#xiaowenyang52@gmail.com::" providerId="AD" clId="Web-{6C52B231-AFD9-2B65-C0E9-A1863D77DCBD}" dt="2026-03-06T13:57:23.211" v="197" actId="1076"/>
          <ac:grpSpMkLst>
            <pc:docMk/>
            <pc:sldMk cId="3191699298" sldId="2147310948"/>
            <ac:grpSpMk id="31" creationId="{509AE8E2-69A1-23F6-C9E5-E31F3EDF4798}"/>
          </ac:grpSpMkLst>
        </pc:grpChg>
        <pc:graphicFrameChg chg="del">
          <ac:chgData name="xiaowenyang52@gmail.com" userId="S::urn:spo:guest#xiaowenyang52@gmail.com::" providerId="AD" clId="Web-{6C52B231-AFD9-2B65-C0E9-A1863D77DCBD}" dt="2026-03-06T13:44:39.803" v="15"/>
          <ac:graphicFrameMkLst>
            <pc:docMk/>
            <pc:sldMk cId="3191699298" sldId="2147310948"/>
            <ac:graphicFrameMk id="24" creationId="{57C305B8-E43E-1F35-B26D-2900C56FE75F}"/>
          </ac:graphicFrameMkLst>
        </pc:graphicFrameChg>
        <pc:picChg chg="mod topLvl">
          <ac:chgData name="xiaowenyang52@gmail.com" userId="S::urn:spo:guest#xiaowenyang52@gmail.com::" providerId="AD" clId="Web-{6C52B231-AFD9-2B65-C0E9-A1863D77DCBD}" dt="2026-03-06T14:02:21.356" v="259" actId="1076"/>
          <ac:picMkLst>
            <pc:docMk/>
            <pc:sldMk cId="3191699298" sldId="2147310948"/>
            <ac:picMk id="5" creationId="{8E294C6D-0577-22DC-3F64-D51F3F7F03CC}"/>
          </ac:picMkLst>
        </pc:picChg>
        <pc:picChg chg="mod">
          <ac:chgData name="xiaowenyang52@gmail.com" userId="S::urn:spo:guest#xiaowenyang52@gmail.com::" providerId="AD" clId="Web-{6C52B231-AFD9-2B65-C0E9-A1863D77DCBD}" dt="2026-03-06T14:04:08.812" v="283" actId="1076"/>
          <ac:picMkLst>
            <pc:docMk/>
            <pc:sldMk cId="3191699298" sldId="2147310948"/>
            <ac:picMk id="9" creationId="{9629AEA1-AE70-E879-A78E-675C5D1CE5B9}"/>
          </ac:picMkLst>
        </pc:picChg>
        <pc:picChg chg="mod topLvl">
          <ac:chgData name="xiaowenyang52@gmail.com" userId="S::urn:spo:guest#xiaowenyang52@gmail.com::" providerId="AD" clId="Web-{6C52B231-AFD9-2B65-C0E9-A1863D77DCBD}" dt="2026-03-06T14:02:03.106" v="254" actId="1076"/>
          <ac:picMkLst>
            <pc:docMk/>
            <pc:sldMk cId="3191699298" sldId="2147310948"/>
            <ac:picMk id="11" creationId="{1FE7C657-5504-50E7-925C-F659CBB84B0E}"/>
          </ac:picMkLst>
        </pc:picChg>
        <pc:picChg chg="del mod">
          <ac:chgData name="xiaowenyang52@gmail.com" userId="S::urn:spo:guest#xiaowenyang52@gmail.com::" providerId="AD" clId="Web-{6C52B231-AFD9-2B65-C0E9-A1863D77DCBD}" dt="2026-03-06T13:48:10.359" v="44"/>
          <ac:picMkLst>
            <pc:docMk/>
            <pc:sldMk cId="3191699298" sldId="2147310948"/>
            <ac:picMk id="12" creationId="{4AEF2C99-9B71-BC86-8250-A2BA679DF5D0}"/>
          </ac:picMkLst>
        </pc:picChg>
        <pc:picChg chg="mod topLvl">
          <ac:chgData name="xiaowenyang52@gmail.com" userId="S::urn:spo:guest#xiaowenyang52@gmail.com::" providerId="AD" clId="Web-{6C52B231-AFD9-2B65-C0E9-A1863D77DCBD}" dt="2026-03-06T13:58:01.258" v="201" actId="1076"/>
          <ac:picMkLst>
            <pc:docMk/>
            <pc:sldMk cId="3191699298" sldId="2147310948"/>
            <ac:picMk id="13" creationId="{E91BB092-DB7E-7DE0-751E-840770153F95}"/>
          </ac:picMkLst>
        </pc:picChg>
        <pc:picChg chg="del mod">
          <ac:chgData name="xiaowenyang52@gmail.com" userId="S::urn:spo:guest#xiaowenyang52@gmail.com::" providerId="AD" clId="Web-{6C52B231-AFD9-2B65-C0E9-A1863D77DCBD}" dt="2026-03-06T14:05:58.150" v="325"/>
          <ac:picMkLst>
            <pc:docMk/>
            <pc:sldMk cId="3191699298" sldId="2147310948"/>
            <ac:picMk id="14" creationId="{D38469AE-3E3D-B7D1-CE4F-927EF5177B85}"/>
          </ac:picMkLst>
        </pc:picChg>
        <pc:picChg chg="add del mod topLvl">
          <ac:chgData name="xiaowenyang52@gmail.com" userId="S::urn:spo:guest#xiaowenyang52@gmail.com::" providerId="AD" clId="Web-{6C52B231-AFD9-2B65-C0E9-A1863D77DCBD}" dt="2026-03-06T14:03:06.216" v="264"/>
          <ac:picMkLst>
            <pc:docMk/>
            <pc:sldMk cId="3191699298" sldId="2147310948"/>
            <ac:picMk id="15" creationId="{7D579A9D-78CA-6D16-E82B-057AA1F10100}"/>
          </ac:picMkLst>
        </pc:picChg>
        <pc:picChg chg="add mod">
          <ac:chgData name="xiaowenyang52@gmail.com" userId="S::urn:spo:guest#xiaowenyang52@gmail.com::" providerId="AD" clId="Web-{6C52B231-AFD9-2B65-C0E9-A1863D77DCBD}" dt="2026-03-06T14:03:10.529" v="265" actId="1076"/>
          <ac:picMkLst>
            <pc:docMk/>
            <pc:sldMk cId="3191699298" sldId="2147310948"/>
            <ac:picMk id="16" creationId="{1701EBC5-2B02-AB1F-5876-809A429080DE}"/>
          </ac:picMkLst>
        </pc:picChg>
        <pc:picChg chg="add mod">
          <ac:chgData name="xiaowenyang52@gmail.com" userId="S::urn:spo:guest#xiaowenyang52@gmail.com::" providerId="AD" clId="Web-{6C52B231-AFD9-2B65-C0E9-A1863D77DCBD}" dt="2026-03-06T14:05:55.665" v="324" actId="1076"/>
          <ac:picMkLst>
            <pc:docMk/>
            <pc:sldMk cId="3191699298" sldId="2147310948"/>
            <ac:picMk id="30" creationId="{9A9C50A5-5066-A36A-D859-7A68AEDA759E}"/>
          </ac:picMkLst>
        </pc:picChg>
        <pc:picChg chg="add mod">
          <ac:chgData name="xiaowenyang52@gmail.com" userId="S::urn:spo:guest#xiaowenyang52@gmail.com::" providerId="AD" clId="Web-{6C52B231-AFD9-2B65-C0E9-A1863D77DCBD}" dt="2026-03-06T14:34:23.729" v="367" actId="1076"/>
          <ac:picMkLst>
            <pc:docMk/>
            <pc:sldMk cId="3191699298" sldId="2147310948"/>
            <ac:picMk id="38" creationId="{7DE46D3F-4EC0-3178-F1AA-32D7E5A208B7}"/>
          </ac:picMkLst>
        </pc:picChg>
        <pc:picChg chg="add del">
          <ac:chgData name="xiaowenyang52@gmail.com" userId="S::urn:spo:guest#xiaowenyang52@gmail.com::" providerId="AD" clId="Web-{6C52B231-AFD9-2B65-C0E9-A1863D77DCBD}" dt="2026-03-06T14:06:18.495" v="327"/>
          <ac:picMkLst>
            <pc:docMk/>
            <pc:sldMk cId="3191699298" sldId="2147310948"/>
            <ac:picMk id="39" creationId="{69AAA04E-DF4F-B096-95CE-7DF7D00DB145}"/>
          </ac:picMkLst>
        </pc:picChg>
      </pc:sldChg>
      <pc:sldChg chg="add del replId">
        <pc:chgData name="xiaowenyang52@gmail.com" userId="S::urn:spo:guest#xiaowenyang52@gmail.com::" providerId="AD" clId="Web-{6C52B231-AFD9-2B65-C0E9-A1863D77DCBD}" dt="2026-03-06T13:56:35.178" v="192"/>
        <pc:sldMkLst>
          <pc:docMk/>
          <pc:sldMk cId="3136711216" sldId="2147310950"/>
        </pc:sldMkLst>
      </pc:sldChg>
    </pc:docChg>
  </pc:docChgLst>
  <pc:docChgLst>
    <pc:chgData name="m.mewmews@gmail.com" userId="S::urn:spo:guest#m.mewmews@gmail.com::" providerId="AD" clId="Web-{075B0042-F240-3FD2-10D3-A75CD50E6C9B}"/>
    <pc:docChg chg="modSld">
      <pc:chgData name="m.mewmews@gmail.com" userId="S::urn:spo:guest#m.mewmews@gmail.com::" providerId="AD" clId="Web-{075B0042-F240-3FD2-10D3-A75CD50E6C9B}" dt="2026-03-06T14:52:40.242" v="113" actId="20577"/>
      <pc:docMkLst>
        <pc:docMk/>
      </pc:docMkLst>
      <pc:sldChg chg="modSp">
        <pc:chgData name="m.mewmews@gmail.com" userId="S::urn:spo:guest#m.mewmews@gmail.com::" providerId="AD" clId="Web-{075B0042-F240-3FD2-10D3-A75CD50E6C9B}" dt="2026-03-06T14:38:46.845" v="4" actId="1076"/>
        <pc:sldMkLst>
          <pc:docMk/>
          <pc:sldMk cId="816993667" sldId="2147310933"/>
        </pc:sldMkLst>
        <pc:spChg chg="mod">
          <ac:chgData name="m.mewmews@gmail.com" userId="S::urn:spo:guest#m.mewmews@gmail.com::" providerId="AD" clId="Web-{075B0042-F240-3FD2-10D3-A75CD50E6C9B}" dt="2026-03-06T14:38:46.845" v="4" actId="1076"/>
          <ac:spMkLst>
            <pc:docMk/>
            <pc:sldMk cId="816993667" sldId="2147310933"/>
            <ac:spMk id="13" creationId="{43149079-B535-F488-D0A9-4E8D30389019}"/>
          </ac:spMkLst>
        </pc:spChg>
      </pc:sldChg>
      <pc:sldChg chg="modSp">
        <pc:chgData name="m.mewmews@gmail.com" userId="S::urn:spo:guest#m.mewmews@gmail.com::" providerId="AD" clId="Web-{075B0042-F240-3FD2-10D3-A75CD50E6C9B}" dt="2026-03-06T14:52:40.242" v="113" actId="20577"/>
        <pc:sldMkLst>
          <pc:docMk/>
          <pc:sldMk cId="1261836301" sldId="2147310947"/>
        </pc:sldMkLst>
        <pc:graphicFrameChg chg="mod modGraphic">
          <ac:chgData name="m.mewmews@gmail.com" userId="S::urn:spo:guest#m.mewmews@gmail.com::" providerId="AD" clId="Web-{075B0042-F240-3FD2-10D3-A75CD50E6C9B}" dt="2026-03-06T14:52:40.242" v="113" actId="20577"/>
          <ac:graphicFrameMkLst>
            <pc:docMk/>
            <pc:sldMk cId="1261836301" sldId="2147310947"/>
            <ac:graphicFrameMk id="18" creationId="{E34C8874-ECC1-885D-3047-352686433CAD}"/>
          </ac:graphicFrameMkLst>
        </pc:graphicFrameChg>
      </pc:sldChg>
    </pc:docChg>
  </pc:docChgLst>
  <pc:docChgLst>
    <pc:chgData name="m.mewmews@gmail.com" userId="S::urn:spo:guest#m.mewmews@gmail.com::" providerId="AD" clId="Web-{CC006049-78A3-C848-2765-7715B6D73BC4}"/>
    <pc:docChg chg="modSld sldOrd">
      <pc:chgData name="m.mewmews@gmail.com" userId="S::urn:spo:guest#m.mewmews@gmail.com::" providerId="AD" clId="Web-{CC006049-78A3-C848-2765-7715B6D73BC4}" dt="2026-03-02T13:13:45.652" v="404" actId="14100"/>
      <pc:docMkLst>
        <pc:docMk/>
      </pc:docMkLst>
      <pc:sldChg chg="modSp">
        <pc:chgData name="m.mewmews@gmail.com" userId="S::urn:spo:guest#m.mewmews@gmail.com::" providerId="AD" clId="Web-{CC006049-78A3-C848-2765-7715B6D73BC4}" dt="2026-03-02T13:13:45.652" v="404" actId="14100"/>
        <pc:sldMkLst>
          <pc:docMk/>
          <pc:sldMk cId="4062385431" sldId="2147310930"/>
        </pc:sldMkLst>
        <pc:spChg chg="mod">
          <ac:chgData name="m.mewmews@gmail.com" userId="S::urn:spo:guest#m.mewmews@gmail.com::" providerId="AD" clId="Web-{CC006049-78A3-C848-2765-7715B6D73BC4}" dt="2026-03-02T13:13:17.509" v="403" actId="20577"/>
          <ac:spMkLst>
            <pc:docMk/>
            <pc:sldMk cId="4062385431" sldId="2147310930"/>
            <ac:spMk id="11" creationId="{FD9406FC-7290-98C3-494F-F16E9299F274}"/>
          </ac:spMkLst>
        </pc:spChg>
        <pc:spChg chg="mod">
          <ac:chgData name="m.mewmews@gmail.com" userId="S::urn:spo:guest#m.mewmews@gmail.com::" providerId="AD" clId="Web-{CC006049-78A3-C848-2765-7715B6D73BC4}" dt="2026-03-02T13:13:11.743" v="401" actId="20577"/>
          <ac:spMkLst>
            <pc:docMk/>
            <pc:sldMk cId="4062385431" sldId="2147310930"/>
            <ac:spMk id="12" creationId="{75B42342-3DBD-D2A2-F5B7-189CEB47FC26}"/>
          </ac:spMkLst>
        </pc:spChg>
        <pc:spChg chg="mod">
          <ac:chgData name="m.mewmews@gmail.com" userId="S::urn:spo:guest#m.mewmews@gmail.com::" providerId="AD" clId="Web-{CC006049-78A3-C848-2765-7715B6D73BC4}" dt="2026-03-02T13:12:20.551" v="384" actId="20577"/>
          <ac:spMkLst>
            <pc:docMk/>
            <pc:sldMk cId="4062385431" sldId="2147310930"/>
            <ac:spMk id="38" creationId="{0013984C-B0AB-FA95-58D5-8E480BE9DAFC}"/>
          </ac:spMkLst>
        </pc:spChg>
        <pc:spChg chg="mod">
          <ac:chgData name="m.mewmews@gmail.com" userId="S::urn:spo:guest#m.mewmews@gmail.com::" providerId="AD" clId="Web-{CC006049-78A3-C848-2765-7715B6D73BC4}" dt="2026-03-02T13:13:45.652" v="404" actId="14100"/>
          <ac:spMkLst>
            <pc:docMk/>
            <pc:sldMk cId="4062385431" sldId="2147310930"/>
            <ac:spMk id="47" creationId="{D0916B9D-5A18-BFB1-BCBB-D0F3277E28D5}"/>
          </ac:spMkLst>
        </pc:spChg>
        <pc:grpChg chg="mod">
          <ac:chgData name="m.mewmews@gmail.com" userId="S::urn:spo:guest#m.mewmews@gmail.com::" providerId="AD" clId="Web-{CC006049-78A3-C848-2765-7715B6D73BC4}" dt="2026-03-02T13:12:09.879" v="376" actId="1076"/>
          <ac:grpSpMkLst>
            <pc:docMk/>
            <pc:sldMk cId="4062385431" sldId="2147310930"/>
            <ac:grpSpMk id="6" creationId="{AC4C7A68-225F-6282-8DA9-A7584B453246}"/>
          </ac:grpSpMkLst>
        </pc:grpChg>
        <pc:grpChg chg="mod">
          <ac:chgData name="m.mewmews@gmail.com" userId="S::urn:spo:guest#m.mewmews@gmail.com::" providerId="AD" clId="Web-{CC006049-78A3-C848-2765-7715B6D73BC4}" dt="2026-03-02T13:11:48.049" v="370" actId="1076"/>
          <ac:grpSpMkLst>
            <pc:docMk/>
            <pc:sldMk cId="4062385431" sldId="2147310930"/>
            <ac:grpSpMk id="8" creationId="{3997034D-1D23-32C5-AA03-B0E9C5D9CE28}"/>
          </ac:grpSpMkLst>
        </pc:grpChg>
        <pc:picChg chg="mod">
          <ac:chgData name="m.mewmews@gmail.com" userId="S::urn:spo:guest#m.mewmews@gmail.com::" providerId="AD" clId="Web-{CC006049-78A3-C848-2765-7715B6D73BC4}" dt="2026-03-02T13:12:09.910" v="377" actId="1076"/>
          <ac:picMkLst>
            <pc:docMk/>
            <pc:sldMk cId="4062385431" sldId="2147310930"/>
            <ac:picMk id="18" creationId="{21432BE1-0BBA-66D9-A993-16FBECA183A9}"/>
          </ac:picMkLst>
        </pc:picChg>
      </pc:sldChg>
      <pc:sldChg chg="modSp ord">
        <pc:chgData name="m.mewmews@gmail.com" userId="S::urn:spo:guest#m.mewmews@gmail.com::" providerId="AD" clId="Web-{CC006049-78A3-C848-2765-7715B6D73BC4}" dt="2026-03-02T12:06:45.348" v="120"/>
        <pc:sldMkLst>
          <pc:docMk/>
          <pc:sldMk cId="584108360" sldId="2147310936"/>
        </pc:sldMkLst>
        <pc:spChg chg="mod">
          <ac:chgData name="m.mewmews@gmail.com" userId="S::urn:spo:guest#m.mewmews@gmail.com::" providerId="AD" clId="Web-{CC006049-78A3-C848-2765-7715B6D73BC4}" dt="2026-03-02T12:06:45.348" v="120"/>
          <ac:spMkLst>
            <pc:docMk/>
            <pc:sldMk cId="584108360" sldId="2147310936"/>
            <ac:spMk id="2" creationId="{35AEC55B-AB05-75A3-4CFA-45DC9FC6A2A9}"/>
          </ac:spMkLst>
        </pc:spChg>
        <pc:spChg chg="mod">
          <ac:chgData name="m.mewmews@gmail.com" userId="S::urn:spo:guest#m.mewmews@gmail.com::" providerId="AD" clId="Web-{CC006049-78A3-C848-2765-7715B6D73BC4}" dt="2026-03-02T12:06:10.159" v="115" actId="1076"/>
          <ac:spMkLst>
            <pc:docMk/>
            <pc:sldMk cId="584108360" sldId="2147310936"/>
            <ac:spMk id="5" creationId="{69B33642-8438-32BE-80BF-FC5FC7465934}"/>
          </ac:spMkLst>
        </pc:spChg>
        <pc:spChg chg="mod">
          <ac:chgData name="m.mewmews@gmail.com" userId="S::urn:spo:guest#m.mewmews@gmail.com::" providerId="AD" clId="Web-{CC006049-78A3-C848-2765-7715B6D73BC4}" dt="2026-03-02T12:06:41.692" v="118" actId="1076"/>
          <ac:spMkLst>
            <pc:docMk/>
            <pc:sldMk cId="584108360" sldId="2147310936"/>
            <ac:spMk id="465" creationId="{3571B1FA-F256-4FDF-1E4F-E243CCD30157}"/>
          </ac:spMkLst>
        </pc:spChg>
        <pc:spChg chg="mod">
          <ac:chgData name="m.mewmews@gmail.com" userId="S::urn:spo:guest#m.mewmews@gmail.com::" providerId="AD" clId="Web-{CC006049-78A3-C848-2765-7715B6D73BC4}" dt="2026-03-02T12:06:12.659" v="116" actId="20577"/>
          <ac:spMkLst>
            <pc:docMk/>
            <pc:sldMk cId="584108360" sldId="2147310936"/>
            <ac:spMk id="476" creationId="{E65416ED-3644-055C-3531-C20C273190C4}"/>
          </ac:spMkLst>
        </pc:spChg>
        <pc:grpChg chg="mod">
          <ac:chgData name="m.mewmews@gmail.com" userId="S::urn:spo:guest#m.mewmews@gmail.com::" providerId="AD" clId="Web-{CC006049-78A3-C848-2765-7715B6D73BC4}" dt="2026-03-02T12:06:10.143" v="114" actId="1076"/>
          <ac:grpSpMkLst>
            <pc:docMk/>
            <pc:sldMk cId="584108360" sldId="2147310936"/>
            <ac:grpSpMk id="477" creationId="{954C0737-C781-433F-E33B-FF1C9A4FFD9B}"/>
          </ac:grpSpMkLst>
        </pc:grpChg>
      </pc:sldChg>
      <pc:sldChg chg="addSp delSp modSp">
        <pc:chgData name="m.mewmews@gmail.com" userId="S::urn:spo:guest#m.mewmews@gmail.com::" providerId="AD" clId="Web-{CC006049-78A3-C848-2765-7715B6D73BC4}" dt="2026-03-02T13:10:05.688" v="350" actId="1076"/>
        <pc:sldMkLst>
          <pc:docMk/>
          <pc:sldMk cId="112962189" sldId="2147310939"/>
        </pc:sldMkLst>
        <pc:spChg chg="mod">
          <ac:chgData name="m.mewmews@gmail.com" userId="S::urn:spo:guest#m.mewmews@gmail.com::" providerId="AD" clId="Web-{CC006049-78A3-C848-2765-7715B6D73BC4}" dt="2026-03-02T13:10:03.235" v="349" actId="20577"/>
          <ac:spMkLst>
            <pc:docMk/>
            <pc:sldMk cId="112962189" sldId="2147310939"/>
            <ac:spMk id="3" creationId="{547B49B5-4E5D-1717-011A-188B67E1C1FC}"/>
          </ac:spMkLst>
        </pc:spChg>
        <pc:spChg chg="mod">
          <ac:chgData name="m.mewmews@gmail.com" userId="S::urn:spo:guest#m.mewmews@gmail.com::" providerId="AD" clId="Web-{CC006049-78A3-C848-2765-7715B6D73BC4}" dt="2026-03-02T13:01:40.819" v="298" actId="688"/>
          <ac:spMkLst>
            <pc:docMk/>
            <pc:sldMk cId="112962189" sldId="2147310939"/>
            <ac:spMk id="4" creationId="{32494FBA-AE92-EB99-9BB4-2383EC6820D8}"/>
          </ac:spMkLst>
        </pc:spChg>
        <pc:spChg chg="mod">
          <ac:chgData name="m.mewmews@gmail.com" userId="S::urn:spo:guest#m.mewmews@gmail.com::" providerId="AD" clId="Web-{CC006049-78A3-C848-2765-7715B6D73BC4}" dt="2026-03-02T13:07:32.967" v="336" actId="1076"/>
          <ac:spMkLst>
            <pc:docMk/>
            <pc:sldMk cId="112962189" sldId="2147310939"/>
            <ac:spMk id="12" creationId="{AD235EA7-87D7-C9A4-3BE9-42D78089C67B}"/>
          </ac:spMkLst>
        </pc:spChg>
        <pc:spChg chg="mod">
          <ac:chgData name="m.mewmews@gmail.com" userId="S::urn:spo:guest#m.mewmews@gmail.com::" providerId="AD" clId="Web-{CC006049-78A3-C848-2765-7715B6D73BC4}" dt="2026-03-02T13:07:26.061" v="333" actId="1076"/>
          <ac:spMkLst>
            <pc:docMk/>
            <pc:sldMk cId="112962189" sldId="2147310939"/>
            <ac:spMk id="26" creationId="{8DCD8325-98B9-284D-15BE-5610C1D45952}"/>
          </ac:spMkLst>
        </pc:spChg>
        <pc:picChg chg="add mod">
          <ac:chgData name="m.mewmews@gmail.com" userId="S::urn:spo:guest#m.mewmews@gmail.com::" providerId="AD" clId="Web-{CC006049-78A3-C848-2765-7715B6D73BC4}" dt="2026-03-02T13:01:36.116" v="297" actId="1076"/>
          <ac:picMkLst>
            <pc:docMk/>
            <pc:sldMk cId="112962189" sldId="2147310939"/>
            <ac:picMk id="2" creationId="{73862CCC-753E-4102-A3EE-7844CD51AECE}"/>
          </ac:picMkLst>
        </pc:picChg>
        <pc:picChg chg="add mod">
          <ac:chgData name="m.mewmews@gmail.com" userId="S::urn:spo:guest#m.mewmews@gmail.com::" providerId="AD" clId="Web-{CC006049-78A3-C848-2765-7715B6D73BC4}" dt="2026-03-02T13:09:28.063" v="346" actId="1076"/>
          <ac:picMkLst>
            <pc:docMk/>
            <pc:sldMk cId="112962189" sldId="2147310939"/>
            <ac:picMk id="15" creationId="{D6B439AD-815F-62D4-E53D-4F7781083498}"/>
          </ac:picMkLst>
        </pc:picChg>
        <pc:picChg chg="add mod">
          <ac:chgData name="m.mewmews@gmail.com" userId="S::urn:spo:guest#m.mewmews@gmail.com::" providerId="AD" clId="Web-{CC006049-78A3-C848-2765-7715B6D73BC4}" dt="2026-03-02T13:10:05.688" v="350" actId="1076"/>
          <ac:picMkLst>
            <pc:docMk/>
            <pc:sldMk cId="112962189" sldId="2147310939"/>
            <ac:picMk id="16" creationId="{3DA0960A-5CB7-D4A0-662B-3D5D3D694CB1}"/>
          </ac:picMkLst>
        </pc:picChg>
      </pc:sldChg>
      <pc:sldChg chg="modSp">
        <pc:chgData name="m.mewmews@gmail.com" userId="S::urn:spo:guest#m.mewmews@gmail.com::" providerId="AD" clId="Web-{CC006049-78A3-C848-2765-7715B6D73BC4}" dt="2026-03-02T12:01:21.077" v="49" actId="20577"/>
        <pc:sldMkLst>
          <pc:docMk/>
          <pc:sldMk cId="1469125100" sldId="2147310943"/>
        </pc:sldMkLst>
        <pc:spChg chg="mod">
          <ac:chgData name="m.mewmews@gmail.com" userId="S::urn:spo:guest#m.mewmews@gmail.com::" providerId="AD" clId="Web-{CC006049-78A3-C848-2765-7715B6D73BC4}" dt="2026-03-02T12:01:21.077" v="49" actId="20577"/>
          <ac:spMkLst>
            <pc:docMk/>
            <pc:sldMk cId="1469125100" sldId="2147310943"/>
            <ac:spMk id="4" creationId="{A4BFF509-0B4C-FE46-682D-95AD750F5685}"/>
          </ac:spMkLst>
        </pc:spChg>
      </pc:sldChg>
      <pc:sldChg chg="addSp delSp modSp">
        <pc:chgData name="m.mewmews@gmail.com" userId="S::urn:spo:guest#m.mewmews@gmail.com::" providerId="AD" clId="Web-{CC006049-78A3-C848-2765-7715B6D73BC4}" dt="2026-03-02T12:59:52.847" v="282" actId="1076"/>
        <pc:sldMkLst>
          <pc:docMk/>
          <pc:sldMk cId="4197721977" sldId="2147310944"/>
        </pc:sldMkLst>
        <pc:spChg chg="mod">
          <ac:chgData name="m.mewmews@gmail.com" userId="S::urn:spo:guest#m.mewmews@gmail.com::" providerId="AD" clId="Web-{CC006049-78A3-C848-2765-7715B6D73BC4}" dt="2026-03-02T11:58:32.949" v="31"/>
          <ac:spMkLst>
            <pc:docMk/>
            <pc:sldMk cId="4197721977" sldId="2147310944"/>
            <ac:spMk id="9" creationId="{EB35E27F-15EF-02A9-C26C-E635FBF38D43}"/>
          </ac:spMkLst>
        </pc:spChg>
        <pc:spChg chg="mod">
          <ac:chgData name="m.mewmews@gmail.com" userId="S::urn:spo:guest#m.mewmews@gmail.com::" providerId="AD" clId="Web-{CC006049-78A3-C848-2765-7715B6D73BC4}" dt="2026-03-02T12:50:06.309" v="177" actId="1076"/>
          <ac:spMkLst>
            <pc:docMk/>
            <pc:sldMk cId="4197721977" sldId="2147310944"/>
            <ac:spMk id="10" creationId="{4BA6E522-1A01-01B7-6720-93E2E43D0065}"/>
          </ac:spMkLst>
        </pc:spChg>
        <pc:grpChg chg="del">
          <ac:chgData name="m.mewmews@gmail.com" userId="S::urn:spo:guest#m.mewmews@gmail.com::" providerId="AD" clId="Web-{CC006049-78A3-C848-2765-7715B6D73BC4}" dt="2026-03-02T12:50:10.356" v="178"/>
          <ac:grpSpMkLst>
            <pc:docMk/>
            <pc:sldMk cId="4197721977" sldId="2147310944"/>
            <ac:grpSpMk id="16" creationId="{E0041A96-6D28-7FE7-DF66-491A01722F28}"/>
          </ac:grpSpMkLst>
        </pc:grpChg>
      </pc:sldChg>
    </pc:docChg>
  </pc:docChgLst>
  <pc:docChgLst>
    <pc:chgData name="m.mewmews@gmail.com" userId="S::urn:spo:guest#m.mewmews@gmail.com::" providerId="AD" clId="Web-{7E14E7E6-7AD3-AFDC-7178-6255F9ABF3F4}"/>
    <pc:docChg chg="mod addSld modSld sldOrd addMainMaster delMainMaster">
      <pc:chgData name="m.mewmews@gmail.com" userId="S::urn:spo:guest#m.mewmews@gmail.com::" providerId="AD" clId="Web-{7E14E7E6-7AD3-AFDC-7178-6255F9ABF3F4}" dt="2026-03-06T14:09:27.804" v="457" actId="20577"/>
      <pc:docMkLst>
        <pc:docMk/>
      </pc:docMkLst>
      <pc:sldChg chg="mod modClrScheme chgLayout">
        <pc:chgData name="m.mewmews@gmail.com" userId="S::urn:spo:guest#m.mewmews@gmail.com::" providerId="AD" clId="Web-{7E14E7E6-7AD3-AFDC-7178-6255F9ABF3F4}" dt="2026-03-05T16:56:36.486" v="1"/>
        <pc:sldMkLst>
          <pc:docMk/>
          <pc:sldMk cId="1937041550" sldId="259"/>
        </pc:sldMkLst>
      </pc:sldChg>
      <pc:sldChg chg="mod modClrScheme chgLayout">
        <pc:chgData name="m.mewmews@gmail.com" userId="S::urn:spo:guest#m.mewmews@gmail.com::" providerId="AD" clId="Web-{7E14E7E6-7AD3-AFDC-7178-6255F9ABF3F4}" dt="2026-03-05T16:56:36.486" v="1"/>
        <pc:sldMkLst>
          <pc:docMk/>
          <pc:sldMk cId="3724922495" sldId="2147310925"/>
        </pc:sldMkLst>
      </pc:sldChg>
      <pc:sldChg chg="mod modClrScheme chgLayout">
        <pc:chgData name="m.mewmews@gmail.com" userId="S::urn:spo:guest#m.mewmews@gmail.com::" providerId="AD" clId="Web-{7E14E7E6-7AD3-AFDC-7178-6255F9ABF3F4}" dt="2026-03-05T16:56:36.486" v="1"/>
        <pc:sldMkLst>
          <pc:docMk/>
          <pc:sldMk cId="4062385431" sldId="2147310930"/>
        </pc:sldMkLst>
      </pc:sldChg>
      <pc:sldChg chg="mod modClrScheme chgLayout">
        <pc:chgData name="m.mewmews@gmail.com" userId="S::urn:spo:guest#m.mewmews@gmail.com::" providerId="AD" clId="Web-{7E14E7E6-7AD3-AFDC-7178-6255F9ABF3F4}" dt="2026-03-05T16:56:36.486" v="1"/>
        <pc:sldMkLst>
          <pc:docMk/>
          <pc:sldMk cId="816993667" sldId="2147310933"/>
        </pc:sldMkLst>
      </pc:sldChg>
      <pc:sldChg chg="mod modClrScheme chgLayout">
        <pc:chgData name="m.mewmews@gmail.com" userId="S::urn:spo:guest#m.mewmews@gmail.com::" providerId="AD" clId="Web-{7E14E7E6-7AD3-AFDC-7178-6255F9ABF3F4}" dt="2026-03-05T16:56:36.486" v="1"/>
        <pc:sldMkLst>
          <pc:docMk/>
          <pc:sldMk cId="584108360" sldId="2147310936"/>
        </pc:sldMkLst>
      </pc:sldChg>
      <pc:sldChg chg="mod modClrScheme chgLayout">
        <pc:chgData name="m.mewmews@gmail.com" userId="S::urn:spo:guest#m.mewmews@gmail.com::" providerId="AD" clId="Web-{7E14E7E6-7AD3-AFDC-7178-6255F9ABF3F4}" dt="2026-03-05T16:56:36.486" v="1"/>
        <pc:sldMkLst>
          <pc:docMk/>
          <pc:sldMk cId="112962189" sldId="2147310939"/>
        </pc:sldMkLst>
      </pc:sldChg>
      <pc:sldChg chg="mod modClrScheme chgLayout">
        <pc:chgData name="m.mewmews@gmail.com" userId="S::urn:spo:guest#m.mewmews@gmail.com::" providerId="AD" clId="Web-{7E14E7E6-7AD3-AFDC-7178-6255F9ABF3F4}" dt="2026-03-05T16:56:36.486" v="1"/>
        <pc:sldMkLst>
          <pc:docMk/>
          <pc:sldMk cId="3219684325" sldId="2147310940"/>
        </pc:sldMkLst>
      </pc:sldChg>
      <pc:sldChg chg="mod modClrScheme chgLayout">
        <pc:chgData name="m.mewmews@gmail.com" userId="S::urn:spo:guest#m.mewmews@gmail.com::" providerId="AD" clId="Web-{7E14E7E6-7AD3-AFDC-7178-6255F9ABF3F4}" dt="2026-03-05T16:56:36.486" v="1"/>
        <pc:sldMkLst>
          <pc:docMk/>
          <pc:sldMk cId="3155074421" sldId="2147310941"/>
        </pc:sldMkLst>
      </pc:sldChg>
      <pc:sldChg chg="mod modClrScheme modShow chgLayout">
        <pc:chgData name="m.mewmews@gmail.com" userId="S::urn:spo:guest#m.mewmews@gmail.com::" providerId="AD" clId="Web-{7E14E7E6-7AD3-AFDC-7178-6255F9ABF3F4}" dt="2026-03-06T13:15:58.446" v="2"/>
        <pc:sldMkLst>
          <pc:docMk/>
          <pc:sldMk cId="2959555537" sldId="2147310942"/>
        </pc:sldMkLst>
      </pc:sldChg>
      <pc:sldChg chg="mod modClrScheme chgLayout">
        <pc:chgData name="m.mewmews@gmail.com" userId="S::urn:spo:guest#m.mewmews@gmail.com::" providerId="AD" clId="Web-{7E14E7E6-7AD3-AFDC-7178-6255F9ABF3F4}" dt="2026-03-05T16:56:36.486" v="1"/>
        <pc:sldMkLst>
          <pc:docMk/>
          <pc:sldMk cId="1469125100" sldId="2147310943"/>
        </pc:sldMkLst>
      </pc:sldChg>
      <pc:sldChg chg="mod modClrScheme chgLayout">
        <pc:chgData name="m.mewmews@gmail.com" userId="S::urn:spo:guest#m.mewmews@gmail.com::" providerId="AD" clId="Web-{7E14E7E6-7AD3-AFDC-7178-6255F9ABF3F4}" dt="2026-03-05T16:56:36.486" v="1"/>
        <pc:sldMkLst>
          <pc:docMk/>
          <pc:sldMk cId="4197721977" sldId="2147310944"/>
        </pc:sldMkLst>
      </pc:sldChg>
      <pc:sldChg chg="mod modClrScheme chgLayout">
        <pc:chgData name="m.mewmews@gmail.com" userId="S::urn:spo:guest#m.mewmews@gmail.com::" providerId="AD" clId="Web-{7E14E7E6-7AD3-AFDC-7178-6255F9ABF3F4}" dt="2026-03-05T16:56:36.486" v="1"/>
        <pc:sldMkLst>
          <pc:docMk/>
          <pc:sldMk cId="1564291331" sldId="2147310946"/>
        </pc:sldMkLst>
      </pc:sldChg>
      <pc:sldChg chg="addSp delSp modSp add mod ord replId modShow">
        <pc:chgData name="m.mewmews@gmail.com" userId="S::urn:spo:guest#m.mewmews@gmail.com::" providerId="AD" clId="Web-{7E14E7E6-7AD3-AFDC-7178-6255F9ABF3F4}" dt="2026-03-06T14:09:27.804" v="457" actId="20577"/>
        <pc:sldMkLst>
          <pc:docMk/>
          <pc:sldMk cId="1261836301" sldId="2147310947"/>
        </pc:sldMkLst>
        <pc:spChg chg="mod">
          <ac:chgData name="m.mewmews@gmail.com" userId="S::urn:spo:guest#m.mewmews@gmail.com::" providerId="AD" clId="Web-{7E14E7E6-7AD3-AFDC-7178-6255F9ABF3F4}" dt="2026-03-06T13:39:21.256" v="107" actId="1076"/>
          <ac:spMkLst>
            <pc:docMk/>
            <pc:sldMk cId="1261836301" sldId="2147310947"/>
            <ac:spMk id="10" creationId="{0771F60D-0000-FB5F-3871-A2E71E670137}"/>
          </ac:spMkLst>
        </pc:spChg>
        <pc:spChg chg="mod">
          <ac:chgData name="m.mewmews@gmail.com" userId="S::urn:spo:guest#m.mewmews@gmail.com::" providerId="AD" clId="Web-{7E14E7E6-7AD3-AFDC-7178-6255F9ABF3F4}" dt="2026-03-06T13:19:06.871" v="68" actId="1076"/>
          <ac:spMkLst>
            <pc:docMk/>
            <pc:sldMk cId="1261836301" sldId="2147310947"/>
            <ac:spMk id="11" creationId="{5D7E4BF8-3FA4-4076-8BFE-24C1E751D66E}"/>
          </ac:spMkLst>
        </pc:spChg>
        <pc:spChg chg="mod">
          <ac:chgData name="m.mewmews@gmail.com" userId="S::urn:spo:guest#m.mewmews@gmail.com::" providerId="AD" clId="Web-{7E14E7E6-7AD3-AFDC-7178-6255F9ABF3F4}" dt="2026-03-06T13:16:27.197" v="28" actId="20577"/>
          <ac:spMkLst>
            <pc:docMk/>
            <pc:sldMk cId="1261836301" sldId="2147310947"/>
            <ac:spMk id="12" creationId="{05119BA1-B93D-7AE6-C47F-D3515D8A52A4}"/>
          </ac:spMkLst>
        </pc:spChg>
        <pc:spChg chg="del mod">
          <ac:chgData name="m.mewmews@gmail.com" userId="S::urn:spo:guest#m.mewmews@gmail.com::" providerId="AD" clId="Web-{7E14E7E6-7AD3-AFDC-7178-6255F9ABF3F4}" dt="2026-03-06T13:51:18.221" v="361"/>
          <ac:spMkLst>
            <pc:docMk/>
            <pc:sldMk cId="1261836301" sldId="2147310947"/>
            <ac:spMk id="13" creationId="{7EFB696F-B466-DF90-AAB3-9E9DE413EF0E}"/>
          </ac:spMkLst>
        </pc:spChg>
        <pc:spChg chg="del">
          <ac:chgData name="m.mewmews@gmail.com" userId="S::urn:spo:guest#m.mewmews@gmail.com::" providerId="AD" clId="Web-{7E14E7E6-7AD3-AFDC-7178-6255F9ABF3F4}" dt="2026-03-06T13:51:18.221" v="360"/>
          <ac:spMkLst>
            <pc:docMk/>
            <pc:sldMk cId="1261836301" sldId="2147310947"/>
            <ac:spMk id="15" creationId="{ABE8500A-AE85-5B14-137E-7EA26F2F8DB0}"/>
          </ac:spMkLst>
        </pc:spChg>
        <pc:spChg chg="del mod">
          <ac:chgData name="m.mewmews@gmail.com" userId="S::urn:spo:guest#m.mewmews@gmail.com::" providerId="AD" clId="Web-{7E14E7E6-7AD3-AFDC-7178-6255F9ABF3F4}" dt="2026-03-06T13:51:18.221" v="359"/>
          <ac:spMkLst>
            <pc:docMk/>
            <pc:sldMk cId="1261836301" sldId="2147310947"/>
            <ac:spMk id="16" creationId="{3154BC99-AADB-F357-7D0E-5EC1D42EBC93}"/>
          </ac:spMkLst>
        </pc:spChg>
        <pc:grpChg chg="del mod">
          <ac:chgData name="m.mewmews@gmail.com" userId="S::urn:spo:guest#m.mewmews@gmail.com::" providerId="AD" clId="Web-{7E14E7E6-7AD3-AFDC-7178-6255F9ABF3F4}" dt="2026-03-06T13:51:18.221" v="362"/>
          <ac:grpSpMkLst>
            <pc:docMk/>
            <pc:sldMk cId="1261836301" sldId="2147310947"/>
            <ac:grpSpMk id="2" creationId="{E138E4E2-6043-6498-C400-87E46E3FB63E}"/>
          </ac:grpSpMkLst>
        </pc:grpChg>
        <pc:graphicFrameChg chg="add mod modGraphic">
          <ac:chgData name="m.mewmews@gmail.com" userId="S::urn:spo:guest#m.mewmews@gmail.com::" providerId="AD" clId="Web-{7E14E7E6-7AD3-AFDC-7178-6255F9ABF3F4}" dt="2026-03-06T14:09:27.804" v="457" actId="20577"/>
          <ac:graphicFrameMkLst>
            <pc:docMk/>
            <pc:sldMk cId="1261836301" sldId="2147310947"/>
            <ac:graphicFrameMk id="18" creationId="{E34C8874-ECC1-885D-3047-352686433CAD}"/>
          </ac:graphicFrameMkLst>
        </pc:graphicFrameChg>
        <pc:picChg chg="del">
          <ac:chgData name="m.mewmews@gmail.com" userId="S::urn:spo:guest#m.mewmews@gmail.com::" providerId="AD" clId="Web-{7E14E7E6-7AD3-AFDC-7178-6255F9ABF3F4}" dt="2026-03-06T13:51:18.205" v="358"/>
          <ac:picMkLst>
            <pc:docMk/>
            <pc:sldMk cId="1261836301" sldId="2147310947"/>
            <ac:picMk id="17" creationId="{DCD37710-4810-B15C-CEDB-851F3079CF1D}"/>
          </ac:picMkLst>
        </pc:picChg>
        <pc:picChg chg="del">
          <ac:chgData name="m.mewmews@gmail.com" userId="S::urn:spo:guest#m.mewmews@gmail.com::" providerId="AD" clId="Web-{7E14E7E6-7AD3-AFDC-7178-6255F9ABF3F4}" dt="2026-03-06T13:51:18.205" v="357"/>
          <ac:picMkLst>
            <pc:docMk/>
            <pc:sldMk cId="1261836301" sldId="2147310947"/>
            <ac:picMk id="19" creationId="{C627A9E1-A984-B82C-1298-C861F3C8092B}"/>
          </ac:picMkLst>
        </pc:picChg>
        <pc:picChg chg="del">
          <ac:chgData name="m.mewmews@gmail.com" userId="S::urn:spo:guest#m.mewmews@gmail.com::" providerId="AD" clId="Web-{7E14E7E6-7AD3-AFDC-7178-6255F9ABF3F4}" dt="2026-03-06T13:51:18.205" v="356"/>
          <ac:picMkLst>
            <pc:docMk/>
            <pc:sldMk cId="1261836301" sldId="2147310947"/>
            <ac:picMk id="21" creationId="{CC22CEBE-3168-A749-E92F-F12953413AAF}"/>
          </ac:picMkLst>
        </pc:picChg>
      </pc:sldChg>
      <pc:sldMasterChg chg="add del addSldLayout delSldLayout">
        <pc:chgData name="m.mewmews@gmail.com" userId="S::urn:spo:guest#m.mewmews@gmail.com::" providerId="AD" clId="Web-{7E14E7E6-7AD3-AFDC-7178-6255F9ABF3F4}" dt="2026-03-05T16:56:36.486" v="1"/>
        <pc:sldMasterMkLst>
          <pc:docMk/>
          <pc:sldMasterMk cId="114392115" sldId="2147483661"/>
        </pc:sldMasterMkLst>
        <pc:sldLayoutChg chg="add del">
          <pc:chgData name="m.mewmews@gmail.com" userId="S::urn:spo:guest#m.mewmews@gmail.com::" providerId="AD" clId="Web-{7E14E7E6-7AD3-AFDC-7178-6255F9ABF3F4}" dt="2026-03-05T16:56:36.486" v="1"/>
          <pc:sldLayoutMkLst>
            <pc:docMk/>
            <pc:sldMasterMk cId="114392115" sldId="2147483661"/>
            <pc:sldLayoutMk cId="3379901726" sldId="2147483662"/>
          </pc:sldLayoutMkLst>
        </pc:sldLayoutChg>
        <pc:sldLayoutChg chg="add del">
          <pc:chgData name="m.mewmews@gmail.com" userId="S::urn:spo:guest#m.mewmews@gmail.com::" providerId="AD" clId="Web-{7E14E7E6-7AD3-AFDC-7178-6255F9ABF3F4}" dt="2026-03-05T16:56:36.486" v="1"/>
          <pc:sldLayoutMkLst>
            <pc:docMk/>
            <pc:sldMasterMk cId="114392115" sldId="2147483661"/>
            <pc:sldLayoutMk cId="4060404119" sldId="2147483663"/>
          </pc:sldLayoutMkLst>
        </pc:sldLayoutChg>
        <pc:sldLayoutChg chg="add del">
          <pc:chgData name="m.mewmews@gmail.com" userId="S::urn:spo:guest#m.mewmews@gmail.com::" providerId="AD" clId="Web-{7E14E7E6-7AD3-AFDC-7178-6255F9ABF3F4}" dt="2026-03-05T16:56:36.486" v="1"/>
          <pc:sldLayoutMkLst>
            <pc:docMk/>
            <pc:sldMasterMk cId="114392115" sldId="2147483661"/>
            <pc:sldLayoutMk cId="4270143418" sldId="2147483664"/>
          </pc:sldLayoutMkLst>
        </pc:sldLayoutChg>
        <pc:sldLayoutChg chg="add del">
          <pc:chgData name="m.mewmews@gmail.com" userId="S::urn:spo:guest#m.mewmews@gmail.com::" providerId="AD" clId="Web-{7E14E7E6-7AD3-AFDC-7178-6255F9ABF3F4}" dt="2026-03-05T16:56:36.486" v="1"/>
          <pc:sldLayoutMkLst>
            <pc:docMk/>
            <pc:sldMasterMk cId="114392115" sldId="2147483661"/>
            <pc:sldLayoutMk cId="3035737533" sldId="2147483665"/>
          </pc:sldLayoutMkLst>
        </pc:sldLayoutChg>
        <pc:sldLayoutChg chg="add del">
          <pc:chgData name="m.mewmews@gmail.com" userId="S::urn:spo:guest#m.mewmews@gmail.com::" providerId="AD" clId="Web-{7E14E7E6-7AD3-AFDC-7178-6255F9ABF3F4}" dt="2026-03-05T16:56:36.486" v="1"/>
          <pc:sldLayoutMkLst>
            <pc:docMk/>
            <pc:sldMasterMk cId="114392115" sldId="2147483661"/>
            <pc:sldLayoutMk cId="4004315167" sldId="2147483666"/>
          </pc:sldLayoutMkLst>
        </pc:sldLayoutChg>
        <pc:sldLayoutChg chg="add del">
          <pc:chgData name="m.mewmews@gmail.com" userId="S::urn:spo:guest#m.mewmews@gmail.com::" providerId="AD" clId="Web-{7E14E7E6-7AD3-AFDC-7178-6255F9ABF3F4}" dt="2026-03-05T16:56:36.486" v="1"/>
          <pc:sldLayoutMkLst>
            <pc:docMk/>
            <pc:sldMasterMk cId="114392115" sldId="2147483661"/>
            <pc:sldLayoutMk cId="1765811555" sldId="2147483667"/>
          </pc:sldLayoutMkLst>
        </pc:sldLayoutChg>
        <pc:sldLayoutChg chg="add del">
          <pc:chgData name="m.mewmews@gmail.com" userId="S::urn:spo:guest#m.mewmews@gmail.com::" providerId="AD" clId="Web-{7E14E7E6-7AD3-AFDC-7178-6255F9ABF3F4}" dt="2026-03-05T16:56:36.486" v="1"/>
          <pc:sldLayoutMkLst>
            <pc:docMk/>
            <pc:sldMasterMk cId="114392115" sldId="2147483661"/>
            <pc:sldLayoutMk cId="2666712641" sldId="2147483668"/>
          </pc:sldLayoutMkLst>
        </pc:sldLayoutChg>
        <pc:sldLayoutChg chg="add del">
          <pc:chgData name="m.mewmews@gmail.com" userId="S::urn:spo:guest#m.mewmews@gmail.com::" providerId="AD" clId="Web-{7E14E7E6-7AD3-AFDC-7178-6255F9ABF3F4}" dt="2026-03-05T16:56:36.486" v="1"/>
          <pc:sldLayoutMkLst>
            <pc:docMk/>
            <pc:sldMasterMk cId="114392115" sldId="2147483661"/>
            <pc:sldLayoutMk cId="3333706698" sldId="2147483669"/>
          </pc:sldLayoutMkLst>
        </pc:sldLayoutChg>
        <pc:sldLayoutChg chg="add del">
          <pc:chgData name="m.mewmews@gmail.com" userId="S::urn:spo:guest#m.mewmews@gmail.com::" providerId="AD" clId="Web-{7E14E7E6-7AD3-AFDC-7178-6255F9ABF3F4}" dt="2026-03-05T16:56:36.486" v="1"/>
          <pc:sldLayoutMkLst>
            <pc:docMk/>
            <pc:sldMasterMk cId="114392115" sldId="2147483661"/>
            <pc:sldLayoutMk cId="2717195235" sldId="2147483670"/>
          </pc:sldLayoutMkLst>
        </pc:sldLayoutChg>
        <pc:sldLayoutChg chg="add del">
          <pc:chgData name="m.mewmews@gmail.com" userId="S::urn:spo:guest#m.mewmews@gmail.com::" providerId="AD" clId="Web-{7E14E7E6-7AD3-AFDC-7178-6255F9ABF3F4}" dt="2026-03-05T16:56:36.486" v="1"/>
          <pc:sldLayoutMkLst>
            <pc:docMk/>
            <pc:sldMasterMk cId="114392115" sldId="2147483661"/>
            <pc:sldLayoutMk cId="3346542193" sldId="2147483671"/>
          </pc:sldLayoutMkLst>
        </pc:sldLayoutChg>
        <pc:sldLayoutChg chg="add del">
          <pc:chgData name="m.mewmews@gmail.com" userId="S::urn:spo:guest#m.mewmews@gmail.com::" providerId="AD" clId="Web-{7E14E7E6-7AD3-AFDC-7178-6255F9ABF3F4}" dt="2026-03-05T16:56:36.486" v="1"/>
          <pc:sldLayoutMkLst>
            <pc:docMk/>
            <pc:sldMasterMk cId="114392115" sldId="2147483661"/>
            <pc:sldLayoutMk cId="3907430500" sldId="2147483672"/>
          </pc:sldLayoutMkLst>
        </pc:sldLayoutChg>
        <pc:sldLayoutChg chg="add del">
          <pc:chgData name="m.mewmews@gmail.com" userId="S::urn:spo:guest#m.mewmews@gmail.com::" providerId="AD" clId="Web-{7E14E7E6-7AD3-AFDC-7178-6255F9ABF3F4}" dt="2026-03-05T16:56:36.486" v="1"/>
          <pc:sldLayoutMkLst>
            <pc:docMk/>
            <pc:sldMasterMk cId="114392115" sldId="2147483661"/>
            <pc:sldLayoutMk cId="2341246146" sldId="2147483673"/>
          </pc:sldLayoutMkLst>
        </pc:sldLayoutChg>
        <pc:sldLayoutChg chg="add del">
          <pc:chgData name="m.mewmews@gmail.com" userId="S::urn:spo:guest#m.mewmews@gmail.com::" providerId="AD" clId="Web-{7E14E7E6-7AD3-AFDC-7178-6255F9ABF3F4}" dt="2026-03-05T16:56:36.486" v="1"/>
          <pc:sldLayoutMkLst>
            <pc:docMk/>
            <pc:sldMasterMk cId="114392115" sldId="2147483661"/>
            <pc:sldLayoutMk cId="2659164430" sldId="2147483674"/>
          </pc:sldLayoutMkLst>
        </pc:sldLayoutChg>
      </pc:sldMasterChg>
      <pc:sldMasterChg chg="add del addSldLayout delSldLayout modSldLayout">
        <pc:chgData name="m.mewmews@gmail.com" userId="S::urn:spo:guest#m.mewmews@gmail.com::" providerId="AD" clId="Web-{7E14E7E6-7AD3-AFDC-7178-6255F9ABF3F4}" dt="2026-03-05T16:56:36.486" v="1"/>
        <pc:sldMasterMkLst>
          <pc:docMk/>
          <pc:sldMasterMk cId="2799225864" sldId="2147483675"/>
        </pc:sldMasterMkLst>
        <pc:sldLayoutChg chg="add del mod replId">
          <pc:chgData name="m.mewmews@gmail.com" userId="S::urn:spo:guest#m.mewmews@gmail.com::" providerId="AD" clId="Web-{7E14E7E6-7AD3-AFDC-7178-6255F9ABF3F4}" dt="2026-03-05T16:56:36.486" v="1"/>
          <pc:sldLayoutMkLst>
            <pc:docMk/>
            <pc:sldMasterMk cId="2799225864" sldId="2147483675"/>
            <pc:sldLayoutMk cId="509590164" sldId="2147483676"/>
          </pc:sldLayoutMkLst>
        </pc:sldLayoutChg>
        <pc:sldLayoutChg chg="add del mod replId">
          <pc:chgData name="m.mewmews@gmail.com" userId="S::urn:spo:guest#m.mewmews@gmail.com::" providerId="AD" clId="Web-{7E14E7E6-7AD3-AFDC-7178-6255F9ABF3F4}" dt="2026-03-05T16:56:36.486" v="1"/>
          <pc:sldLayoutMkLst>
            <pc:docMk/>
            <pc:sldMasterMk cId="2799225864" sldId="2147483675"/>
            <pc:sldLayoutMk cId="3076671611" sldId="2147483677"/>
          </pc:sldLayoutMkLst>
        </pc:sldLayoutChg>
        <pc:sldLayoutChg chg="add del mod replId">
          <pc:chgData name="m.mewmews@gmail.com" userId="S::urn:spo:guest#m.mewmews@gmail.com::" providerId="AD" clId="Web-{7E14E7E6-7AD3-AFDC-7178-6255F9ABF3F4}" dt="2026-03-05T16:56:36.486" v="1"/>
          <pc:sldLayoutMkLst>
            <pc:docMk/>
            <pc:sldMasterMk cId="2799225864" sldId="2147483675"/>
            <pc:sldLayoutMk cId="242218935" sldId="2147483678"/>
          </pc:sldLayoutMkLst>
        </pc:sldLayoutChg>
        <pc:sldLayoutChg chg="add del mod replId">
          <pc:chgData name="m.mewmews@gmail.com" userId="S::urn:spo:guest#m.mewmews@gmail.com::" providerId="AD" clId="Web-{7E14E7E6-7AD3-AFDC-7178-6255F9ABF3F4}" dt="2026-03-05T16:56:36.486" v="1"/>
          <pc:sldLayoutMkLst>
            <pc:docMk/>
            <pc:sldMasterMk cId="2799225864" sldId="2147483675"/>
            <pc:sldLayoutMk cId="2503412709" sldId="2147483679"/>
          </pc:sldLayoutMkLst>
        </pc:sldLayoutChg>
        <pc:sldLayoutChg chg="add del mod replId">
          <pc:chgData name="m.mewmews@gmail.com" userId="S::urn:spo:guest#m.mewmews@gmail.com::" providerId="AD" clId="Web-{7E14E7E6-7AD3-AFDC-7178-6255F9ABF3F4}" dt="2026-03-05T16:56:36.486" v="1"/>
          <pc:sldLayoutMkLst>
            <pc:docMk/>
            <pc:sldMasterMk cId="2799225864" sldId="2147483675"/>
            <pc:sldLayoutMk cId="1209539639" sldId="2147483680"/>
          </pc:sldLayoutMkLst>
        </pc:sldLayoutChg>
        <pc:sldLayoutChg chg="add del mod replId">
          <pc:chgData name="m.mewmews@gmail.com" userId="S::urn:spo:guest#m.mewmews@gmail.com::" providerId="AD" clId="Web-{7E14E7E6-7AD3-AFDC-7178-6255F9ABF3F4}" dt="2026-03-05T16:56:36.486" v="1"/>
          <pc:sldLayoutMkLst>
            <pc:docMk/>
            <pc:sldMasterMk cId="2799225864" sldId="2147483675"/>
            <pc:sldLayoutMk cId="943165508" sldId="2147483681"/>
          </pc:sldLayoutMkLst>
        </pc:sldLayoutChg>
        <pc:sldLayoutChg chg="add del mod replId">
          <pc:chgData name="m.mewmews@gmail.com" userId="S::urn:spo:guest#m.mewmews@gmail.com::" providerId="AD" clId="Web-{7E14E7E6-7AD3-AFDC-7178-6255F9ABF3F4}" dt="2026-03-05T16:56:36.486" v="1"/>
          <pc:sldLayoutMkLst>
            <pc:docMk/>
            <pc:sldMasterMk cId="2799225864" sldId="2147483675"/>
            <pc:sldLayoutMk cId="3349799546" sldId="2147483682"/>
          </pc:sldLayoutMkLst>
        </pc:sldLayoutChg>
        <pc:sldLayoutChg chg="add del mod replId">
          <pc:chgData name="m.mewmews@gmail.com" userId="S::urn:spo:guest#m.mewmews@gmail.com::" providerId="AD" clId="Web-{7E14E7E6-7AD3-AFDC-7178-6255F9ABF3F4}" dt="2026-03-05T16:56:36.486" v="1"/>
          <pc:sldLayoutMkLst>
            <pc:docMk/>
            <pc:sldMasterMk cId="2799225864" sldId="2147483675"/>
            <pc:sldLayoutMk cId="357320" sldId="2147483683"/>
          </pc:sldLayoutMkLst>
        </pc:sldLayoutChg>
        <pc:sldLayoutChg chg="add del mod replId">
          <pc:chgData name="m.mewmews@gmail.com" userId="S::urn:spo:guest#m.mewmews@gmail.com::" providerId="AD" clId="Web-{7E14E7E6-7AD3-AFDC-7178-6255F9ABF3F4}" dt="2026-03-05T16:56:36.486" v="1"/>
          <pc:sldLayoutMkLst>
            <pc:docMk/>
            <pc:sldMasterMk cId="2799225864" sldId="2147483675"/>
            <pc:sldLayoutMk cId="4014227489" sldId="2147483684"/>
          </pc:sldLayoutMkLst>
        </pc:sldLayoutChg>
        <pc:sldLayoutChg chg="add del mod replId">
          <pc:chgData name="m.mewmews@gmail.com" userId="S::urn:spo:guest#m.mewmews@gmail.com::" providerId="AD" clId="Web-{7E14E7E6-7AD3-AFDC-7178-6255F9ABF3F4}" dt="2026-03-05T16:56:36.486" v="1"/>
          <pc:sldLayoutMkLst>
            <pc:docMk/>
            <pc:sldMasterMk cId="2799225864" sldId="2147483675"/>
            <pc:sldLayoutMk cId="2610079431" sldId="2147483685"/>
          </pc:sldLayoutMkLst>
        </pc:sldLayoutChg>
        <pc:sldLayoutChg chg="add del mod replId">
          <pc:chgData name="m.mewmews@gmail.com" userId="S::urn:spo:guest#m.mewmews@gmail.com::" providerId="AD" clId="Web-{7E14E7E6-7AD3-AFDC-7178-6255F9ABF3F4}" dt="2026-03-05T16:56:36.486" v="1"/>
          <pc:sldLayoutMkLst>
            <pc:docMk/>
            <pc:sldMasterMk cId="2799225864" sldId="2147483675"/>
            <pc:sldLayoutMk cId="3891489921" sldId="2147483686"/>
          </pc:sldLayoutMkLst>
        </pc:sldLayoutChg>
        <pc:sldLayoutChg chg="add del mod replId">
          <pc:chgData name="m.mewmews@gmail.com" userId="S::urn:spo:guest#m.mewmews@gmail.com::" providerId="AD" clId="Web-{7E14E7E6-7AD3-AFDC-7178-6255F9ABF3F4}" dt="2026-03-05T16:56:36.486" v="1"/>
          <pc:sldLayoutMkLst>
            <pc:docMk/>
            <pc:sldMasterMk cId="2799225864" sldId="2147483675"/>
            <pc:sldLayoutMk cId="2813765964" sldId="2147483687"/>
          </pc:sldLayoutMkLst>
        </pc:sldLayoutChg>
        <pc:sldLayoutChg chg="add del mod replId">
          <pc:chgData name="m.mewmews@gmail.com" userId="S::urn:spo:guest#m.mewmews@gmail.com::" providerId="AD" clId="Web-{7E14E7E6-7AD3-AFDC-7178-6255F9ABF3F4}" dt="2026-03-05T16:56:36.486" v="1"/>
          <pc:sldLayoutMkLst>
            <pc:docMk/>
            <pc:sldMasterMk cId="2799225864" sldId="2147483675"/>
            <pc:sldLayoutMk cId="1457755671" sldId="2147483688"/>
          </pc:sldLayoutMkLst>
        </pc:sldLayoutChg>
      </pc:sldMasterChg>
    </pc:docChg>
  </pc:docChgLst>
  <pc:docChgLst>
    <pc:chgData name="Jushuanghui Li" userId="S::lijus@chalmers.se::c4e523db-19fd-42ed-86e4-79c1bb23340e" providerId="AD" clId="Web-{B4BB3A37-56DD-83E5-15E4-EE77A3C3EB33}"/>
    <pc:docChg chg="modSld">
      <pc:chgData name="Jushuanghui Li" userId="S::lijus@chalmers.se::c4e523db-19fd-42ed-86e4-79c1bb23340e" providerId="AD" clId="Web-{B4BB3A37-56DD-83E5-15E4-EE77A3C3EB33}" dt="2026-03-06T16:11:19.034" v="73" actId="20577"/>
      <pc:docMkLst>
        <pc:docMk/>
      </pc:docMkLst>
      <pc:sldChg chg="delSp modSp">
        <pc:chgData name="Jushuanghui Li" userId="S::lijus@chalmers.se::c4e523db-19fd-42ed-86e4-79c1bb23340e" providerId="AD" clId="Web-{B4BB3A37-56DD-83E5-15E4-EE77A3C3EB33}" dt="2026-03-06T16:11:19.034" v="73" actId="20577"/>
        <pc:sldMkLst>
          <pc:docMk/>
          <pc:sldMk cId="3191699298" sldId="2147310948"/>
        </pc:sldMkLst>
        <pc:spChg chg="mod">
          <ac:chgData name="Jushuanghui Li" userId="S::lijus@chalmers.se::c4e523db-19fd-42ed-86e4-79c1bb23340e" providerId="AD" clId="Web-{B4BB3A37-56DD-83E5-15E4-EE77A3C3EB33}" dt="2026-03-06T15:04:57.984" v="6" actId="20577"/>
          <ac:spMkLst>
            <pc:docMk/>
            <pc:sldMk cId="3191699298" sldId="2147310948"/>
            <ac:spMk id="3" creationId="{F4EA87E2-654A-EA07-381A-8BFB9A9D4894}"/>
          </ac:spMkLst>
        </pc:spChg>
        <pc:spChg chg="mod">
          <ac:chgData name="Jushuanghui Li" userId="S::lijus@chalmers.se::c4e523db-19fd-42ed-86e4-79c1bb23340e" providerId="AD" clId="Web-{B4BB3A37-56DD-83E5-15E4-EE77A3C3EB33}" dt="2026-03-06T15:05:32.562" v="15" actId="20577"/>
          <ac:spMkLst>
            <pc:docMk/>
            <pc:sldMk cId="3191699298" sldId="2147310948"/>
            <ac:spMk id="4" creationId="{62F12A74-39D4-F526-4303-2D4D83701A33}"/>
          </ac:spMkLst>
        </pc:spChg>
        <pc:spChg chg="mod">
          <ac:chgData name="Jushuanghui Li" userId="S::lijus@chalmers.se::c4e523db-19fd-42ed-86e4-79c1bb23340e" providerId="AD" clId="Web-{B4BB3A37-56DD-83E5-15E4-EE77A3C3EB33}" dt="2026-03-06T15:07:46.566" v="25" actId="20577"/>
          <ac:spMkLst>
            <pc:docMk/>
            <pc:sldMk cId="3191699298" sldId="2147310948"/>
            <ac:spMk id="6" creationId="{1384E416-1FEE-3CCD-D075-B8C750436FD5}"/>
          </ac:spMkLst>
        </pc:spChg>
        <pc:spChg chg="mod">
          <ac:chgData name="Jushuanghui Li" userId="S::lijus@chalmers.se::c4e523db-19fd-42ed-86e4-79c1bb23340e" providerId="AD" clId="Web-{B4BB3A37-56DD-83E5-15E4-EE77A3C3EB33}" dt="2026-03-06T15:00:20.983" v="0" actId="14100"/>
          <ac:spMkLst>
            <pc:docMk/>
            <pc:sldMk cId="3191699298" sldId="2147310948"/>
            <ac:spMk id="10" creationId="{0486299E-4788-5E0F-877E-98B027695204}"/>
          </ac:spMkLst>
        </pc:spChg>
        <pc:spChg chg="mod">
          <ac:chgData name="Jushuanghui Li" userId="S::lijus@chalmers.se::c4e523db-19fd-42ed-86e4-79c1bb23340e" providerId="AD" clId="Web-{B4BB3A37-56DD-83E5-15E4-EE77A3C3EB33}" dt="2026-03-06T15:15:16.122" v="68" actId="1076"/>
          <ac:spMkLst>
            <pc:docMk/>
            <pc:sldMk cId="3191699298" sldId="2147310948"/>
            <ac:spMk id="12" creationId="{9AABE878-0E45-A8F5-AECD-DF51BBAC00DE}"/>
          </ac:spMkLst>
        </pc:spChg>
        <pc:spChg chg="mod">
          <ac:chgData name="Jushuanghui Li" userId="S::lijus@chalmers.se::c4e523db-19fd-42ed-86e4-79c1bb23340e" providerId="AD" clId="Web-{B4BB3A37-56DD-83E5-15E4-EE77A3C3EB33}" dt="2026-03-06T15:05:05.078" v="8" actId="20577"/>
          <ac:spMkLst>
            <pc:docMk/>
            <pc:sldMk cId="3191699298" sldId="2147310948"/>
            <ac:spMk id="18" creationId="{97F079A5-5A47-0294-E011-770CB3E1FE8A}"/>
          </ac:spMkLst>
        </pc:spChg>
        <pc:spChg chg="mod">
          <ac:chgData name="Jushuanghui Li" userId="S::lijus@chalmers.se::c4e523db-19fd-42ed-86e4-79c1bb23340e" providerId="AD" clId="Web-{B4BB3A37-56DD-83E5-15E4-EE77A3C3EB33}" dt="2026-03-06T15:05:24.953" v="13" actId="20577"/>
          <ac:spMkLst>
            <pc:docMk/>
            <pc:sldMk cId="3191699298" sldId="2147310948"/>
            <ac:spMk id="19" creationId="{2290BE6B-7CD7-6B38-F43D-B4664B1C004B}"/>
          </ac:spMkLst>
        </pc:spChg>
        <pc:spChg chg="mod">
          <ac:chgData name="Jushuanghui Li" userId="S::lijus@chalmers.se::c4e523db-19fd-42ed-86e4-79c1bb23340e" providerId="AD" clId="Web-{B4BB3A37-56DD-83E5-15E4-EE77A3C3EB33}" dt="2026-03-06T15:13:30.698" v="54" actId="1076"/>
          <ac:spMkLst>
            <pc:docMk/>
            <pc:sldMk cId="3191699298" sldId="2147310948"/>
            <ac:spMk id="22" creationId="{20F4C8AA-8141-CB94-D30A-C3CEAFA9BA28}"/>
          </ac:spMkLst>
        </pc:spChg>
        <pc:spChg chg="mod">
          <ac:chgData name="Jushuanghui Li" userId="S::lijus@chalmers.se::c4e523db-19fd-42ed-86e4-79c1bb23340e" providerId="AD" clId="Web-{B4BB3A37-56DD-83E5-15E4-EE77A3C3EB33}" dt="2026-03-06T16:11:19.034" v="73" actId="20577"/>
          <ac:spMkLst>
            <pc:docMk/>
            <pc:sldMk cId="3191699298" sldId="2147310948"/>
            <ac:spMk id="23" creationId="{635374AE-321C-DE1C-ECF6-149A63EF8169}"/>
          </ac:spMkLst>
        </pc:spChg>
        <pc:spChg chg="del">
          <ac:chgData name="Jushuanghui Li" userId="S::lijus@chalmers.se::c4e523db-19fd-42ed-86e4-79c1bb23340e" providerId="AD" clId="Web-{B4BB3A37-56DD-83E5-15E4-EE77A3C3EB33}" dt="2026-03-06T16:10:38.845" v="69"/>
          <ac:spMkLst>
            <pc:docMk/>
            <pc:sldMk cId="3191699298" sldId="2147310948"/>
            <ac:spMk id="25" creationId="{76E28096-A2BE-ED16-05C3-A574BAFC5BE0}"/>
          </ac:spMkLst>
        </pc:spChg>
        <pc:spChg chg="mod">
          <ac:chgData name="Jushuanghui Li" userId="S::lijus@chalmers.se::c4e523db-19fd-42ed-86e4-79c1bb23340e" providerId="AD" clId="Web-{B4BB3A37-56DD-83E5-15E4-EE77A3C3EB33}" dt="2026-03-06T16:11:00.268" v="71" actId="1076"/>
          <ac:spMkLst>
            <pc:docMk/>
            <pc:sldMk cId="3191699298" sldId="2147310948"/>
            <ac:spMk id="26" creationId="{C3B5D516-E6A2-F18C-B63A-678C99CAD431}"/>
          </ac:spMkLst>
        </pc:spChg>
        <pc:spChg chg="mod">
          <ac:chgData name="Jushuanghui Li" userId="S::lijus@chalmers.se::c4e523db-19fd-42ed-86e4-79c1bb23340e" providerId="AD" clId="Web-{B4BB3A37-56DD-83E5-15E4-EE77A3C3EB33}" dt="2026-03-06T15:13:40.652" v="55" actId="1076"/>
          <ac:spMkLst>
            <pc:docMk/>
            <pc:sldMk cId="3191699298" sldId="2147310948"/>
            <ac:spMk id="28" creationId="{55103654-8B80-018D-EB43-7C9D54507B5E}"/>
          </ac:spMkLst>
        </pc:spChg>
        <pc:spChg chg="mod">
          <ac:chgData name="Jushuanghui Li" userId="S::lijus@chalmers.se::c4e523db-19fd-42ed-86e4-79c1bb23340e" providerId="AD" clId="Web-{B4BB3A37-56DD-83E5-15E4-EE77A3C3EB33}" dt="2026-03-06T15:04:29.843" v="1" actId="20577"/>
          <ac:spMkLst>
            <pc:docMk/>
            <pc:sldMk cId="3191699298" sldId="2147310948"/>
            <ac:spMk id="34" creationId="{5A1D66A9-21E6-3DDA-FE5A-53F63E68A6BF}"/>
          </ac:spMkLst>
        </pc:spChg>
        <pc:spChg chg="mod">
          <ac:chgData name="Jushuanghui Li" userId="S::lijus@chalmers.se::c4e523db-19fd-42ed-86e4-79c1bb23340e" providerId="AD" clId="Web-{B4BB3A37-56DD-83E5-15E4-EE77A3C3EB33}" dt="2026-03-06T15:04:41.328" v="3" actId="20577"/>
          <ac:spMkLst>
            <pc:docMk/>
            <pc:sldMk cId="3191699298" sldId="2147310948"/>
            <ac:spMk id="35" creationId="{B2FD23DD-3575-11A0-CD00-3C8B751C4D62}"/>
          </ac:spMkLst>
        </pc:spChg>
        <pc:spChg chg="mod">
          <ac:chgData name="Jushuanghui Li" userId="S::lijus@chalmers.se::c4e523db-19fd-42ed-86e4-79c1bb23340e" providerId="AD" clId="Web-{B4BB3A37-56DD-83E5-15E4-EE77A3C3EB33}" dt="2026-03-06T15:04:45.390" v="4" actId="20577"/>
          <ac:spMkLst>
            <pc:docMk/>
            <pc:sldMk cId="3191699298" sldId="2147310948"/>
            <ac:spMk id="37" creationId="{3ABFA51F-0A54-0943-F9D9-485610B59F55}"/>
          </ac:spMkLst>
        </pc:spChg>
        <pc:spChg chg="mod">
          <ac:chgData name="Jushuanghui Li" userId="S::lijus@chalmers.se::c4e523db-19fd-42ed-86e4-79c1bb23340e" providerId="AD" clId="Web-{B4BB3A37-56DD-83E5-15E4-EE77A3C3EB33}" dt="2026-03-06T15:05:54.423" v="19" actId="20577"/>
          <ac:spMkLst>
            <pc:docMk/>
            <pc:sldMk cId="3191699298" sldId="2147310948"/>
            <ac:spMk id="41" creationId="{2D8A32CE-059C-D324-993C-7DAC93058260}"/>
          </ac:spMkLst>
        </pc:spChg>
        <pc:spChg chg="mod">
          <ac:chgData name="Jushuanghui Li" userId="S::lijus@chalmers.se::c4e523db-19fd-42ed-86e4-79c1bb23340e" providerId="AD" clId="Web-{B4BB3A37-56DD-83E5-15E4-EE77A3C3EB33}" dt="2026-03-06T15:06:00.688" v="24" actId="1076"/>
          <ac:spMkLst>
            <pc:docMk/>
            <pc:sldMk cId="3191699298" sldId="2147310948"/>
            <ac:spMk id="74" creationId="{6EE35126-2467-FAA3-0AED-3A97B480D871}"/>
          </ac:spMkLst>
        </pc:spChg>
        <pc:grpChg chg="mod">
          <ac:chgData name="Jushuanghui Li" userId="S::lijus@chalmers.se::c4e523db-19fd-42ed-86e4-79c1bb23340e" providerId="AD" clId="Web-{B4BB3A37-56DD-83E5-15E4-EE77A3C3EB33}" dt="2026-03-06T16:11:04.596" v="72" actId="1076"/>
          <ac:grpSpMkLst>
            <pc:docMk/>
            <pc:sldMk cId="3191699298" sldId="2147310948"/>
            <ac:grpSpMk id="14" creationId="{B66A1F6D-D44F-8365-C879-69D642EEB4BC}"/>
          </ac:grpSpMkLst>
        </pc:gr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112DE01-5BB0-4EC7-85B1-8CADD37A27D5}" type="doc">
      <dgm:prSet loTypeId="urn:microsoft.com/office/officeart/2017/3/layout/DropPinTimeline" loCatId="timeline" qsTypeId="urn:microsoft.com/office/officeart/2005/8/quickstyle/simple1" qsCatId="simple" csTypeId="urn:microsoft.com/office/officeart/2005/8/colors/colorful4" csCatId="colorful" phldr="1"/>
      <dgm:spPr/>
      <dgm:t>
        <a:bodyPr/>
        <a:lstStyle/>
        <a:p>
          <a:endParaRPr lang="en-US"/>
        </a:p>
      </dgm:t>
    </dgm:pt>
    <dgm:pt modelId="{3E3C608A-F37D-420F-91EB-FC5D191B5F76}">
      <dgm:prSet phldrT="[Text]" phldr="0"/>
      <dgm:spPr/>
      <dgm:t>
        <a:bodyPr/>
        <a:lstStyle/>
        <a:p>
          <a:pPr>
            <a:defRPr b="1"/>
          </a:pPr>
          <a:r>
            <a:rPr lang="en-US" sz="1700">
              <a:latin typeface="Calibri Light" panose="020F0302020204030204"/>
              <a:ea typeface="+mn-ea"/>
              <a:cs typeface="+mn-cs"/>
            </a:rPr>
            <a:t>Development</a:t>
          </a:r>
          <a:endParaRPr lang="en-US" sz="1700">
            <a:latin typeface="Calibri" panose="020F0502020204030204"/>
            <a:ea typeface="+mn-ea"/>
            <a:cs typeface="+mn-cs"/>
          </a:endParaRPr>
        </a:p>
      </dgm:t>
    </dgm:pt>
    <dgm:pt modelId="{1BCD51A8-73B7-43E3-BF18-666FCE408288}" type="parTrans" cxnId="{37371B83-FDBE-4565-886A-D1A3BE416E62}">
      <dgm:prSet/>
      <dgm:spPr/>
      <dgm:t>
        <a:bodyPr/>
        <a:lstStyle/>
        <a:p>
          <a:endParaRPr lang="en-US"/>
        </a:p>
      </dgm:t>
    </dgm:pt>
    <dgm:pt modelId="{6B4E18F4-364B-44A4-AF63-FFB9F11CB8B6}" type="sibTrans" cxnId="{37371B83-FDBE-4565-886A-D1A3BE416E62}">
      <dgm:prSet/>
      <dgm:spPr/>
      <dgm:t>
        <a:bodyPr/>
        <a:lstStyle/>
        <a:p>
          <a:endParaRPr lang="en-US"/>
        </a:p>
      </dgm:t>
    </dgm:pt>
    <dgm:pt modelId="{0F0D75BB-F980-4FDD-84CC-C541D1FA94E8}">
      <dgm:prSet phldrT="[Text]" phldr="0"/>
      <dgm:spPr/>
      <dgm:t>
        <a:bodyPr/>
        <a:lstStyle/>
        <a:p>
          <a:pPr>
            <a:defRPr b="1"/>
          </a:pPr>
          <a:r>
            <a:rPr lang="en-US" sz="1700">
              <a:latin typeface="Calibri Light" panose="020F0302020204030204"/>
              <a:ea typeface="+mn-ea"/>
              <a:cs typeface="+mn-cs"/>
            </a:rPr>
            <a:t>Validation </a:t>
          </a:r>
          <a:endParaRPr lang="en-US" sz="1700">
            <a:latin typeface="Calibri" panose="020F0502020204030204"/>
            <a:ea typeface="+mn-ea"/>
            <a:cs typeface="+mn-cs"/>
          </a:endParaRPr>
        </a:p>
      </dgm:t>
    </dgm:pt>
    <dgm:pt modelId="{B1A60A06-0A0A-418B-9F92-8D7ECB51E9A9}" type="parTrans" cxnId="{CB746435-28FF-4E6B-87A5-2BA80BF89908}">
      <dgm:prSet/>
      <dgm:spPr/>
      <dgm:t>
        <a:bodyPr/>
        <a:lstStyle/>
        <a:p>
          <a:endParaRPr lang="en-US"/>
        </a:p>
      </dgm:t>
    </dgm:pt>
    <dgm:pt modelId="{9AA24F71-DD1D-43AD-89CE-7F9F8039B43C}" type="sibTrans" cxnId="{CB746435-28FF-4E6B-87A5-2BA80BF89908}">
      <dgm:prSet/>
      <dgm:spPr/>
      <dgm:t>
        <a:bodyPr/>
        <a:lstStyle/>
        <a:p>
          <a:endParaRPr lang="en-US"/>
        </a:p>
      </dgm:t>
    </dgm:pt>
    <dgm:pt modelId="{AC79A32B-82FB-490B-B593-149277C1133F}">
      <dgm:prSet phldrT="[Text]" phldr="0"/>
      <dgm:spPr/>
      <dgm:t>
        <a:bodyPr/>
        <a:lstStyle/>
        <a:p>
          <a:r>
            <a:rPr lang="en-US" sz="1300" b="0">
              <a:latin typeface="Calibri"/>
              <a:ea typeface="Calibri"/>
              <a:cs typeface="Calibri"/>
            </a:rPr>
            <a:t>Focus: System integration</a:t>
          </a:r>
        </a:p>
      </dgm:t>
    </dgm:pt>
    <dgm:pt modelId="{045BBEDF-4379-4B54-BD96-03282FAD3954}" type="parTrans" cxnId="{7D381646-13C1-40AD-BC58-E99C1C773225}">
      <dgm:prSet/>
      <dgm:spPr/>
      <dgm:t>
        <a:bodyPr/>
        <a:lstStyle/>
        <a:p>
          <a:endParaRPr lang="en-US"/>
        </a:p>
      </dgm:t>
    </dgm:pt>
    <dgm:pt modelId="{F429E389-F7AF-46A1-8E7D-F9E7C2D4D72A}" type="sibTrans" cxnId="{7D381646-13C1-40AD-BC58-E99C1C773225}">
      <dgm:prSet/>
      <dgm:spPr/>
      <dgm:t>
        <a:bodyPr/>
        <a:lstStyle/>
        <a:p>
          <a:endParaRPr lang="en-US"/>
        </a:p>
      </dgm:t>
    </dgm:pt>
    <dgm:pt modelId="{1EF46430-3789-4E64-B835-46FD688170BB}">
      <dgm:prSet phldr="0"/>
      <dgm:spPr/>
      <dgm:t>
        <a:bodyPr/>
        <a:lstStyle/>
        <a:p>
          <a:r>
            <a:rPr lang="en-US" sz="1300" b="0">
              <a:latin typeface="Calibri" panose="020F0502020204030204"/>
              <a:ea typeface="+mn-ea"/>
              <a:cs typeface="+mn-cs"/>
            </a:rPr>
            <a:t>Integrate </a:t>
          </a:r>
          <a:r>
            <a:rPr lang="en-US" sz="1300">
              <a:latin typeface="Calibri" panose="020F0502020204030204"/>
              <a:ea typeface="+mn-ea"/>
              <a:cs typeface="+mn-cs"/>
            </a:rPr>
            <a:t>with 1177 (patient-facing) and hospital EHR systems. Ensure interoperability (HL7/FHIR), regulatory compliance (SaMD) and GDPR.</a:t>
          </a:r>
        </a:p>
      </dgm:t>
    </dgm:pt>
    <dgm:pt modelId="{8AB505FB-AB51-4C98-A28B-386F07065C56}" type="parTrans" cxnId="{2171B4B7-EA96-4E9C-A7F7-81C01E8D0202}">
      <dgm:prSet/>
      <dgm:spPr/>
    </dgm:pt>
    <dgm:pt modelId="{C516C21F-9C2C-4EC2-9345-901473AA71F4}" type="sibTrans" cxnId="{2171B4B7-EA96-4E9C-A7F7-81C01E8D0202}">
      <dgm:prSet/>
      <dgm:spPr/>
    </dgm:pt>
    <dgm:pt modelId="{E4A9F4C6-8D0D-4FEE-891A-83632D09C9F7}">
      <dgm:prSet phldr="0"/>
      <dgm:spPr/>
      <dgm:t>
        <a:bodyPr/>
        <a:lstStyle/>
        <a:p>
          <a:r>
            <a:rPr lang="en-US" sz="1300" b="0">
              <a:latin typeface="Calibri" panose="020F0502020204030204"/>
              <a:ea typeface="+mn-ea"/>
              <a:cs typeface="+mn-cs"/>
            </a:rPr>
            <a:t>Test clinical accuracy, safety, and usability with specialists before deployment.</a:t>
          </a:r>
          <a:endParaRPr lang="en-US" sz="1300" b="1">
            <a:latin typeface="Calibri" panose="020F0502020204030204"/>
            <a:ea typeface="+mn-ea"/>
            <a:cs typeface="+mn-cs"/>
          </a:endParaRPr>
        </a:p>
      </dgm:t>
    </dgm:pt>
    <dgm:pt modelId="{614B8B35-1D25-4D64-B6DB-DA97D21BE754}" type="parTrans" cxnId="{EDC11B5F-1DFC-4004-B873-1CE586F7AFEE}">
      <dgm:prSet/>
      <dgm:spPr/>
    </dgm:pt>
    <dgm:pt modelId="{CACEF7A8-CC2C-4FB2-8D5E-F5ABACBE0B3B}" type="sibTrans" cxnId="{EDC11B5F-1DFC-4004-B873-1CE586F7AFEE}">
      <dgm:prSet/>
      <dgm:spPr/>
    </dgm:pt>
    <dgm:pt modelId="{E784620B-BC1C-40B0-9D6B-CA710A53F322}">
      <dgm:prSet phldr="0"/>
      <dgm:spPr/>
      <dgm:t>
        <a:bodyPr/>
        <a:lstStyle/>
        <a:p>
          <a:pPr>
            <a:defRPr b="1"/>
          </a:pPr>
          <a:r>
            <a:rPr lang="en-US" sz="1700" b="0">
              <a:latin typeface="Calibri"/>
              <a:ea typeface="Calibri"/>
              <a:cs typeface="Calibri"/>
            </a:rPr>
            <a:t>Scaling &amp; Integration</a:t>
          </a:r>
        </a:p>
      </dgm:t>
    </dgm:pt>
    <dgm:pt modelId="{89F5493C-0EEB-4F5D-AE53-1958D9B52AB7}" type="parTrans" cxnId="{41B8E826-0755-480F-8869-18AC057A9A42}">
      <dgm:prSet/>
      <dgm:spPr/>
    </dgm:pt>
    <dgm:pt modelId="{54A00742-E79B-430F-82E9-AD2E33D1960E}" type="sibTrans" cxnId="{41B8E826-0755-480F-8869-18AC057A9A42}">
      <dgm:prSet/>
      <dgm:spPr/>
    </dgm:pt>
    <dgm:pt modelId="{92143CB9-67E2-4224-A987-6CB97F31826F}">
      <dgm:prSet phldr="0"/>
      <dgm:spPr/>
      <dgm:t>
        <a:bodyPr/>
        <a:lstStyle/>
        <a:p>
          <a:r>
            <a:rPr lang="en-US" sz="1300" b="0">
              <a:latin typeface="Calibri" panose="020F0502020204030204"/>
              <a:ea typeface="+mn-ea"/>
              <a:cs typeface="+mn-cs"/>
            </a:rPr>
            <a:t>Build the AI model and platform on top of a validated clinical foundation.</a:t>
          </a:r>
        </a:p>
      </dgm:t>
    </dgm:pt>
    <dgm:pt modelId="{408F22FC-CC42-4D45-B93F-8D9E8B7A1C4C}" type="parTrans" cxnId="{97034725-9BF0-0249-A64F-5D06AFAA6AA6}">
      <dgm:prSet/>
      <dgm:spPr/>
    </dgm:pt>
    <dgm:pt modelId="{17BE2957-9995-4B3B-AB95-F8510B24B96C}" type="sibTrans" cxnId="{97034725-9BF0-0249-A64F-5D06AFAA6AA6}">
      <dgm:prSet/>
      <dgm:spPr/>
    </dgm:pt>
    <dgm:pt modelId="{94DC01A8-5BBA-4E8D-8D6E-1A4B37F0375C}">
      <dgm:prSet phldr="0"/>
      <dgm:spPr/>
      <dgm:t>
        <a:bodyPr/>
        <a:lstStyle/>
        <a:p>
          <a:r>
            <a:rPr lang="en-US" sz="1300" b="0">
              <a:latin typeface="Calibri"/>
              <a:ea typeface="Calibri"/>
              <a:cs typeface="Calibri"/>
            </a:rPr>
            <a:t>Focus: </a:t>
          </a:r>
          <a:r>
            <a:rPr lang="en-US" sz="1300" b="0">
              <a:latin typeface="Calibri" panose="020F0502020204030204"/>
              <a:ea typeface="+mn-ea"/>
              <a:cs typeface="+mn-cs"/>
            </a:rPr>
            <a:t>Model performance + Clinical usability</a:t>
          </a:r>
        </a:p>
      </dgm:t>
    </dgm:pt>
    <dgm:pt modelId="{33A32D34-401A-449A-8A59-B7E95AF622E9}" type="parTrans" cxnId="{362344B7-E9BD-42B8-B880-1A85994DEEE7}">
      <dgm:prSet/>
      <dgm:spPr/>
    </dgm:pt>
    <dgm:pt modelId="{4701ED39-2030-4D99-9723-7CDE30DC6854}" type="sibTrans" cxnId="{362344B7-E9BD-42B8-B880-1A85994DEEE7}">
      <dgm:prSet/>
      <dgm:spPr/>
    </dgm:pt>
    <dgm:pt modelId="{B8600B36-740D-456E-99C3-E37026C078D8}">
      <dgm:prSet phldr="0"/>
      <dgm:spPr/>
      <dgm:t>
        <a:bodyPr/>
        <a:lstStyle/>
        <a:p>
          <a:r>
            <a:rPr lang="en-US" sz="1300" b="0">
              <a:latin typeface="Calibri Light"/>
              <a:ea typeface="+mn-ea"/>
              <a:cs typeface="+mn-cs"/>
            </a:rPr>
            <a:t>Collaborate with specialists </a:t>
          </a:r>
          <a:r>
            <a:rPr lang="en-US" sz="1300" b="1">
              <a:latin typeface="Calibri Light" panose="020F0302020204030204"/>
              <a:ea typeface="+mn-ea"/>
              <a:cs typeface="+mn-cs"/>
            </a:rPr>
            <a:t>to define clinical criteria (guideline, early RA biomarkers, lab test).</a:t>
          </a:r>
        </a:p>
      </dgm:t>
    </dgm:pt>
    <dgm:pt modelId="{23915FAD-3AAB-40D6-9FD2-22EFAFD2755A}" type="parTrans" cxnId="{9DC95463-8250-4B1E-84B7-4DC3CF673073}">
      <dgm:prSet/>
      <dgm:spPr/>
    </dgm:pt>
    <dgm:pt modelId="{B127E9F0-3420-453F-8079-F0883D76D4A2}" type="sibTrans" cxnId="{9DC95463-8250-4B1E-84B7-4DC3CF673073}">
      <dgm:prSet/>
      <dgm:spPr/>
    </dgm:pt>
    <dgm:pt modelId="{2B492DA6-ACF0-4A86-B249-BF83054CE2BF}">
      <dgm:prSet phldr="0"/>
      <dgm:spPr/>
      <dgm:t>
        <a:bodyPr/>
        <a:lstStyle/>
        <a:p>
          <a:pPr>
            <a:defRPr b="1"/>
          </a:pPr>
          <a:r>
            <a:rPr lang="en-US" sz="1700">
              <a:latin typeface="Calibri Light" panose="020F0302020204030204"/>
              <a:ea typeface="+mn-ea"/>
              <a:cs typeface="+mn-cs"/>
            </a:rPr>
            <a:t>Foundation</a:t>
          </a:r>
        </a:p>
      </dgm:t>
    </dgm:pt>
    <dgm:pt modelId="{BF49164A-AC8A-436A-958A-F56788E846FA}" type="parTrans" cxnId="{E0B5B132-8F01-4554-96B7-3FE2D4FCD4CD}">
      <dgm:prSet/>
      <dgm:spPr/>
    </dgm:pt>
    <dgm:pt modelId="{6C1B6082-7FAB-49B5-8F24-9E4FB843BE81}" type="sibTrans" cxnId="{E0B5B132-8F01-4554-96B7-3FE2D4FCD4CD}">
      <dgm:prSet/>
      <dgm:spPr/>
    </dgm:pt>
    <dgm:pt modelId="{8F127315-3B45-4A32-AC96-1FC892E9E6D6}">
      <dgm:prSet phldr="0"/>
      <dgm:spPr/>
      <dgm:t>
        <a:bodyPr/>
        <a:lstStyle/>
        <a:p>
          <a:r>
            <a:rPr lang="en-US" sz="1300" b="0">
              <a:latin typeface="Calibri Light" panose="020F0302020204030204"/>
              <a:ea typeface="+mn-ea"/>
              <a:cs typeface="+mn-cs"/>
            </a:rPr>
            <a:t>Focus: AI model</a:t>
          </a:r>
          <a:r>
            <a:rPr lang="en-US" sz="1300">
              <a:latin typeface="Calibri Light"/>
              <a:ea typeface="+mn-ea"/>
              <a:cs typeface="+mn-cs"/>
            </a:rPr>
            <a:t> + platform built</a:t>
          </a:r>
          <a:endParaRPr lang="en-US" sz="1300">
            <a:latin typeface="Calibri" panose="020F0502020204030204"/>
            <a:ea typeface="+mn-ea"/>
            <a:cs typeface="+mn-cs"/>
          </a:endParaRPr>
        </a:p>
      </dgm:t>
    </dgm:pt>
    <dgm:pt modelId="{D6ACD9FC-6E20-453A-804F-85DE49CF3945}" type="parTrans" cxnId="{60A5B786-610B-4460-84F8-DBFCEF6171A6}">
      <dgm:prSet/>
      <dgm:spPr/>
    </dgm:pt>
    <dgm:pt modelId="{04D76DFA-0F84-495B-A390-069DF4BCF4CE}" type="sibTrans" cxnId="{60A5B786-610B-4460-84F8-DBFCEF6171A6}">
      <dgm:prSet/>
      <dgm:spPr/>
    </dgm:pt>
    <dgm:pt modelId="{5BFDD544-E23D-4514-B22F-E8E25B455A0B}">
      <dgm:prSet phldr="0"/>
      <dgm:spPr/>
      <dgm:t>
        <a:bodyPr/>
        <a:lstStyle/>
        <a:p>
          <a:r>
            <a:rPr lang="en-US" sz="1300" b="0">
              <a:latin typeface="Calibri Light"/>
              <a:ea typeface="+mn-ea"/>
              <a:cs typeface="+mn-cs"/>
            </a:rPr>
            <a:t>Focus</a:t>
          </a:r>
          <a:r>
            <a:rPr lang="en-US" sz="1300">
              <a:latin typeface="Calibri Light" panose="020F0302020204030204"/>
              <a:ea typeface="+mn-ea"/>
              <a:cs typeface="+mn-cs"/>
            </a:rPr>
            <a:t>: clinical requirement + system architecture</a:t>
          </a:r>
          <a:endParaRPr lang="en-US" sz="1300">
            <a:latin typeface="Calibri"/>
            <a:ea typeface="+mn-ea"/>
            <a:cs typeface="+mn-cs"/>
          </a:endParaRPr>
        </a:p>
      </dgm:t>
    </dgm:pt>
    <dgm:pt modelId="{28D41D2C-12ED-461E-A0AC-6DB344C77948}" type="parTrans" cxnId="{08B4B9FE-CCEC-42B0-B44C-7414B4179B80}">
      <dgm:prSet/>
      <dgm:spPr/>
    </dgm:pt>
    <dgm:pt modelId="{5B32481B-E6E5-4960-9905-AE6CE2E550F6}" type="sibTrans" cxnId="{08B4B9FE-CCEC-42B0-B44C-7414B4179B80}">
      <dgm:prSet/>
      <dgm:spPr/>
    </dgm:pt>
    <dgm:pt modelId="{6B8A9B25-491F-49A1-9518-609CC33298AA}">
      <dgm:prSet phldr="0"/>
      <dgm:spPr/>
      <dgm:t>
        <a:bodyPr/>
        <a:lstStyle/>
        <a:p>
          <a:r>
            <a:rPr lang="en-US" sz="1300" b="0">
              <a:latin typeface="Calibri" panose="020F0502020204030204"/>
              <a:ea typeface="+mn-ea"/>
              <a:cs typeface="+mn-cs"/>
            </a:rPr>
            <a:t>Define CDS logic framework and system </a:t>
          </a:r>
          <a:r>
            <a:rPr lang="en-US" sz="1300" b="0">
              <a:latin typeface="Calibri Light"/>
              <a:ea typeface="+mn-ea"/>
              <a:cs typeface="+mn-cs"/>
            </a:rPr>
            <a:t>architecture</a:t>
          </a:r>
          <a:endParaRPr lang="en-US" sz="1300">
            <a:latin typeface="Calibri" panose="020F0502020204030204"/>
            <a:ea typeface="+mn-ea"/>
            <a:cs typeface="+mn-cs"/>
          </a:endParaRPr>
        </a:p>
      </dgm:t>
    </dgm:pt>
    <dgm:pt modelId="{9905D593-E7A0-41BF-A606-B9106410B5DE}" type="parTrans" cxnId="{E5677554-BE37-4707-A0B5-04D10673869E}">
      <dgm:prSet/>
      <dgm:spPr/>
    </dgm:pt>
    <dgm:pt modelId="{2E6D3BD6-99D6-4F22-BE8D-8B17C92591EE}" type="sibTrans" cxnId="{E5677554-BE37-4707-A0B5-04D10673869E}">
      <dgm:prSet/>
      <dgm:spPr/>
    </dgm:pt>
    <dgm:pt modelId="{D4B318E1-118C-4BBB-ACC1-3E640F0A52DB}" type="pres">
      <dgm:prSet presAssocID="{0112DE01-5BB0-4EC7-85B1-8CADD37A27D5}" presName="root" presStyleCnt="0">
        <dgm:presLayoutVars>
          <dgm:chMax/>
          <dgm:chPref/>
          <dgm:animLvl val="lvl"/>
        </dgm:presLayoutVars>
      </dgm:prSet>
      <dgm:spPr/>
    </dgm:pt>
    <dgm:pt modelId="{D5803112-542B-480E-AB0B-5875926F36A3}" type="pres">
      <dgm:prSet presAssocID="{0112DE01-5BB0-4EC7-85B1-8CADD37A27D5}" presName="divider" presStyleLbl="fgAcc1" presStyleIdx="0" presStyleCnt="5"/>
      <dgm:spPr>
        <a:solidFill>
          <a:schemeClr val="lt1">
            <a:alpha val="90000"/>
            <a:hueOff val="0"/>
            <a:satOff val="0"/>
            <a:lumOff val="0"/>
            <a:alphaOff val="0"/>
          </a:schemeClr>
        </a:solidFill>
        <a:ln w="19050" cap="flat" cmpd="sng" algn="ctr">
          <a:solidFill>
            <a:schemeClr val="accent4">
              <a:hueOff val="0"/>
              <a:satOff val="0"/>
              <a:lumOff val="0"/>
              <a:alphaOff val="0"/>
            </a:schemeClr>
          </a:solidFill>
          <a:prstDash val="solid"/>
          <a:miter lim="800000"/>
          <a:tailEnd type="triangle" w="lg" len="lg"/>
        </a:ln>
        <a:effectLst/>
      </dgm:spPr>
    </dgm:pt>
    <dgm:pt modelId="{25CFA933-1758-4A36-BEFB-AF680BDD44AD}" type="pres">
      <dgm:prSet presAssocID="{0112DE01-5BB0-4EC7-85B1-8CADD37A27D5}" presName="nodes" presStyleCnt="0">
        <dgm:presLayoutVars>
          <dgm:chMax/>
          <dgm:chPref/>
          <dgm:animLvl val="lvl"/>
        </dgm:presLayoutVars>
      </dgm:prSet>
      <dgm:spPr/>
    </dgm:pt>
    <dgm:pt modelId="{535C39C3-8FE4-4CE7-BAB4-47CD63CB5D76}" type="pres">
      <dgm:prSet presAssocID="{2B492DA6-ACF0-4A86-B249-BF83054CE2BF}" presName="composite" presStyleCnt="0"/>
      <dgm:spPr/>
    </dgm:pt>
    <dgm:pt modelId="{DF25671D-DD3B-4632-A1B6-93AECACBD9DC}" type="pres">
      <dgm:prSet presAssocID="{2B492DA6-ACF0-4A86-B249-BF83054CE2BF}" presName="ConnectorPoint" presStyleLbl="lnNode1" presStyleIdx="0" presStyleCnt="4"/>
      <dgm:spPr>
        <a:solidFill>
          <a:schemeClr val="accent4">
            <a:hueOff val="0"/>
            <a:satOff val="0"/>
            <a:lumOff val="0"/>
            <a:alphaOff val="0"/>
          </a:schemeClr>
        </a:solidFill>
        <a:ln w="6350" cap="flat" cmpd="sng" algn="ctr">
          <a:solidFill>
            <a:schemeClr val="lt1">
              <a:hueOff val="0"/>
              <a:satOff val="0"/>
              <a:lumOff val="0"/>
              <a:alphaOff val="0"/>
            </a:schemeClr>
          </a:solidFill>
          <a:prstDash val="solid"/>
          <a:miter lim="800000"/>
        </a:ln>
        <a:effectLst/>
      </dgm:spPr>
    </dgm:pt>
    <dgm:pt modelId="{E4B5FFAC-BF54-4453-85B9-B3DC94436670}" type="pres">
      <dgm:prSet presAssocID="{2B492DA6-ACF0-4A86-B249-BF83054CE2BF}" presName="DropPinPlaceHolder" presStyleCnt="0"/>
      <dgm:spPr/>
    </dgm:pt>
    <dgm:pt modelId="{B91F9EAE-EF9A-44F9-9B85-3379D4F55D4F}" type="pres">
      <dgm:prSet presAssocID="{2B492DA6-ACF0-4A86-B249-BF83054CE2BF}" presName="DropPin" presStyleLbl="alignNode1" presStyleIdx="0" presStyleCnt="4"/>
      <dgm:spPr/>
    </dgm:pt>
    <dgm:pt modelId="{321884A1-82D1-4EB7-B488-2D79C80B0E4D}" type="pres">
      <dgm:prSet presAssocID="{2B492DA6-ACF0-4A86-B249-BF83054CE2BF}" presName="Ellipse" presStyleLbl="fgAcc1" presStyleIdx="1" presStyleCnt="5"/>
      <dgm:spPr>
        <a:solidFill>
          <a:schemeClr val="lt1">
            <a:alpha val="90000"/>
            <a:hueOff val="0"/>
            <a:satOff val="0"/>
            <a:lumOff val="0"/>
            <a:alphaOff val="0"/>
          </a:schemeClr>
        </a:solidFill>
        <a:ln w="12700" cap="flat" cmpd="sng" algn="ctr">
          <a:noFill/>
          <a:prstDash val="solid"/>
          <a:miter lim="800000"/>
        </a:ln>
        <a:effectLst/>
      </dgm:spPr>
    </dgm:pt>
    <dgm:pt modelId="{AC9E26C7-6B96-475F-83B2-DE9C7533D809}" type="pres">
      <dgm:prSet presAssocID="{2B492DA6-ACF0-4A86-B249-BF83054CE2BF}" presName="L2TextContainer" presStyleLbl="revTx" presStyleIdx="0" presStyleCnt="8">
        <dgm:presLayoutVars>
          <dgm:bulletEnabled val="1"/>
        </dgm:presLayoutVars>
      </dgm:prSet>
      <dgm:spPr/>
    </dgm:pt>
    <dgm:pt modelId="{CA622F33-CBBA-45F2-BDA2-A990F68DB425}" type="pres">
      <dgm:prSet presAssocID="{2B492DA6-ACF0-4A86-B249-BF83054CE2BF}" presName="L1TextContainer" presStyleLbl="revTx" presStyleIdx="1" presStyleCnt="8">
        <dgm:presLayoutVars>
          <dgm:chMax val="1"/>
          <dgm:chPref val="1"/>
          <dgm:bulletEnabled val="1"/>
        </dgm:presLayoutVars>
      </dgm:prSet>
      <dgm:spPr/>
    </dgm:pt>
    <dgm:pt modelId="{04D0AACD-4A49-4F9B-8B4A-D8C1150D67F6}" type="pres">
      <dgm:prSet presAssocID="{2B492DA6-ACF0-4A86-B249-BF83054CE2BF}" presName="ConnectLine" presStyleLbl="sibTrans1D1" presStyleIdx="0" presStyleCnt="4"/>
      <dgm:spPr>
        <a:noFill/>
        <a:ln w="12700" cap="flat" cmpd="sng" algn="ctr">
          <a:solidFill>
            <a:schemeClr val="accent4">
              <a:hueOff val="0"/>
              <a:satOff val="0"/>
              <a:lumOff val="0"/>
              <a:alphaOff val="0"/>
            </a:schemeClr>
          </a:solidFill>
          <a:prstDash val="dash"/>
          <a:miter lim="800000"/>
        </a:ln>
        <a:effectLst/>
      </dgm:spPr>
    </dgm:pt>
    <dgm:pt modelId="{67FBEB96-5381-42F0-9089-BD39E6427B6C}" type="pres">
      <dgm:prSet presAssocID="{2B492DA6-ACF0-4A86-B249-BF83054CE2BF}" presName="EmptyPlaceHolder" presStyleCnt="0"/>
      <dgm:spPr/>
    </dgm:pt>
    <dgm:pt modelId="{D9F01358-9F45-493A-9687-6E710638DAD4}" type="pres">
      <dgm:prSet presAssocID="{6C1B6082-7FAB-49B5-8F24-9E4FB843BE81}" presName="spaceBetweenRectangles" presStyleCnt="0"/>
      <dgm:spPr/>
    </dgm:pt>
    <dgm:pt modelId="{B205C646-93AF-4493-804D-38BFC29FB7D3}" type="pres">
      <dgm:prSet presAssocID="{3E3C608A-F37D-420F-91EB-FC5D191B5F76}" presName="composite" presStyleCnt="0"/>
      <dgm:spPr/>
    </dgm:pt>
    <dgm:pt modelId="{352B71E8-60BC-4BF7-B875-15DCFBF7942F}" type="pres">
      <dgm:prSet presAssocID="{3E3C608A-F37D-420F-91EB-FC5D191B5F76}" presName="ConnectorPoint" presStyleLbl="lnNode1" presStyleIdx="1" presStyleCnt="4"/>
      <dgm:spPr>
        <a:solidFill>
          <a:schemeClr val="accent4">
            <a:hueOff val="2199979"/>
            <a:satOff val="-9734"/>
            <a:lumOff val="-1634"/>
            <a:alphaOff val="0"/>
          </a:schemeClr>
        </a:solidFill>
        <a:ln w="6350" cap="flat" cmpd="sng" algn="ctr">
          <a:solidFill>
            <a:schemeClr val="lt1">
              <a:hueOff val="0"/>
              <a:satOff val="0"/>
              <a:lumOff val="0"/>
              <a:alphaOff val="0"/>
            </a:schemeClr>
          </a:solidFill>
          <a:prstDash val="solid"/>
          <a:miter lim="800000"/>
        </a:ln>
        <a:effectLst/>
      </dgm:spPr>
    </dgm:pt>
    <dgm:pt modelId="{4A08099E-E8D9-4723-83F8-42D77AE498E7}" type="pres">
      <dgm:prSet presAssocID="{3E3C608A-F37D-420F-91EB-FC5D191B5F76}" presName="DropPinPlaceHolder" presStyleCnt="0"/>
      <dgm:spPr/>
    </dgm:pt>
    <dgm:pt modelId="{8A5BC065-CE8A-4CFC-AF2E-851F6755DD26}" type="pres">
      <dgm:prSet presAssocID="{3E3C608A-F37D-420F-91EB-FC5D191B5F76}" presName="DropPin" presStyleLbl="alignNode1" presStyleIdx="1" presStyleCnt="4"/>
      <dgm:spPr/>
    </dgm:pt>
    <dgm:pt modelId="{3AF04EFD-0160-4657-BD48-E3AD256953F9}" type="pres">
      <dgm:prSet presAssocID="{3E3C608A-F37D-420F-91EB-FC5D191B5F76}" presName="Ellipse" presStyleLbl="fgAcc1" presStyleIdx="2" presStyleCnt="5"/>
      <dgm:spPr>
        <a:solidFill>
          <a:schemeClr val="lt1">
            <a:alpha val="90000"/>
            <a:hueOff val="0"/>
            <a:satOff val="0"/>
            <a:lumOff val="0"/>
            <a:alphaOff val="0"/>
          </a:schemeClr>
        </a:solidFill>
        <a:ln w="12700" cap="flat" cmpd="sng" algn="ctr">
          <a:noFill/>
          <a:prstDash val="solid"/>
          <a:miter lim="800000"/>
        </a:ln>
        <a:effectLst/>
      </dgm:spPr>
    </dgm:pt>
    <dgm:pt modelId="{E3CB539E-17E4-4FDF-A76E-703E709618DB}" type="pres">
      <dgm:prSet presAssocID="{3E3C608A-F37D-420F-91EB-FC5D191B5F76}" presName="L2TextContainer" presStyleLbl="revTx" presStyleIdx="2" presStyleCnt="8">
        <dgm:presLayoutVars>
          <dgm:bulletEnabled val="1"/>
        </dgm:presLayoutVars>
      </dgm:prSet>
      <dgm:spPr/>
    </dgm:pt>
    <dgm:pt modelId="{5AEC7831-A97B-4FF5-99C3-16B73A7EFC9E}" type="pres">
      <dgm:prSet presAssocID="{3E3C608A-F37D-420F-91EB-FC5D191B5F76}" presName="L1TextContainer" presStyleLbl="revTx" presStyleIdx="3" presStyleCnt="8">
        <dgm:presLayoutVars>
          <dgm:chMax val="1"/>
          <dgm:chPref val="1"/>
          <dgm:bulletEnabled val="1"/>
        </dgm:presLayoutVars>
      </dgm:prSet>
      <dgm:spPr/>
    </dgm:pt>
    <dgm:pt modelId="{53902CDC-7F18-419D-8C55-15AA5F6B20EA}" type="pres">
      <dgm:prSet presAssocID="{3E3C608A-F37D-420F-91EB-FC5D191B5F76}" presName="ConnectLine" presStyleLbl="sibTrans1D1" presStyleIdx="1" presStyleCnt="4"/>
      <dgm:spPr>
        <a:noFill/>
        <a:ln w="12700" cap="flat" cmpd="sng" algn="ctr">
          <a:solidFill>
            <a:schemeClr val="accent4">
              <a:hueOff val="2199979"/>
              <a:satOff val="-9734"/>
              <a:lumOff val="-1634"/>
              <a:alphaOff val="0"/>
            </a:schemeClr>
          </a:solidFill>
          <a:prstDash val="dash"/>
          <a:miter lim="800000"/>
        </a:ln>
        <a:effectLst/>
      </dgm:spPr>
    </dgm:pt>
    <dgm:pt modelId="{B3D21859-4FF5-489F-A344-877EF479A631}" type="pres">
      <dgm:prSet presAssocID="{3E3C608A-F37D-420F-91EB-FC5D191B5F76}" presName="EmptyPlaceHolder" presStyleCnt="0"/>
      <dgm:spPr/>
    </dgm:pt>
    <dgm:pt modelId="{1B15C867-A2A7-449E-8361-3BE132527E0A}" type="pres">
      <dgm:prSet presAssocID="{6B4E18F4-364B-44A4-AF63-FFB9F11CB8B6}" presName="spaceBetweenRectangles" presStyleCnt="0"/>
      <dgm:spPr/>
    </dgm:pt>
    <dgm:pt modelId="{F2163732-73E2-4B6C-91E6-2DB8524C4AAB}" type="pres">
      <dgm:prSet presAssocID="{0F0D75BB-F980-4FDD-84CC-C541D1FA94E8}" presName="composite" presStyleCnt="0"/>
      <dgm:spPr/>
    </dgm:pt>
    <dgm:pt modelId="{A5731CFD-8C5B-4167-A6D7-7A761AD3C50F}" type="pres">
      <dgm:prSet presAssocID="{0F0D75BB-F980-4FDD-84CC-C541D1FA94E8}" presName="ConnectorPoint" presStyleLbl="lnNode1" presStyleIdx="2" presStyleCnt="4"/>
      <dgm:spPr>
        <a:solidFill>
          <a:schemeClr val="accent4">
            <a:hueOff val="4399958"/>
            <a:satOff val="-19468"/>
            <a:lumOff val="-3269"/>
            <a:alphaOff val="0"/>
          </a:schemeClr>
        </a:solidFill>
        <a:ln w="6350" cap="flat" cmpd="sng" algn="ctr">
          <a:solidFill>
            <a:schemeClr val="lt1">
              <a:hueOff val="0"/>
              <a:satOff val="0"/>
              <a:lumOff val="0"/>
              <a:alphaOff val="0"/>
            </a:schemeClr>
          </a:solidFill>
          <a:prstDash val="solid"/>
          <a:miter lim="800000"/>
        </a:ln>
        <a:effectLst/>
      </dgm:spPr>
    </dgm:pt>
    <dgm:pt modelId="{8762683A-1F2B-4C48-9EA2-6B525F1B8E48}" type="pres">
      <dgm:prSet presAssocID="{0F0D75BB-F980-4FDD-84CC-C541D1FA94E8}" presName="DropPinPlaceHolder" presStyleCnt="0"/>
      <dgm:spPr/>
    </dgm:pt>
    <dgm:pt modelId="{4B17C2F5-2F61-469E-9A02-FE810B92A5B5}" type="pres">
      <dgm:prSet presAssocID="{0F0D75BB-F980-4FDD-84CC-C541D1FA94E8}" presName="DropPin" presStyleLbl="alignNode1" presStyleIdx="2" presStyleCnt="4"/>
      <dgm:spPr/>
    </dgm:pt>
    <dgm:pt modelId="{BC64755E-0D63-4FC9-9783-AFF72B8D3689}" type="pres">
      <dgm:prSet presAssocID="{0F0D75BB-F980-4FDD-84CC-C541D1FA94E8}" presName="Ellipse" presStyleLbl="fgAcc1" presStyleIdx="3" presStyleCnt="5"/>
      <dgm:spPr>
        <a:solidFill>
          <a:schemeClr val="lt1">
            <a:alpha val="90000"/>
            <a:hueOff val="0"/>
            <a:satOff val="0"/>
            <a:lumOff val="0"/>
            <a:alphaOff val="0"/>
          </a:schemeClr>
        </a:solidFill>
        <a:ln w="12700" cap="flat" cmpd="sng" algn="ctr">
          <a:noFill/>
          <a:prstDash val="solid"/>
          <a:miter lim="800000"/>
        </a:ln>
        <a:effectLst/>
      </dgm:spPr>
    </dgm:pt>
    <dgm:pt modelId="{949A54CD-0859-443F-8514-26CCF900DE79}" type="pres">
      <dgm:prSet presAssocID="{0F0D75BB-F980-4FDD-84CC-C541D1FA94E8}" presName="L2TextContainer" presStyleLbl="revTx" presStyleIdx="4" presStyleCnt="8">
        <dgm:presLayoutVars>
          <dgm:bulletEnabled val="1"/>
        </dgm:presLayoutVars>
      </dgm:prSet>
      <dgm:spPr/>
    </dgm:pt>
    <dgm:pt modelId="{F0A5F461-9DB4-4EE0-95C2-735F6A23CC53}" type="pres">
      <dgm:prSet presAssocID="{0F0D75BB-F980-4FDD-84CC-C541D1FA94E8}" presName="L1TextContainer" presStyleLbl="revTx" presStyleIdx="5" presStyleCnt="8">
        <dgm:presLayoutVars>
          <dgm:chMax val="1"/>
          <dgm:chPref val="1"/>
          <dgm:bulletEnabled val="1"/>
        </dgm:presLayoutVars>
      </dgm:prSet>
      <dgm:spPr/>
    </dgm:pt>
    <dgm:pt modelId="{7F971794-99C2-4F9C-8DE0-A93342CF555F}" type="pres">
      <dgm:prSet presAssocID="{0F0D75BB-F980-4FDD-84CC-C541D1FA94E8}" presName="ConnectLine" presStyleLbl="sibTrans1D1" presStyleIdx="2" presStyleCnt="4"/>
      <dgm:spPr>
        <a:noFill/>
        <a:ln w="12700" cap="flat" cmpd="sng" algn="ctr">
          <a:solidFill>
            <a:schemeClr val="accent4">
              <a:hueOff val="4399958"/>
              <a:satOff val="-19468"/>
              <a:lumOff val="-3269"/>
              <a:alphaOff val="0"/>
            </a:schemeClr>
          </a:solidFill>
          <a:prstDash val="dash"/>
          <a:miter lim="800000"/>
        </a:ln>
        <a:effectLst/>
      </dgm:spPr>
    </dgm:pt>
    <dgm:pt modelId="{0E7D8C6C-DC61-423F-AC53-BC38F6CC83E4}" type="pres">
      <dgm:prSet presAssocID="{0F0D75BB-F980-4FDD-84CC-C541D1FA94E8}" presName="EmptyPlaceHolder" presStyleCnt="0"/>
      <dgm:spPr/>
    </dgm:pt>
    <dgm:pt modelId="{973D01EA-A217-417F-B2D4-2BA9FC3EDABB}" type="pres">
      <dgm:prSet presAssocID="{9AA24F71-DD1D-43AD-89CE-7F9F8039B43C}" presName="spaceBetweenRectangles" presStyleCnt="0"/>
      <dgm:spPr/>
    </dgm:pt>
    <dgm:pt modelId="{F93CCA0A-1E28-4855-BA9D-919657BE6946}" type="pres">
      <dgm:prSet presAssocID="{E784620B-BC1C-40B0-9D6B-CA710A53F322}" presName="composite" presStyleCnt="0"/>
      <dgm:spPr/>
    </dgm:pt>
    <dgm:pt modelId="{9B0F95AB-A159-42B3-9653-5A5FB2AC4746}" type="pres">
      <dgm:prSet presAssocID="{E784620B-BC1C-40B0-9D6B-CA710A53F322}" presName="ConnectorPoint" presStyleLbl="lnNode1" presStyleIdx="3" presStyleCnt="4"/>
      <dgm:spPr>
        <a:solidFill>
          <a:schemeClr val="accent4">
            <a:hueOff val="6599937"/>
            <a:satOff val="-29202"/>
            <a:lumOff val="-4903"/>
            <a:alphaOff val="0"/>
          </a:schemeClr>
        </a:solidFill>
        <a:ln w="6350" cap="flat" cmpd="sng" algn="ctr">
          <a:solidFill>
            <a:schemeClr val="lt1">
              <a:hueOff val="0"/>
              <a:satOff val="0"/>
              <a:lumOff val="0"/>
              <a:alphaOff val="0"/>
            </a:schemeClr>
          </a:solidFill>
          <a:prstDash val="solid"/>
          <a:miter lim="800000"/>
        </a:ln>
        <a:effectLst/>
      </dgm:spPr>
    </dgm:pt>
    <dgm:pt modelId="{8D6C57C2-F16F-43FB-9664-1056EC5A4A16}" type="pres">
      <dgm:prSet presAssocID="{E784620B-BC1C-40B0-9D6B-CA710A53F322}" presName="DropPinPlaceHolder" presStyleCnt="0"/>
      <dgm:spPr/>
    </dgm:pt>
    <dgm:pt modelId="{6BEBC535-BD95-422D-85D0-514C5880712A}" type="pres">
      <dgm:prSet presAssocID="{E784620B-BC1C-40B0-9D6B-CA710A53F322}" presName="DropPin" presStyleLbl="alignNode1" presStyleIdx="3" presStyleCnt="4"/>
      <dgm:spPr/>
    </dgm:pt>
    <dgm:pt modelId="{529271FB-555D-4DDF-97F7-AC99D1ADB462}" type="pres">
      <dgm:prSet presAssocID="{E784620B-BC1C-40B0-9D6B-CA710A53F322}" presName="Ellipse" presStyleLbl="fgAcc1" presStyleIdx="4" presStyleCnt="5"/>
      <dgm:spPr>
        <a:solidFill>
          <a:schemeClr val="lt1">
            <a:alpha val="90000"/>
            <a:hueOff val="0"/>
            <a:satOff val="0"/>
            <a:lumOff val="0"/>
            <a:alphaOff val="0"/>
          </a:schemeClr>
        </a:solidFill>
        <a:ln w="12700" cap="flat" cmpd="sng" algn="ctr">
          <a:noFill/>
          <a:prstDash val="solid"/>
          <a:miter lim="800000"/>
        </a:ln>
        <a:effectLst/>
      </dgm:spPr>
    </dgm:pt>
    <dgm:pt modelId="{ACC5BFB0-5CB7-46BB-A90E-39B2F0BFD811}" type="pres">
      <dgm:prSet presAssocID="{E784620B-BC1C-40B0-9D6B-CA710A53F322}" presName="L2TextContainer" presStyleLbl="revTx" presStyleIdx="6" presStyleCnt="8">
        <dgm:presLayoutVars>
          <dgm:bulletEnabled val="1"/>
        </dgm:presLayoutVars>
      </dgm:prSet>
      <dgm:spPr/>
    </dgm:pt>
    <dgm:pt modelId="{DDAAF6FF-22EA-4B37-8245-701C4B6A438C}" type="pres">
      <dgm:prSet presAssocID="{E784620B-BC1C-40B0-9D6B-CA710A53F322}" presName="L1TextContainer" presStyleLbl="revTx" presStyleIdx="7" presStyleCnt="8">
        <dgm:presLayoutVars>
          <dgm:chMax val="1"/>
          <dgm:chPref val="1"/>
          <dgm:bulletEnabled val="1"/>
        </dgm:presLayoutVars>
      </dgm:prSet>
      <dgm:spPr/>
    </dgm:pt>
    <dgm:pt modelId="{04F178C1-E8D0-43C9-B36F-5D1E28A30D44}" type="pres">
      <dgm:prSet presAssocID="{E784620B-BC1C-40B0-9D6B-CA710A53F322}" presName="ConnectLine" presStyleLbl="sibTrans1D1" presStyleIdx="3" presStyleCnt="4"/>
      <dgm:spPr>
        <a:noFill/>
        <a:ln w="12700" cap="flat" cmpd="sng" algn="ctr">
          <a:solidFill>
            <a:schemeClr val="accent4">
              <a:hueOff val="6599937"/>
              <a:satOff val="-29202"/>
              <a:lumOff val="-4903"/>
              <a:alphaOff val="0"/>
            </a:schemeClr>
          </a:solidFill>
          <a:prstDash val="dash"/>
          <a:miter lim="800000"/>
        </a:ln>
        <a:effectLst/>
      </dgm:spPr>
    </dgm:pt>
    <dgm:pt modelId="{8FC1776F-F8D5-4066-BBDB-C6CF6DD709D6}" type="pres">
      <dgm:prSet presAssocID="{E784620B-BC1C-40B0-9D6B-CA710A53F322}" presName="EmptyPlaceHolder" presStyleCnt="0"/>
      <dgm:spPr/>
    </dgm:pt>
  </dgm:ptLst>
  <dgm:cxnLst>
    <dgm:cxn modelId="{AFA9780B-0405-4CB1-9064-872CD34EC110}" type="presOf" srcId="{1EF46430-3789-4E64-B835-46FD688170BB}" destId="{ACC5BFB0-5CB7-46BB-A90E-39B2F0BFD811}" srcOrd="0" destOrd="0" presId="urn:microsoft.com/office/officeart/2017/3/layout/DropPinTimeline"/>
    <dgm:cxn modelId="{7D21E10C-E1BD-4675-A85D-497481548E64}" type="presOf" srcId="{0112DE01-5BB0-4EC7-85B1-8CADD37A27D5}" destId="{D4B318E1-118C-4BBB-ACC1-3E640F0A52DB}" srcOrd="0" destOrd="0" presId="urn:microsoft.com/office/officeart/2017/3/layout/DropPinTimeline"/>
    <dgm:cxn modelId="{CB27A222-EB29-47E9-B014-0A7BCF3ACD15}" type="presOf" srcId="{0F0D75BB-F980-4FDD-84CC-C541D1FA94E8}" destId="{F0A5F461-9DB4-4EE0-95C2-735F6A23CC53}" srcOrd="0" destOrd="0" presId="urn:microsoft.com/office/officeart/2017/3/layout/DropPinTimeline"/>
    <dgm:cxn modelId="{97034725-9BF0-0249-A64F-5D06AFAA6AA6}" srcId="{3E3C608A-F37D-420F-91EB-FC5D191B5F76}" destId="{92143CB9-67E2-4224-A987-6CB97F31826F}" srcOrd="0" destOrd="0" parTransId="{408F22FC-CC42-4D45-B93F-8D9E8B7A1C4C}" sibTransId="{17BE2957-9995-4B3B-AB95-F8510B24B96C}"/>
    <dgm:cxn modelId="{41B8E826-0755-480F-8869-18AC057A9A42}" srcId="{0112DE01-5BB0-4EC7-85B1-8CADD37A27D5}" destId="{E784620B-BC1C-40B0-9D6B-CA710A53F322}" srcOrd="3" destOrd="0" parTransId="{89F5493C-0EEB-4F5D-AE53-1958D9B52AB7}" sibTransId="{54A00742-E79B-430F-82E9-AD2E33D1960E}"/>
    <dgm:cxn modelId="{E0B5B132-8F01-4554-96B7-3FE2D4FCD4CD}" srcId="{0112DE01-5BB0-4EC7-85B1-8CADD37A27D5}" destId="{2B492DA6-ACF0-4A86-B249-BF83054CE2BF}" srcOrd="0" destOrd="0" parTransId="{BF49164A-AC8A-436A-958A-F56788E846FA}" sibTransId="{6C1B6082-7FAB-49B5-8F24-9E4FB843BE81}"/>
    <dgm:cxn modelId="{CB746435-28FF-4E6B-87A5-2BA80BF89908}" srcId="{0112DE01-5BB0-4EC7-85B1-8CADD37A27D5}" destId="{0F0D75BB-F980-4FDD-84CC-C541D1FA94E8}" srcOrd="2" destOrd="0" parTransId="{B1A60A06-0A0A-418B-9F92-8D7ECB51E9A9}" sibTransId="{9AA24F71-DD1D-43AD-89CE-7F9F8039B43C}"/>
    <dgm:cxn modelId="{EDC11B5F-1DFC-4004-B873-1CE586F7AFEE}" srcId="{0F0D75BB-F980-4FDD-84CC-C541D1FA94E8}" destId="{E4A9F4C6-8D0D-4FEE-891A-83632D09C9F7}" srcOrd="0" destOrd="0" parTransId="{614B8B35-1D25-4D64-B6DB-DA97D21BE754}" sibTransId="{CACEF7A8-CC2C-4FB2-8D5E-F5ABACBE0B3B}"/>
    <dgm:cxn modelId="{9DC95463-8250-4B1E-84B7-4DC3CF673073}" srcId="{2B492DA6-ACF0-4A86-B249-BF83054CE2BF}" destId="{B8600B36-740D-456E-99C3-E37026C078D8}" srcOrd="0" destOrd="0" parTransId="{23915FAD-3AAB-40D6-9FD2-22EFAFD2755A}" sibTransId="{B127E9F0-3420-453F-8079-F0883D76D4A2}"/>
    <dgm:cxn modelId="{7D381646-13C1-40AD-BC58-E99C1C773225}" srcId="{E784620B-BC1C-40B0-9D6B-CA710A53F322}" destId="{AC79A32B-82FB-490B-B593-149277C1133F}" srcOrd="1" destOrd="0" parTransId="{045BBEDF-4379-4B54-BD96-03282FAD3954}" sibTransId="{F429E389-F7AF-46A1-8E7D-F9E7C2D4D72A}"/>
    <dgm:cxn modelId="{EC6E954F-C03E-4335-A106-FBDE2516132C}" type="presOf" srcId="{8F127315-3B45-4A32-AC96-1FC892E9E6D6}" destId="{E3CB539E-17E4-4FDF-A76E-703E709618DB}" srcOrd="0" destOrd="1" presId="urn:microsoft.com/office/officeart/2017/3/layout/DropPinTimeline"/>
    <dgm:cxn modelId="{7706F271-395F-4087-8A75-21212C04EA75}" type="presOf" srcId="{3E3C608A-F37D-420F-91EB-FC5D191B5F76}" destId="{5AEC7831-A97B-4FF5-99C3-16B73A7EFC9E}" srcOrd="0" destOrd="0" presId="urn:microsoft.com/office/officeart/2017/3/layout/DropPinTimeline"/>
    <dgm:cxn modelId="{E5677554-BE37-4707-A0B5-04D10673869E}" srcId="{2B492DA6-ACF0-4A86-B249-BF83054CE2BF}" destId="{6B8A9B25-491F-49A1-9518-609CC33298AA}" srcOrd="1" destOrd="0" parTransId="{9905D593-E7A0-41BF-A606-B9106410B5DE}" sibTransId="{2E6D3BD6-99D6-4F22-BE8D-8B17C92591EE}"/>
    <dgm:cxn modelId="{37371B83-FDBE-4565-886A-D1A3BE416E62}" srcId="{0112DE01-5BB0-4EC7-85B1-8CADD37A27D5}" destId="{3E3C608A-F37D-420F-91EB-FC5D191B5F76}" srcOrd="1" destOrd="0" parTransId="{1BCD51A8-73B7-43E3-BF18-666FCE408288}" sibTransId="{6B4E18F4-364B-44A4-AF63-FFB9F11CB8B6}"/>
    <dgm:cxn modelId="{60A5B786-610B-4460-84F8-DBFCEF6171A6}" srcId="{3E3C608A-F37D-420F-91EB-FC5D191B5F76}" destId="{8F127315-3B45-4A32-AC96-1FC892E9E6D6}" srcOrd="1" destOrd="0" parTransId="{D6ACD9FC-6E20-453A-804F-85DE49CF3945}" sibTransId="{04D76DFA-0F84-495B-A390-069DF4BCF4CE}"/>
    <dgm:cxn modelId="{680AA988-1058-48E1-A3B2-95D70700A51A}" type="presOf" srcId="{94DC01A8-5BBA-4E8D-8D6E-1A4B37F0375C}" destId="{949A54CD-0859-443F-8514-26CCF900DE79}" srcOrd="0" destOrd="1" presId="urn:microsoft.com/office/officeart/2017/3/layout/DropPinTimeline"/>
    <dgm:cxn modelId="{9D5EB899-B713-4650-8704-DCDADC163B6A}" type="presOf" srcId="{6B8A9B25-491F-49A1-9518-609CC33298AA}" destId="{AC9E26C7-6B96-475F-83B2-DE9C7533D809}" srcOrd="0" destOrd="1" presId="urn:microsoft.com/office/officeart/2017/3/layout/DropPinTimeline"/>
    <dgm:cxn modelId="{066BE09A-D0CC-4BC7-AD91-2E3D8A3B4773}" type="presOf" srcId="{92143CB9-67E2-4224-A987-6CB97F31826F}" destId="{E3CB539E-17E4-4FDF-A76E-703E709618DB}" srcOrd="0" destOrd="0" presId="urn:microsoft.com/office/officeart/2017/3/layout/DropPinTimeline"/>
    <dgm:cxn modelId="{F0A16FAD-107E-43A7-B2D1-5187B1557693}" type="presOf" srcId="{2B492DA6-ACF0-4A86-B249-BF83054CE2BF}" destId="{CA622F33-CBBA-45F2-BDA2-A990F68DB425}" srcOrd="0" destOrd="0" presId="urn:microsoft.com/office/officeart/2017/3/layout/DropPinTimeline"/>
    <dgm:cxn modelId="{DA4F4BB0-55F6-4413-9636-32DD38C1134B}" type="presOf" srcId="{B8600B36-740D-456E-99C3-E37026C078D8}" destId="{AC9E26C7-6B96-475F-83B2-DE9C7533D809}" srcOrd="0" destOrd="0" presId="urn:microsoft.com/office/officeart/2017/3/layout/DropPinTimeline"/>
    <dgm:cxn modelId="{362344B7-E9BD-42B8-B880-1A85994DEEE7}" srcId="{0F0D75BB-F980-4FDD-84CC-C541D1FA94E8}" destId="{94DC01A8-5BBA-4E8D-8D6E-1A4B37F0375C}" srcOrd="1" destOrd="0" parTransId="{33A32D34-401A-449A-8A59-B7E95AF622E9}" sibTransId="{4701ED39-2030-4D99-9723-7CDE30DC6854}"/>
    <dgm:cxn modelId="{2171B4B7-EA96-4E9C-A7F7-81C01E8D0202}" srcId="{E784620B-BC1C-40B0-9D6B-CA710A53F322}" destId="{1EF46430-3789-4E64-B835-46FD688170BB}" srcOrd="0" destOrd="0" parTransId="{8AB505FB-AB51-4C98-A28B-386F07065C56}" sibTransId="{C516C21F-9C2C-4EC2-9345-901473AA71F4}"/>
    <dgm:cxn modelId="{0208CCC2-29E9-4B25-ADEB-B9C1EEA348C2}" type="presOf" srcId="{AC79A32B-82FB-490B-B593-149277C1133F}" destId="{ACC5BFB0-5CB7-46BB-A90E-39B2F0BFD811}" srcOrd="0" destOrd="1" presId="urn:microsoft.com/office/officeart/2017/3/layout/DropPinTimeline"/>
    <dgm:cxn modelId="{8E556FC7-1523-4D30-AC18-937D1D686037}" type="presOf" srcId="{E784620B-BC1C-40B0-9D6B-CA710A53F322}" destId="{DDAAF6FF-22EA-4B37-8245-701C4B6A438C}" srcOrd="0" destOrd="0" presId="urn:microsoft.com/office/officeart/2017/3/layout/DropPinTimeline"/>
    <dgm:cxn modelId="{F5B975D6-9E5D-4CCF-B6B3-0C0BC371B290}" type="presOf" srcId="{5BFDD544-E23D-4514-B22F-E8E25B455A0B}" destId="{AC9E26C7-6B96-475F-83B2-DE9C7533D809}" srcOrd="0" destOrd="2" presId="urn:microsoft.com/office/officeart/2017/3/layout/DropPinTimeline"/>
    <dgm:cxn modelId="{1AEBA3F3-AFE1-49B4-BDC6-4F2B447CFE16}" type="presOf" srcId="{E4A9F4C6-8D0D-4FEE-891A-83632D09C9F7}" destId="{949A54CD-0859-443F-8514-26CCF900DE79}" srcOrd="0" destOrd="0" presId="urn:microsoft.com/office/officeart/2017/3/layout/DropPinTimeline"/>
    <dgm:cxn modelId="{08B4B9FE-CCEC-42B0-B44C-7414B4179B80}" srcId="{2B492DA6-ACF0-4A86-B249-BF83054CE2BF}" destId="{5BFDD544-E23D-4514-B22F-E8E25B455A0B}" srcOrd="2" destOrd="0" parTransId="{28D41D2C-12ED-461E-A0AC-6DB344C77948}" sibTransId="{5B32481B-E6E5-4960-9905-AE6CE2E550F6}"/>
    <dgm:cxn modelId="{87D3E8C2-6535-4CEE-B09D-7C42620B5A9C}" type="presParOf" srcId="{D4B318E1-118C-4BBB-ACC1-3E640F0A52DB}" destId="{D5803112-542B-480E-AB0B-5875926F36A3}" srcOrd="0" destOrd="0" presId="urn:microsoft.com/office/officeart/2017/3/layout/DropPinTimeline"/>
    <dgm:cxn modelId="{64D296AC-BCB1-46F7-B04F-455E67956665}" type="presParOf" srcId="{D4B318E1-118C-4BBB-ACC1-3E640F0A52DB}" destId="{25CFA933-1758-4A36-BEFB-AF680BDD44AD}" srcOrd="1" destOrd="0" presId="urn:microsoft.com/office/officeart/2017/3/layout/DropPinTimeline"/>
    <dgm:cxn modelId="{DB2BD20D-21C8-4234-AD47-50F26A6E3D0E}" type="presParOf" srcId="{25CFA933-1758-4A36-BEFB-AF680BDD44AD}" destId="{535C39C3-8FE4-4CE7-BAB4-47CD63CB5D76}" srcOrd="0" destOrd="0" presId="urn:microsoft.com/office/officeart/2017/3/layout/DropPinTimeline"/>
    <dgm:cxn modelId="{8CA36C74-3867-482F-8AEA-700C8192CB1D}" type="presParOf" srcId="{535C39C3-8FE4-4CE7-BAB4-47CD63CB5D76}" destId="{DF25671D-DD3B-4632-A1B6-93AECACBD9DC}" srcOrd="0" destOrd="0" presId="urn:microsoft.com/office/officeart/2017/3/layout/DropPinTimeline"/>
    <dgm:cxn modelId="{7A233B11-D215-4C1F-BC8F-C8CCA1E0FDE6}" type="presParOf" srcId="{535C39C3-8FE4-4CE7-BAB4-47CD63CB5D76}" destId="{E4B5FFAC-BF54-4453-85B9-B3DC94436670}" srcOrd="1" destOrd="0" presId="urn:microsoft.com/office/officeart/2017/3/layout/DropPinTimeline"/>
    <dgm:cxn modelId="{3E7DD095-9E46-4197-B589-213946898974}" type="presParOf" srcId="{E4B5FFAC-BF54-4453-85B9-B3DC94436670}" destId="{B91F9EAE-EF9A-44F9-9B85-3379D4F55D4F}" srcOrd="0" destOrd="0" presId="urn:microsoft.com/office/officeart/2017/3/layout/DropPinTimeline"/>
    <dgm:cxn modelId="{813C731A-8A0C-4FD5-B7B2-4B69B4167BE6}" type="presParOf" srcId="{E4B5FFAC-BF54-4453-85B9-B3DC94436670}" destId="{321884A1-82D1-4EB7-B488-2D79C80B0E4D}" srcOrd="1" destOrd="0" presId="urn:microsoft.com/office/officeart/2017/3/layout/DropPinTimeline"/>
    <dgm:cxn modelId="{A41406E0-5090-4801-964C-FD264C771ED7}" type="presParOf" srcId="{535C39C3-8FE4-4CE7-BAB4-47CD63CB5D76}" destId="{AC9E26C7-6B96-475F-83B2-DE9C7533D809}" srcOrd="2" destOrd="0" presId="urn:microsoft.com/office/officeart/2017/3/layout/DropPinTimeline"/>
    <dgm:cxn modelId="{648375F9-0C38-44D9-AFBF-6B1E21C8DEDF}" type="presParOf" srcId="{535C39C3-8FE4-4CE7-BAB4-47CD63CB5D76}" destId="{CA622F33-CBBA-45F2-BDA2-A990F68DB425}" srcOrd="3" destOrd="0" presId="urn:microsoft.com/office/officeart/2017/3/layout/DropPinTimeline"/>
    <dgm:cxn modelId="{A99FAA82-4F9C-4F5B-B8F0-99F1221206D3}" type="presParOf" srcId="{535C39C3-8FE4-4CE7-BAB4-47CD63CB5D76}" destId="{04D0AACD-4A49-4F9B-8B4A-D8C1150D67F6}" srcOrd="4" destOrd="0" presId="urn:microsoft.com/office/officeart/2017/3/layout/DropPinTimeline"/>
    <dgm:cxn modelId="{DE989F62-7A98-4C47-98D5-F0495DA7142E}" type="presParOf" srcId="{535C39C3-8FE4-4CE7-BAB4-47CD63CB5D76}" destId="{67FBEB96-5381-42F0-9089-BD39E6427B6C}" srcOrd="5" destOrd="0" presId="urn:microsoft.com/office/officeart/2017/3/layout/DropPinTimeline"/>
    <dgm:cxn modelId="{ACCF12F0-264D-4086-91C2-920730969433}" type="presParOf" srcId="{25CFA933-1758-4A36-BEFB-AF680BDD44AD}" destId="{D9F01358-9F45-493A-9687-6E710638DAD4}" srcOrd="1" destOrd="0" presId="urn:microsoft.com/office/officeart/2017/3/layout/DropPinTimeline"/>
    <dgm:cxn modelId="{7669B288-7164-4516-9697-342806CA3E76}" type="presParOf" srcId="{25CFA933-1758-4A36-BEFB-AF680BDD44AD}" destId="{B205C646-93AF-4493-804D-38BFC29FB7D3}" srcOrd="2" destOrd="0" presId="urn:microsoft.com/office/officeart/2017/3/layout/DropPinTimeline"/>
    <dgm:cxn modelId="{EDF7E4B8-81A3-4EF7-97BC-5321D842C3E0}" type="presParOf" srcId="{B205C646-93AF-4493-804D-38BFC29FB7D3}" destId="{352B71E8-60BC-4BF7-B875-15DCFBF7942F}" srcOrd="0" destOrd="0" presId="urn:microsoft.com/office/officeart/2017/3/layout/DropPinTimeline"/>
    <dgm:cxn modelId="{9E78A456-31F0-4775-A17A-C611319888FB}" type="presParOf" srcId="{B205C646-93AF-4493-804D-38BFC29FB7D3}" destId="{4A08099E-E8D9-4723-83F8-42D77AE498E7}" srcOrd="1" destOrd="0" presId="urn:microsoft.com/office/officeart/2017/3/layout/DropPinTimeline"/>
    <dgm:cxn modelId="{0133660B-218E-4A7D-A490-7BE18236A5E7}" type="presParOf" srcId="{4A08099E-E8D9-4723-83F8-42D77AE498E7}" destId="{8A5BC065-CE8A-4CFC-AF2E-851F6755DD26}" srcOrd="0" destOrd="0" presId="urn:microsoft.com/office/officeart/2017/3/layout/DropPinTimeline"/>
    <dgm:cxn modelId="{84B60844-0DD7-46C8-A170-E16972C85CCA}" type="presParOf" srcId="{4A08099E-E8D9-4723-83F8-42D77AE498E7}" destId="{3AF04EFD-0160-4657-BD48-E3AD256953F9}" srcOrd="1" destOrd="0" presId="urn:microsoft.com/office/officeart/2017/3/layout/DropPinTimeline"/>
    <dgm:cxn modelId="{8B954D15-36EB-4A02-B6B7-18787B4D812E}" type="presParOf" srcId="{B205C646-93AF-4493-804D-38BFC29FB7D3}" destId="{E3CB539E-17E4-4FDF-A76E-703E709618DB}" srcOrd="2" destOrd="0" presId="urn:microsoft.com/office/officeart/2017/3/layout/DropPinTimeline"/>
    <dgm:cxn modelId="{1DA97C4C-54E7-4B8A-8725-218C9D5282F2}" type="presParOf" srcId="{B205C646-93AF-4493-804D-38BFC29FB7D3}" destId="{5AEC7831-A97B-4FF5-99C3-16B73A7EFC9E}" srcOrd="3" destOrd="0" presId="urn:microsoft.com/office/officeart/2017/3/layout/DropPinTimeline"/>
    <dgm:cxn modelId="{D95198B2-FE7E-4C0C-89A0-631CE0A37BDF}" type="presParOf" srcId="{B205C646-93AF-4493-804D-38BFC29FB7D3}" destId="{53902CDC-7F18-419D-8C55-15AA5F6B20EA}" srcOrd="4" destOrd="0" presId="urn:microsoft.com/office/officeart/2017/3/layout/DropPinTimeline"/>
    <dgm:cxn modelId="{EED9D789-671B-4231-B5FC-1E830FFA6F94}" type="presParOf" srcId="{B205C646-93AF-4493-804D-38BFC29FB7D3}" destId="{B3D21859-4FF5-489F-A344-877EF479A631}" srcOrd="5" destOrd="0" presId="urn:microsoft.com/office/officeart/2017/3/layout/DropPinTimeline"/>
    <dgm:cxn modelId="{62D2D2E1-3112-400A-995A-204612613519}" type="presParOf" srcId="{25CFA933-1758-4A36-BEFB-AF680BDD44AD}" destId="{1B15C867-A2A7-449E-8361-3BE132527E0A}" srcOrd="3" destOrd="0" presId="urn:microsoft.com/office/officeart/2017/3/layout/DropPinTimeline"/>
    <dgm:cxn modelId="{BE91EF1C-EF17-432E-82D8-78C3CD6DCE38}" type="presParOf" srcId="{25CFA933-1758-4A36-BEFB-AF680BDD44AD}" destId="{F2163732-73E2-4B6C-91E6-2DB8524C4AAB}" srcOrd="4" destOrd="0" presId="urn:microsoft.com/office/officeart/2017/3/layout/DropPinTimeline"/>
    <dgm:cxn modelId="{268A48B2-1916-405B-81E8-B07E9AF9C0E8}" type="presParOf" srcId="{F2163732-73E2-4B6C-91E6-2DB8524C4AAB}" destId="{A5731CFD-8C5B-4167-A6D7-7A761AD3C50F}" srcOrd="0" destOrd="0" presId="urn:microsoft.com/office/officeart/2017/3/layout/DropPinTimeline"/>
    <dgm:cxn modelId="{B57A630C-46BC-467D-82E3-08F9B62F9A8A}" type="presParOf" srcId="{F2163732-73E2-4B6C-91E6-2DB8524C4AAB}" destId="{8762683A-1F2B-4C48-9EA2-6B525F1B8E48}" srcOrd="1" destOrd="0" presId="urn:microsoft.com/office/officeart/2017/3/layout/DropPinTimeline"/>
    <dgm:cxn modelId="{28451731-2117-4199-8930-550FF4BA9B33}" type="presParOf" srcId="{8762683A-1F2B-4C48-9EA2-6B525F1B8E48}" destId="{4B17C2F5-2F61-469E-9A02-FE810B92A5B5}" srcOrd="0" destOrd="0" presId="urn:microsoft.com/office/officeart/2017/3/layout/DropPinTimeline"/>
    <dgm:cxn modelId="{4DD2FF0A-1189-4E73-B784-225BF06F9E09}" type="presParOf" srcId="{8762683A-1F2B-4C48-9EA2-6B525F1B8E48}" destId="{BC64755E-0D63-4FC9-9783-AFF72B8D3689}" srcOrd="1" destOrd="0" presId="urn:microsoft.com/office/officeart/2017/3/layout/DropPinTimeline"/>
    <dgm:cxn modelId="{64FA5967-4180-4AC2-A363-5C94268CFB80}" type="presParOf" srcId="{F2163732-73E2-4B6C-91E6-2DB8524C4AAB}" destId="{949A54CD-0859-443F-8514-26CCF900DE79}" srcOrd="2" destOrd="0" presId="urn:microsoft.com/office/officeart/2017/3/layout/DropPinTimeline"/>
    <dgm:cxn modelId="{C8252B07-FA19-47CE-92D7-9D50B72A22DD}" type="presParOf" srcId="{F2163732-73E2-4B6C-91E6-2DB8524C4AAB}" destId="{F0A5F461-9DB4-4EE0-95C2-735F6A23CC53}" srcOrd="3" destOrd="0" presId="urn:microsoft.com/office/officeart/2017/3/layout/DropPinTimeline"/>
    <dgm:cxn modelId="{DF3CCE9C-56D1-4BF0-99C4-DEE436F3BEB3}" type="presParOf" srcId="{F2163732-73E2-4B6C-91E6-2DB8524C4AAB}" destId="{7F971794-99C2-4F9C-8DE0-A93342CF555F}" srcOrd="4" destOrd="0" presId="urn:microsoft.com/office/officeart/2017/3/layout/DropPinTimeline"/>
    <dgm:cxn modelId="{629692A0-4D28-4484-BF96-3295D223DAAC}" type="presParOf" srcId="{F2163732-73E2-4B6C-91E6-2DB8524C4AAB}" destId="{0E7D8C6C-DC61-423F-AC53-BC38F6CC83E4}" srcOrd="5" destOrd="0" presId="urn:microsoft.com/office/officeart/2017/3/layout/DropPinTimeline"/>
    <dgm:cxn modelId="{2D1FE248-9EA6-44D3-BD85-87894419B812}" type="presParOf" srcId="{25CFA933-1758-4A36-BEFB-AF680BDD44AD}" destId="{973D01EA-A217-417F-B2D4-2BA9FC3EDABB}" srcOrd="5" destOrd="0" presId="urn:microsoft.com/office/officeart/2017/3/layout/DropPinTimeline"/>
    <dgm:cxn modelId="{63B1B453-B576-435E-8556-E3CF3A957B7B}" type="presParOf" srcId="{25CFA933-1758-4A36-BEFB-AF680BDD44AD}" destId="{F93CCA0A-1E28-4855-BA9D-919657BE6946}" srcOrd="6" destOrd="0" presId="urn:microsoft.com/office/officeart/2017/3/layout/DropPinTimeline"/>
    <dgm:cxn modelId="{D770622C-1816-4986-A67F-C6FD14383AD3}" type="presParOf" srcId="{F93CCA0A-1E28-4855-BA9D-919657BE6946}" destId="{9B0F95AB-A159-42B3-9653-5A5FB2AC4746}" srcOrd="0" destOrd="0" presId="urn:microsoft.com/office/officeart/2017/3/layout/DropPinTimeline"/>
    <dgm:cxn modelId="{AFF8BD9A-8278-4877-AE4D-E9A04E16F9B5}" type="presParOf" srcId="{F93CCA0A-1E28-4855-BA9D-919657BE6946}" destId="{8D6C57C2-F16F-43FB-9664-1056EC5A4A16}" srcOrd="1" destOrd="0" presId="urn:microsoft.com/office/officeart/2017/3/layout/DropPinTimeline"/>
    <dgm:cxn modelId="{62B2074D-6D38-4DF6-BA22-251E6FC8BBD5}" type="presParOf" srcId="{8D6C57C2-F16F-43FB-9664-1056EC5A4A16}" destId="{6BEBC535-BD95-422D-85D0-514C5880712A}" srcOrd="0" destOrd="0" presId="urn:microsoft.com/office/officeart/2017/3/layout/DropPinTimeline"/>
    <dgm:cxn modelId="{C41E3EBA-4F82-41DB-8A79-6209574F8453}" type="presParOf" srcId="{8D6C57C2-F16F-43FB-9664-1056EC5A4A16}" destId="{529271FB-555D-4DDF-97F7-AC99D1ADB462}" srcOrd="1" destOrd="0" presId="urn:microsoft.com/office/officeart/2017/3/layout/DropPinTimeline"/>
    <dgm:cxn modelId="{175A2C4C-90C4-4EA6-84D9-FB6EFAE70C9A}" type="presParOf" srcId="{F93CCA0A-1E28-4855-BA9D-919657BE6946}" destId="{ACC5BFB0-5CB7-46BB-A90E-39B2F0BFD811}" srcOrd="2" destOrd="0" presId="urn:microsoft.com/office/officeart/2017/3/layout/DropPinTimeline"/>
    <dgm:cxn modelId="{6E1F0CC8-95E5-47BC-A20F-345871FA417A}" type="presParOf" srcId="{F93CCA0A-1E28-4855-BA9D-919657BE6946}" destId="{DDAAF6FF-22EA-4B37-8245-701C4B6A438C}" srcOrd="3" destOrd="0" presId="urn:microsoft.com/office/officeart/2017/3/layout/DropPinTimeline"/>
    <dgm:cxn modelId="{98688660-16B2-4350-B675-0E5385E00BE1}" type="presParOf" srcId="{F93CCA0A-1E28-4855-BA9D-919657BE6946}" destId="{04F178C1-E8D0-43C9-B36F-5D1E28A30D44}" srcOrd="4" destOrd="0" presId="urn:microsoft.com/office/officeart/2017/3/layout/DropPinTimeline"/>
    <dgm:cxn modelId="{D15FA3AF-EE4C-4424-9D5F-FEC8002F3A69}" type="presParOf" srcId="{F93CCA0A-1E28-4855-BA9D-919657BE6946}" destId="{8FC1776F-F8D5-4066-BBDB-C6CF6DD709D6}" srcOrd="5" destOrd="0" presId="urn:microsoft.com/office/officeart/2017/3/layout/DropPinTimeline"/>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803112-542B-480E-AB0B-5875926F36A3}">
      <dsp:nvSpPr>
        <dsp:cNvPr id="0" name=""/>
        <dsp:cNvSpPr/>
      </dsp:nvSpPr>
      <dsp:spPr>
        <a:xfrm>
          <a:off x="0" y="2800788"/>
          <a:ext cx="10147193" cy="0"/>
        </a:xfrm>
        <a:prstGeom prst="line">
          <a:avLst/>
        </a:prstGeom>
        <a:solidFill>
          <a:schemeClr val="lt1">
            <a:alpha val="90000"/>
            <a:hueOff val="0"/>
            <a:satOff val="0"/>
            <a:lumOff val="0"/>
            <a:alphaOff val="0"/>
          </a:schemeClr>
        </a:solidFill>
        <a:ln w="19050" cap="flat" cmpd="sng" algn="ctr">
          <a:solidFill>
            <a:schemeClr val="accent4">
              <a:hueOff val="0"/>
              <a:satOff val="0"/>
              <a:lumOff val="0"/>
              <a:alphaOff val="0"/>
            </a:schemeClr>
          </a:solidFill>
          <a:prstDash val="solid"/>
          <a:miter lim="800000"/>
          <a:tailEnd type="triangle" w="lg" len="lg"/>
        </a:ln>
        <a:effectLst/>
      </dsp:spPr>
      <dsp:style>
        <a:lnRef idx="2">
          <a:scrgbClr r="0" g="0" b="0"/>
        </a:lnRef>
        <a:fillRef idx="1">
          <a:scrgbClr r="0" g="0" b="0"/>
        </a:fillRef>
        <a:effectRef idx="0">
          <a:scrgbClr r="0" g="0" b="0"/>
        </a:effectRef>
        <a:fontRef idx="minor"/>
      </dsp:style>
    </dsp:sp>
    <dsp:sp modelId="{B91F9EAE-EF9A-44F9-9B85-3379D4F55D4F}">
      <dsp:nvSpPr>
        <dsp:cNvPr id="0" name=""/>
        <dsp:cNvSpPr/>
      </dsp:nvSpPr>
      <dsp:spPr>
        <a:xfrm rot="8100000">
          <a:off x="91417" y="645472"/>
          <a:ext cx="411934" cy="411934"/>
        </a:xfrm>
        <a:prstGeom prst="teardrop">
          <a:avLst>
            <a:gd name="adj" fmla="val 115000"/>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21884A1-82D1-4EB7-B488-2D79C80B0E4D}">
      <dsp:nvSpPr>
        <dsp:cNvPr id="0" name=""/>
        <dsp:cNvSpPr/>
      </dsp:nvSpPr>
      <dsp:spPr>
        <a:xfrm>
          <a:off x="137179" y="691234"/>
          <a:ext cx="320410" cy="320410"/>
        </a:xfrm>
        <a:prstGeom prst="ellipse">
          <a:avLst/>
        </a:prstGeom>
        <a:solidFill>
          <a:schemeClr val="lt1">
            <a:alpha val="90000"/>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AC9E26C7-6B96-475F-83B2-DE9C7533D809}">
      <dsp:nvSpPr>
        <dsp:cNvPr id="0" name=""/>
        <dsp:cNvSpPr/>
      </dsp:nvSpPr>
      <dsp:spPr>
        <a:xfrm>
          <a:off x="588666" y="1142721"/>
          <a:ext cx="3375280" cy="16580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82550" rIns="82550" bIns="123825" numCol="1" spcCol="1270" anchor="t" anchorCtr="0">
          <a:noAutofit/>
        </a:bodyPr>
        <a:lstStyle/>
        <a:p>
          <a:pPr marL="0" lvl="0" indent="0" algn="l" defTabSz="577850">
            <a:lnSpc>
              <a:spcPct val="90000"/>
            </a:lnSpc>
            <a:spcBef>
              <a:spcPct val="0"/>
            </a:spcBef>
            <a:spcAft>
              <a:spcPct val="35000"/>
            </a:spcAft>
            <a:buNone/>
          </a:pPr>
          <a:r>
            <a:rPr lang="en-US" sz="1300" b="0" kern="1200">
              <a:latin typeface="Calibri Light"/>
              <a:ea typeface="+mn-ea"/>
              <a:cs typeface="+mn-cs"/>
            </a:rPr>
            <a:t>Collaborate with specialists </a:t>
          </a:r>
          <a:r>
            <a:rPr lang="en-US" sz="1300" b="1" kern="1200">
              <a:latin typeface="Calibri Light" panose="020F0302020204030204"/>
              <a:ea typeface="+mn-ea"/>
              <a:cs typeface="+mn-cs"/>
            </a:rPr>
            <a:t>to define clinical criteria (guideline, early RA biomarkers, lab test).</a:t>
          </a:r>
        </a:p>
        <a:p>
          <a:pPr marL="0" lvl="0" indent="0" algn="l" defTabSz="577850">
            <a:lnSpc>
              <a:spcPct val="90000"/>
            </a:lnSpc>
            <a:spcBef>
              <a:spcPct val="0"/>
            </a:spcBef>
            <a:spcAft>
              <a:spcPct val="35000"/>
            </a:spcAft>
            <a:buNone/>
          </a:pPr>
          <a:r>
            <a:rPr lang="en-US" sz="1300" b="0" kern="1200">
              <a:latin typeface="Calibri" panose="020F0502020204030204"/>
              <a:ea typeface="+mn-ea"/>
              <a:cs typeface="+mn-cs"/>
            </a:rPr>
            <a:t>Define CDS logic framework and system </a:t>
          </a:r>
          <a:r>
            <a:rPr lang="en-US" sz="1300" b="0" kern="1200">
              <a:latin typeface="Calibri Light"/>
              <a:ea typeface="+mn-ea"/>
              <a:cs typeface="+mn-cs"/>
            </a:rPr>
            <a:t>architecture</a:t>
          </a:r>
          <a:endParaRPr lang="en-US" sz="1300" kern="1200">
            <a:latin typeface="Calibri" panose="020F0502020204030204"/>
            <a:ea typeface="+mn-ea"/>
            <a:cs typeface="+mn-cs"/>
          </a:endParaRPr>
        </a:p>
        <a:p>
          <a:pPr marL="0" lvl="0" indent="0" algn="l" defTabSz="577850">
            <a:lnSpc>
              <a:spcPct val="90000"/>
            </a:lnSpc>
            <a:spcBef>
              <a:spcPct val="0"/>
            </a:spcBef>
            <a:spcAft>
              <a:spcPct val="35000"/>
            </a:spcAft>
            <a:buNone/>
          </a:pPr>
          <a:r>
            <a:rPr lang="en-US" sz="1300" b="0" kern="1200">
              <a:latin typeface="Calibri Light"/>
              <a:ea typeface="+mn-ea"/>
              <a:cs typeface="+mn-cs"/>
            </a:rPr>
            <a:t>Focus</a:t>
          </a:r>
          <a:r>
            <a:rPr lang="en-US" sz="1300" kern="1200">
              <a:latin typeface="Calibri Light" panose="020F0302020204030204"/>
              <a:ea typeface="+mn-ea"/>
              <a:cs typeface="+mn-cs"/>
            </a:rPr>
            <a:t>: clinical requirement + system architecture</a:t>
          </a:r>
          <a:endParaRPr lang="en-US" sz="1300" kern="1200">
            <a:latin typeface="Calibri"/>
            <a:ea typeface="+mn-ea"/>
            <a:cs typeface="+mn-cs"/>
          </a:endParaRPr>
        </a:p>
      </dsp:txBody>
      <dsp:txXfrm>
        <a:off x="588666" y="1142721"/>
        <a:ext cx="3375280" cy="1658066"/>
      </dsp:txXfrm>
    </dsp:sp>
    <dsp:sp modelId="{CA622F33-CBBA-45F2-BDA2-A990F68DB425}">
      <dsp:nvSpPr>
        <dsp:cNvPr id="0" name=""/>
        <dsp:cNvSpPr/>
      </dsp:nvSpPr>
      <dsp:spPr>
        <a:xfrm>
          <a:off x="588666" y="560157"/>
          <a:ext cx="3375280" cy="5825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07950" bIns="0" numCol="1" spcCol="1270" anchor="ctr" anchorCtr="0">
          <a:noAutofit/>
        </a:bodyPr>
        <a:lstStyle/>
        <a:p>
          <a:pPr marL="0" lvl="0" indent="0" algn="l" defTabSz="755650">
            <a:lnSpc>
              <a:spcPct val="90000"/>
            </a:lnSpc>
            <a:spcBef>
              <a:spcPct val="0"/>
            </a:spcBef>
            <a:spcAft>
              <a:spcPct val="35000"/>
            </a:spcAft>
            <a:buNone/>
            <a:defRPr b="1"/>
          </a:pPr>
          <a:r>
            <a:rPr lang="en-US" sz="1700" kern="1200">
              <a:latin typeface="Calibri Light" panose="020F0302020204030204"/>
              <a:ea typeface="+mn-ea"/>
              <a:cs typeface="+mn-cs"/>
            </a:rPr>
            <a:t>Foundation</a:t>
          </a:r>
        </a:p>
      </dsp:txBody>
      <dsp:txXfrm>
        <a:off x="588666" y="560157"/>
        <a:ext cx="3375280" cy="582564"/>
      </dsp:txXfrm>
    </dsp:sp>
    <dsp:sp modelId="{04D0AACD-4A49-4F9B-8B4A-D8C1150D67F6}">
      <dsp:nvSpPr>
        <dsp:cNvPr id="0" name=""/>
        <dsp:cNvSpPr/>
      </dsp:nvSpPr>
      <dsp:spPr>
        <a:xfrm>
          <a:off x="297384" y="1142721"/>
          <a:ext cx="0" cy="1658066"/>
        </a:xfrm>
        <a:prstGeom prst="line">
          <a:avLst/>
        </a:prstGeom>
        <a:noFill/>
        <a:ln w="12700" cap="flat" cmpd="sng" algn="ctr">
          <a:solidFill>
            <a:schemeClr val="accent4">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DF25671D-DD3B-4632-A1B6-93AECACBD9DC}">
      <dsp:nvSpPr>
        <dsp:cNvPr id="0" name=""/>
        <dsp:cNvSpPr/>
      </dsp:nvSpPr>
      <dsp:spPr>
        <a:xfrm>
          <a:off x="243456" y="2748357"/>
          <a:ext cx="104861" cy="104861"/>
        </a:xfrm>
        <a:prstGeom prst="ellipse">
          <a:avLst/>
        </a:prstGeom>
        <a:solidFill>
          <a:schemeClr val="accent4">
            <a:hueOff val="0"/>
            <a:satOff val="0"/>
            <a:lumOff val="0"/>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A5BC065-CE8A-4CFC-AF2E-851F6755DD26}">
      <dsp:nvSpPr>
        <dsp:cNvPr id="0" name=""/>
        <dsp:cNvSpPr/>
      </dsp:nvSpPr>
      <dsp:spPr>
        <a:xfrm rot="18900000">
          <a:off x="2114212" y="4544169"/>
          <a:ext cx="411934" cy="411934"/>
        </a:xfrm>
        <a:prstGeom prst="teardrop">
          <a:avLst>
            <a:gd name="adj" fmla="val 115000"/>
          </a:avLst>
        </a:prstGeom>
        <a:solidFill>
          <a:schemeClr val="accent4">
            <a:hueOff val="2199979"/>
            <a:satOff val="-9734"/>
            <a:lumOff val="-1634"/>
            <a:alphaOff val="0"/>
          </a:schemeClr>
        </a:solidFill>
        <a:ln w="12700" cap="flat" cmpd="sng" algn="ctr">
          <a:solidFill>
            <a:schemeClr val="accent4">
              <a:hueOff val="2199979"/>
              <a:satOff val="-9734"/>
              <a:lumOff val="-163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AF04EFD-0160-4657-BD48-E3AD256953F9}">
      <dsp:nvSpPr>
        <dsp:cNvPr id="0" name=""/>
        <dsp:cNvSpPr/>
      </dsp:nvSpPr>
      <dsp:spPr>
        <a:xfrm>
          <a:off x="2159975" y="4589932"/>
          <a:ext cx="320410" cy="320410"/>
        </a:xfrm>
        <a:prstGeom prst="ellipse">
          <a:avLst/>
        </a:prstGeom>
        <a:solidFill>
          <a:schemeClr val="lt1">
            <a:alpha val="90000"/>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E3CB539E-17E4-4FDF-A76E-703E709618DB}">
      <dsp:nvSpPr>
        <dsp:cNvPr id="0" name=""/>
        <dsp:cNvSpPr/>
      </dsp:nvSpPr>
      <dsp:spPr>
        <a:xfrm>
          <a:off x="2611462" y="2800788"/>
          <a:ext cx="3375280" cy="16580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23825" rIns="0" bIns="82550" numCol="1" spcCol="1270" anchor="b" anchorCtr="0">
          <a:noAutofit/>
        </a:bodyPr>
        <a:lstStyle/>
        <a:p>
          <a:pPr marL="0" lvl="0" indent="0" algn="l" defTabSz="577850">
            <a:lnSpc>
              <a:spcPct val="90000"/>
            </a:lnSpc>
            <a:spcBef>
              <a:spcPct val="0"/>
            </a:spcBef>
            <a:spcAft>
              <a:spcPct val="35000"/>
            </a:spcAft>
            <a:buNone/>
          </a:pPr>
          <a:r>
            <a:rPr lang="en-US" sz="1300" b="0" kern="1200">
              <a:latin typeface="Calibri" panose="020F0502020204030204"/>
              <a:ea typeface="+mn-ea"/>
              <a:cs typeface="+mn-cs"/>
            </a:rPr>
            <a:t>Build the AI model and platform on top of a validated clinical foundation.</a:t>
          </a:r>
        </a:p>
        <a:p>
          <a:pPr marL="0" lvl="0" indent="0" algn="l" defTabSz="577850">
            <a:lnSpc>
              <a:spcPct val="90000"/>
            </a:lnSpc>
            <a:spcBef>
              <a:spcPct val="0"/>
            </a:spcBef>
            <a:spcAft>
              <a:spcPct val="35000"/>
            </a:spcAft>
            <a:buNone/>
          </a:pPr>
          <a:r>
            <a:rPr lang="en-US" sz="1300" b="0" kern="1200">
              <a:latin typeface="Calibri Light" panose="020F0302020204030204"/>
              <a:ea typeface="+mn-ea"/>
              <a:cs typeface="+mn-cs"/>
            </a:rPr>
            <a:t>Focus: AI model</a:t>
          </a:r>
          <a:r>
            <a:rPr lang="en-US" sz="1300" kern="1200">
              <a:latin typeface="Calibri Light"/>
              <a:ea typeface="+mn-ea"/>
              <a:cs typeface="+mn-cs"/>
            </a:rPr>
            <a:t> + platform built</a:t>
          </a:r>
          <a:endParaRPr lang="en-US" sz="1300" kern="1200">
            <a:latin typeface="Calibri" panose="020F0502020204030204"/>
            <a:ea typeface="+mn-ea"/>
            <a:cs typeface="+mn-cs"/>
          </a:endParaRPr>
        </a:p>
      </dsp:txBody>
      <dsp:txXfrm>
        <a:off x="2611462" y="2800788"/>
        <a:ext cx="3375280" cy="1658066"/>
      </dsp:txXfrm>
    </dsp:sp>
    <dsp:sp modelId="{5AEC7831-A97B-4FF5-99C3-16B73A7EFC9E}">
      <dsp:nvSpPr>
        <dsp:cNvPr id="0" name=""/>
        <dsp:cNvSpPr/>
      </dsp:nvSpPr>
      <dsp:spPr>
        <a:xfrm>
          <a:off x="2611462" y="4458855"/>
          <a:ext cx="3375280" cy="5825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07950" bIns="0" numCol="1" spcCol="1270" anchor="ctr" anchorCtr="0">
          <a:noAutofit/>
        </a:bodyPr>
        <a:lstStyle/>
        <a:p>
          <a:pPr marL="0" lvl="0" indent="0" algn="l" defTabSz="755650">
            <a:lnSpc>
              <a:spcPct val="90000"/>
            </a:lnSpc>
            <a:spcBef>
              <a:spcPct val="0"/>
            </a:spcBef>
            <a:spcAft>
              <a:spcPct val="35000"/>
            </a:spcAft>
            <a:buNone/>
            <a:defRPr b="1"/>
          </a:pPr>
          <a:r>
            <a:rPr lang="en-US" sz="1700" kern="1200">
              <a:latin typeface="Calibri Light" panose="020F0302020204030204"/>
              <a:ea typeface="+mn-ea"/>
              <a:cs typeface="+mn-cs"/>
            </a:rPr>
            <a:t>Development</a:t>
          </a:r>
          <a:endParaRPr lang="en-US" sz="1700" kern="1200">
            <a:latin typeface="Calibri" panose="020F0502020204030204"/>
            <a:ea typeface="+mn-ea"/>
            <a:cs typeface="+mn-cs"/>
          </a:endParaRPr>
        </a:p>
      </dsp:txBody>
      <dsp:txXfrm>
        <a:off x="2611462" y="4458855"/>
        <a:ext cx="3375280" cy="582564"/>
      </dsp:txXfrm>
    </dsp:sp>
    <dsp:sp modelId="{53902CDC-7F18-419D-8C55-15AA5F6B20EA}">
      <dsp:nvSpPr>
        <dsp:cNvPr id="0" name=""/>
        <dsp:cNvSpPr/>
      </dsp:nvSpPr>
      <dsp:spPr>
        <a:xfrm>
          <a:off x="2320180" y="2800788"/>
          <a:ext cx="0" cy="1658066"/>
        </a:xfrm>
        <a:prstGeom prst="line">
          <a:avLst/>
        </a:prstGeom>
        <a:noFill/>
        <a:ln w="12700" cap="flat" cmpd="sng" algn="ctr">
          <a:solidFill>
            <a:schemeClr val="accent4">
              <a:hueOff val="2199979"/>
              <a:satOff val="-9734"/>
              <a:lumOff val="-1634"/>
              <a:alphaOff val="0"/>
            </a:schemeClr>
          </a:solidFill>
          <a:prstDash val="dash"/>
          <a:miter lim="800000"/>
        </a:ln>
        <a:effectLst/>
      </dsp:spPr>
      <dsp:style>
        <a:lnRef idx="1">
          <a:scrgbClr r="0" g="0" b="0"/>
        </a:lnRef>
        <a:fillRef idx="0">
          <a:scrgbClr r="0" g="0" b="0"/>
        </a:fillRef>
        <a:effectRef idx="0">
          <a:scrgbClr r="0" g="0" b="0"/>
        </a:effectRef>
        <a:fontRef idx="minor"/>
      </dsp:style>
    </dsp:sp>
    <dsp:sp modelId="{352B71E8-60BC-4BF7-B875-15DCFBF7942F}">
      <dsp:nvSpPr>
        <dsp:cNvPr id="0" name=""/>
        <dsp:cNvSpPr/>
      </dsp:nvSpPr>
      <dsp:spPr>
        <a:xfrm>
          <a:off x="2266252" y="2748357"/>
          <a:ext cx="104861" cy="104861"/>
        </a:xfrm>
        <a:prstGeom prst="ellipse">
          <a:avLst/>
        </a:prstGeom>
        <a:solidFill>
          <a:schemeClr val="accent4">
            <a:hueOff val="2199979"/>
            <a:satOff val="-9734"/>
            <a:lumOff val="-1634"/>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B17C2F5-2F61-469E-9A02-FE810B92A5B5}">
      <dsp:nvSpPr>
        <dsp:cNvPr id="0" name=""/>
        <dsp:cNvSpPr/>
      </dsp:nvSpPr>
      <dsp:spPr>
        <a:xfrm rot="8100000">
          <a:off x="4137007" y="645472"/>
          <a:ext cx="411934" cy="411934"/>
        </a:xfrm>
        <a:prstGeom prst="teardrop">
          <a:avLst>
            <a:gd name="adj" fmla="val 115000"/>
          </a:avLst>
        </a:prstGeom>
        <a:solidFill>
          <a:schemeClr val="accent4">
            <a:hueOff val="4399958"/>
            <a:satOff val="-19468"/>
            <a:lumOff val="-3269"/>
            <a:alphaOff val="0"/>
          </a:schemeClr>
        </a:solidFill>
        <a:ln w="12700" cap="flat" cmpd="sng" algn="ctr">
          <a:solidFill>
            <a:schemeClr val="accent4">
              <a:hueOff val="4399958"/>
              <a:satOff val="-19468"/>
              <a:lumOff val="-326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C64755E-0D63-4FC9-9783-AFF72B8D3689}">
      <dsp:nvSpPr>
        <dsp:cNvPr id="0" name=""/>
        <dsp:cNvSpPr/>
      </dsp:nvSpPr>
      <dsp:spPr>
        <a:xfrm>
          <a:off x="4182770" y="691234"/>
          <a:ext cx="320410" cy="320410"/>
        </a:xfrm>
        <a:prstGeom prst="ellipse">
          <a:avLst/>
        </a:prstGeom>
        <a:solidFill>
          <a:schemeClr val="lt1">
            <a:alpha val="90000"/>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949A54CD-0859-443F-8514-26CCF900DE79}">
      <dsp:nvSpPr>
        <dsp:cNvPr id="0" name=""/>
        <dsp:cNvSpPr/>
      </dsp:nvSpPr>
      <dsp:spPr>
        <a:xfrm>
          <a:off x="4634257" y="1142721"/>
          <a:ext cx="3375280" cy="16580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82550" rIns="82550" bIns="123825" numCol="1" spcCol="1270" anchor="t" anchorCtr="0">
          <a:noAutofit/>
        </a:bodyPr>
        <a:lstStyle/>
        <a:p>
          <a:pPr marL="0" lvl="0" indent="0" algn="l" defTabSz="577850">
            <a:lnSpc>
              <a:spcPct val="90000"/>
            </a:lnSpc>
            <a:spcBef>
              <a:spcPct val="0"/>
            </a:spcBef>
            <a:spcAft>
              <a:spcPct val="35000"/>
            </a:spcAft>
            <a:buNone/>
          </a:pPr>
          <a:r>
            <a:rPr lang="en-US" sz="1300" b="0" kern="1200">
              <a:latin typeface="Calibri" panose="020F0502020204030204"/>
              <a:ea typeface="+mn-ea"/>
              <a:cs typeface="+mn-cs"/>
            </a:rPr>
            <a:t>Test clinical accuracy, safety, and usability with specialists before deployment.</a:t>
          </a:r>
          <a:endParaRPr lang="en-US" sz="1300" b="1" kern="1200">
            <a:latin typeface="Calibri" panose="020F0502020204030204"/>
            <a:ea typeface="+mn-ea"/>
            <a:cs typeface="+mn-cs"/>
          </a:endParaRPr>
        </a:p>
        <a:p>
          <a:pPr marL="0" lvl="0" indent="0" algn="l" defTabSz="577850">
            <a:lnSpc>
              <a:spcPct val="90000"/>
            </a:lnSpc>
            <a:spcBef>
              <a:spcPct val="0"/>
            </a:spcBef>
            <a:spcAft>
              <a:spcPct val="35000"/>
            </a:spcAft>
            <a:buNone/>
          </a:pPr>
          <a:r>
            <a:rPr lang="en-US" sz="1300" b="0" kern="1200">
              <a:latin typeface="Calibri"/>
              <a:ea typeface="Calibri"/>
              <a:cs typeface="Calibri"/>
            </a:rPr>
            <a:t>Focus: </a:t>
          </a:r>
          <a:r>
            <a:rPr lang="en-US" sz="1300" b="0" kern="1200">
              <a:latin typeface="Calibri" panose="020F0502020204030204"/>
              <a:ea typeface="+mn-ea"/>
              <a:cs typeface="+mn-cs"/>
            </a:rPr>
            <a:t>Model performance + Clinical usability</a:t>
          </a:r>
        </a:p>
      </dsp:txBody>
      <dsp:txXfrm>
        <a:off x="4634257" y="1142721"/>
        <a:ext cx="3375280" cy="1658066"/>
      </dsp:txXfrm>
    </dsp:sp>
    <dsp:sp modelId="{F0A5F461-9DB4-4EE0-95C2-735F6A23CC53}">
      <dsp:nvSpPr>
        <dsp:cNvPr id="0" name=""/>
        <dsp:cNvSpPr/>
      </dsp:nvSpPr>
      <dsp:spPr>
        <a:xfrm>
          <a:off x="4634257" y="560157"/>
          <a:ext cx="3375280" cy="5825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07950" bIns="0" numCol="1" spcCol="1270" anchor="ctr" anchorCtr="0">
          <a:noAutofit/>
        </a:bodyPr>
        <a:lstStyle/>
        <a:p>
          <a:pPr marL="0" lvl="0" indent="0" algn="l" defTabSz="755650">
            <a:lnSpc>
              <a:spcPct val="90000"/>
            </a:lnSpc>
            <a:spcBef>
              <a:spcPct val="0"/>
            </a:spcBef>
            <a:spcAft>
              <a:spcPct val="35000"/>
            </a:spcAft>
            <a:buNone/>
            <a:defRPr b="1"/>
          </a:pPr>
          <a:r>
            <a:rPr lang="en-US" sz="1700" kern="1200">
              <a:latin typeface="Calibri Light" panose="020F0302020204030204"/>
              <a:ea typeface="+mn-ea"/>
              <a:cs typeface="+mn-cs"/>
            </a:rPr>
            <a:t>Validation </a:t>
          </a:r>
          <a:endParaRPr lang="en-US" sz="1700" kern="1200">
            <a:latin typeface="Calibri" panose="020F0502020204030204"/>
            <a:ea typeface="+mn-ea"/>
            <a:cs typeface="+mn-cs"/>
          </a:endParaRPr>
        </a:p>
      </dsp:txBody>
      <dsp:txXfrm>
        <a:off x="4634257" y="560157"/>
        <a:ext cx="3375280" cy="582564"/>
      </dsp:txXfrm>
    </dsp:sp>
    <dsp:sp modelId="{7F971794-99C2-4F9C-8DE0-A93342CF555F}">
      <dsp:nvSpPr>
        <dsp:cNvPr id="0" name=""/>
        <dsp:cNvSpPr/>
      </dsp:nvSpPr>
      <dsp:spPr>
        <a:xfrm>
          <a:off x="4342975" y="1142721"/>
          <a:ext cx="0" cy="1658066"/>
        </a:xfrm>
        <a:prstGeom prst="line">
          <a:avLst/>
        </a:prstGeom>
        <a:noFill/>
        <a:ln w="12700" cap="flat" cmpd="sng" algn="ctr">
          <a:solidFill>
            <a:schemeClr val="accent4">
              <a:hueOff val="4399958"/>
              <a:satOff val="-19468"/>
              <a:lumOff val="-3269"/>
              <a:alphaOff val="0"/>
            </a:schemeClr>
          </a:solidFill>
          <a:prstDash val="dash"/>
          <a:miter lim="800000"/>
        </a:ln>
        <a:effectLst/>
      </dsp:spPr>
      <dsp:style>
        <a:lnRef idx="1">
          <a:scrgbClr r="0" g="0" b="0"/>
        </a:lnRef>
        <a:fillRef idx="0">
          <a:scrgbClr r="0" g="0" b="0"/>
        </a:fillRef>
        <a:effectRef idx="0">
          <a:scrgbClr r="0" g="0" b="0"/>
        </a:effectRef>
        <a:fontRef idx="minor"/>
      </dsp:style>
    </dsp:sp>
    <dsp:sp modelId="{A5731CFD-8C5B-4167-A6D7-7A761AD3C50F}">
      <dsp:nvSpPr>
        <dsp:cNvPr id="0" name=""/>
        <dsp:cNvSpPr/>
      </dsp:nvSpPr>
      <dsp:spPr>
        <a:xfrm>
          <a:off x="4289047" y="2748357"/>
          <a:ext cx="104861" cy="104861"/>
        </a:xfrm>
        <a:prstGeom prst="ellipse">
          <a:avLst/>
        </a:prstGeom>
        <a:solidFill>
          <a:schemeClr val="accent4">
            <a:hueOff val="4399958"/>
            <a:satOff val="-19468"/>
            <a:lumOff val="-3269"/>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BEBC535-BD95-422D-85D0-514C5880712A}">
      <dsp:nvSpPr>
        <dsp:cNvPr id="0" name=""/>
        <dsp:cNvSpPr/>
      </dsp:nvSpPr>
      <dsp:spPr>
        <a:xfrm rot="18900000">
          <a:off x="6159802" y="4544169"/>
          <a:ext cx="411934" cy="411934"/>
        </a:xfrm>
        <a:prstGeom prst="teardrop">
          <a:avLst>
            <a:gd name="adj" fmla="val 115000"/>
          </a:avLst>
        </a:prstGeom>
        <a:solidFill>
          <a:schemeClr val="accent4">
            <a:hueOff val="6599937"/>
            <a:satOff val="-29202"/>
            <a:lumOff val="-4903"/>
            <a:alphaOff val="0"/>
          </a:schemeClr>
        </a:solidFill>
        <a:ln w="12700" cap="flat" cmpd="sng" algn="ctr">
          <a:solidFill>
            <a:schemeClr val="accent4">
              <a:hueOff val="6599937"/>
              <a:satOff val="-29202"/>
              <a:lumOff val="-490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29271FB-555D-4DDF-97F7-AC99D1ADB462}">
      <dsp:nvSpPr>
        <dsp:cNvPr id="0" name=""/>
        <dsp:cNvSpPr/>
      </dsp:nvSpPr>
      <dsp:spPr>
        <a:xfrm>
          <a:off x="6205565" y="4589932"/>
          <a:ext cx="320410" cy="320410"/>
        </a:xfrm>
        <a:prstGeom prst="ellipse">
          <a:avLst/>
        </a:prstGeom>
        <a:solidFill>
          <a:schemeClr val="lt1">
            <a:alpha val="90000"/>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ACC5BFB0-5CB7-46BB-A90E-39B2F0BFD811}">
      <dsp:nvSpPr>
        <dsp:cNvPr id="0" name=""/>
        <dsp:cNvSpPr/>
      </dsp:nvSpPr>
      <dsp:spPr>
        <a:xfrm>
          <a:off x="6657052" y="2800788"/>
          <a:ext cx="3375280" cy="16580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23825" rIns="0" bIns="82550" numCol="1" spcCol="1270" anchor="b" anchorCtr="0">
          <a:noAutofit/>
        </a:bodyPr>
        <a:lstStyle/>
        <a:p>
          <a:pPr marL="0" lvl="0" indent="0" algn="l" defTabSz="577850">
            <a:lnSpc>
              <a:spcPct val="90000"/>
            </a:lnSpc>
            <a:spcBef>
              <a:spcPct val="0"/>
            </a:spcBef>
            <a:spcAft>
              <a:spcPct val="35000"/>
            </a:spcAft>
            <a:buNone/>
          </a:pPr>
          <a:r>
            <a:rPr lang="en-US" sz="1300" b="0" kern="1200">
              <a:latin typeface="Calibri" panose="020F0502020204030204"/>
              <a:ea typeface="+mn-ea"/>
              <a:cs typeface="+mn-cs"/>
            </a:rPr>
            <a:t>Integrate </a:t>
          </a:r>
          <a:r>
            <a:rPr lang="en-US" sz="1300" kern="1200">
              <a:latin typeface="Calibri" panose="020F0502020204030204"/>
              <a:ea typeface="+mn-ea"/>
              <a:cs typeface="+mn-cs"/>
            </a:rPr>
            <a:t>with 1177 (patient-facing) and hospital EHR systems. Ensure interoperability (HL7/FHIR), regulatory compliance (SaMD) and GDPR.</a:t>
          </a:r>
        </a:p>
        <a:p>
          <a:pPr marL="0" lvl="0" indent="0" algn="l" defTabSz="577850">
            <a:lnSpc>
              <a:spcPct val="90000"/>
            </a:lnSpc>
            <a:spcBef>
              <a:spcPct val="0"/>
            </a:spcBef>
            <a:spcAft>
              <a:spcPct val="35000"/>
            </a:spcAft>
            <a:buNone/>
          </a:pPr>
          <a:r>
            <a:rPr lang="en-US" sz="1300" b="0" kern="1200">
              <a:latin typeface="Calibri"/>
              <a:ea typeface="Calibri"/>
              <a:cs typeface="Calibri"/>
            </a:rPr>
            <a:t>Focus: System integration</a:t>
          </a:r>
        </a:p>
      </dsp:txBody>
      <dsp:txXfrm>
        <a:off x="6657052" y="2800788"/>
        <a:ext cx="3375280" cy="1658066"/>
      </dsp:txXfrm>
    </dsp:sp>
    <dsp:sp modelId="{DDAAF6FF-22EA-4B37-8245-701C4B6A438C}">
      <dsp:nvSpPr>
        <dsp:cNvPr id="0" name=""/>
        <dsp:cNvSpPr/>
      </dsp:nvSpPr>
      <dsp:spPr>
        <a:xfrm>
          <a:off x="6657052" y="4458855"/>
          <a:ext cx="3375280" cy="5825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07950" bIns="0" numCol="1" spcCol="1270" anchor="ctr" anchorCtr="0">
          <a:noAutofit/>
        </a:bodyPr>
        <a:lstStyle/>
        <a:p>
          <a:pPr marL="0" lvl="0" indent="0" algn="l" defTabSz="755650">
            <a:lnSpc>
              <a:spcPct val="90000"/>
            </a:lnSpc>
            <a:spcBef>
              <a:spcPct val="0"/>
            </a:spcBef>
            <a:spcAft>
              <a:spcPct val="35000"/>
            </a:spcAft>
            <a:buNone/>
            <a:defRPr b="1"/>
          </a:pPr>
          <a:r>
            <a:rPr lang="en-US" sz="1700" b="0" kern="1200">
              <a:latin typeface="Calibri"/>
              <a:ea typeface="Calibri"/>
              <a:cs typeface="Calibri"/>
            </a:rPr>
            <a:t>Scaling &amp; Integration</a:t>
          </a:r>
        </a:p>
      </dsp:txBody>
      <dsp:txXfrm>
        <a:off x="6657052" y="4458855"/>
        <a:ext cx="3375280" cy="582564"/>
      </dsp:txXfrm>
    </dsp:sp>
    <dsp:sp modelId="{04F178C1-E8D0-43C9-B36F-5D1E28A30D44}">
      <dsp:nvSpPr>
        <dsp:cNvPr id="0" name=""/>
        <dsp:cNvSpPr/>
      </dsp:nvSpPr>
      <dsp:spPr>
        <a:xfrm>
          <a:off x="6365770" y="2800788"/>
          <a:ext cx="0" cy="1658066"/>
        </a:xfrm>
        <a:prstGeom prst="line">
          <a:avLst/>
        </a:prstGeom>
        <a:noFill/>
        <a:ln w="12700" cap="flat" cmpd="sng" algn="ctr">
          <a:solidFill>
            <a:schemeClr val="accent4">
              <a:hueOff val="6599937"/>
              <a:satOff val="-29202"/>
              <a:lumOff val="-4903"/>
              <a:alphaOff val="0"/>
            </a:schemeClr>
          </a:solidFill>
          <a:prstDash val="dash"/>
          <a:miter lim="800000"/>
        </a:ln>
        <a:effectLst/>
      </dsp:spPr>
      <dsp:style>
        <a:lnRef idx="1">
          <a:scrgbClr r="0" g="0" b="0"/>
        </a:lnRef>
        <a:fillRef idx="0">
          <a:scrgbClr r="0" g="0" b="0"/>
        </a:fillRef>
        <a:effectRef idx="0">
          <a:scrgbClr r="0" g="0" b="0"/>
        </a:effectRef>
        <a:fontRef idx="minor"/>
      </dsp:style>
    </dsp:sp>
    <dsp:sp modelId="{9B0F95AB-A159-42B3-9653-5A5FB2AC4746}">
      <dsp:nvSpPr>
        <dsp:cNvPr id="0" name=""/>
        <dsp:cNvSpPr/>
      </dsp:nvSpPr>
      <dsp:spPr>
        <a:xfrm>
          <a:off x="6311842" y="2748357"/>
          <a:ext cx="104861" cy="104861"/>
        </a:xfrm>
        <a:prstGeom prst="ellipse">
          <a:avLst/>
        </a:prstGeom>
        <a:solidFill>
          <a:schemeClr val="accent4">
            <a:hueOff val="6599937"/>
            <a:satOff val="-29202"/>
            <a:lumOff val="-4903"/>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7/3/layout/DropPinTimeline">
  <dgm:title val="Drop Pin Timeline"/>
  <dgm:desc val="Use to show a list of events in chronological order. An invisible box next to the pin contains the date and the description is immediately below. It can display a medium amount of text and medium length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fact="0.8"/>
      <dgm:constr type="ctrY" for="ch" forName="nodes" refType="h" fact="0.5"/>
    </dgm:constrLst>
    <dgm:layoutNode name="divider" styleLbl="fgAcc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w="19050">
                    <a:solidFill>
                      <a:srgbClr val="000000"/>
                    </a:solidFill>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solidFill>
                      <a:srgbClr val="000000"/>
                    </a:solidFill>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5"/>
        <dgm:constr type="w" for="ch" ptType="sibTrans" op="equ"/>
        <dgm:constr type="primFontSz" for="des" forName="L1TextContainer" op="equ"/>
        <dgm:constr type="primFontSz" for="des" forName="L2TextContainer" op="equ"/>
        <dgm:constr type="primFontSz" for="des" forName="L1TextContainer1" val="20"/>
        <dgm:constr type="primFontSz" for="des" forName="L2TextContainer1" refType="primFontSz" refFor="des" refForName="L1TextContainer1" op="equ" fact="0.75"/>
        <dgm:constr type="w" for="ch" forName="composite1" refType="w"/>
        <dgm:constr type="h" for="ch" forName="composite1" refType="h"/>
        <dgm:constr type="w" for="ch" forName="spaceBetweenRectangles1" refType="w" refFor="ch" refForName="composite1" fact="0.28"/>
        <dgm:constr type="primFontSz" for="des" forName="L1TextContainer1" op="equ"/>
        <dgm:constr type="primFontSz" for="des" forName="L2TextContainer1" op="equ"/>
      </dgm:constrLst>
      <dgm:choose name="LayoutBasedOnCountOfNodes">
        <dgm:if name="LessThanOrEqualToTwoNodes" axis="ch" ptType="node" func="cnt" op="lte" val="2">
          <dgm:forEach name="nodesForEach1" axis="ch" ptType="node">
            <dgm:layoutNode name="composite1">
              <dgm:alg type="composite"/>
              <dgm:shape xmlns:r="http://schemas.openxmlformats.org/officeDocument/2006/relationships" r:blip="">
                <dgm:adjLst/>
              </dgm:shape>
              <dgm:choose name="CaseForLayoutDirection1">
                <dgm:if name="CaseForLayoutDirectionLTR1" func="var" arg="dir" op="equ" val="norm">
                  <dgm:choose name="CaseForPlacingNodesAboveAndBelowDividerLTR1">
                    <dgm:if name="CaseForPlacingNodeAboveDividerLTR1" axis="self" ptType="node" func="posOdd" op="equ" va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b" refFor="ch" refForName="DropPinPlaceHolder1"/>
                        <dgm:constr type="b"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b" for="ch" forName="ConnectLine1" refType="h" fact="0.5"/>
                        <dgm:constr type="t" for="ch" forName="ConnectLine1" refType="b" refFor="ch" refForName="DropPinPlaceHolder1"/>
                        <dgm:constr type="w" for="ch" forName="EmptyPlaceHolder1" refType="w"/>
                        <dgm:constr type="h" for="ch" forName="EmptyPlaceHolder1" refType="h" fact="0.5"/>
                        <dgm:constr type="t" for="ch" forName="EmptyPlaceHolder1" refType="h" fact="0.5"/>
                      </dgm:constrLst>
                    </dgm:if>
                    <dgm:else name="CaseForPlacingNodeBelowDividerLTR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b" for="ch" forName="DropPinPlaceHolder1" refType="h"/>
                        <dgm:constr type="l" for="ch" forName="DropPinPlaceHolder1" refType="w" fact="0"/>
                        <dgm:constr type="w" for="ch" forName="L2TextContainer1" refType="w" fact="0.83"/>
                        <dgm:constr type="l" for="ch" forName="L2TextContainer1" refType="r" refFor="ch" refForName="DropPinPlaceHolder1"/>
                        <dgm:constr type="b" for="ch" forName="L2TextContainer1" refType="t" refFor="ch" refForName="DropPinPlaceHolder1"/>
                        <dgm:constr type="t"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t" for="ch" forName="ConnectLine1" refType="h" fact="0.5"/>
                        <dgm:constr type="b" for="ch" forName="ConnectLine1" refType="t" refFor="ch" refForName="DropPinPlaceHolder1"/>
                        <dgm:constr type="w" for="ch" forName="EmptyPlaceHolder1" refType="w"/>
                        <dgm:constr type="h" for="ch" forName="EmptyPlaceHolder1" refType="h" fact="0.5"/>
                        <dgm:constr type="t" for="ch" forName="EmptyPlaceHolder1" refType="h" fact="0"/>
                      </dgm:constrLst>
                    </dgm:else>
                  </dgm:choose>
                </dgm:if>
                <dgm:else name="CaseForLayoutDirectionRTL1">
                  <dgm:choose name="CaseForPlacingNodesAboveAndBelowDividerRTL1">
                    <dgm:if name="CaseForPlacingNodeAboveDividerRTL1" axis="self" ptType="node" func="posOdd" op="equ" va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b" refFor="ch" refForName="DropPinPlaceHolder1"/>
                        <dgm:constr type="b"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b" for="ch" forName="ConnectLine1" refType="h" fact="0.5"/>
                        <dgm:constr type="t" for="ch" forName="ConnectLine1" refType="b" refFor="ch" refForName="DropPinPlaceHolder1"/>
                        <dgm:constr type="w" for="ch" forName="EmptyPlaceHolder1" refType="w"/>
                        <dgm:constr type="h" for="ch" forName="EmptyPlaceHolder1" refType="h" fact="0.5"/>
                        <dgm:constr type="t" for="ch" forName="EmptyPlaceHolder1" refType="h" fact="0.5"/>
                      </dgm:constrLst>
                    </dgm:if>
                    <dgm:else name="CaseForPlacingNodeBelowDividerRT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b" for="ch" forName="DropPinPlaceHolder1" refType="h"/>
                        <dgm:constr type="l" for="ch" forName="DropPinPlaceHolder1" refType="w" fact="0"/>
                        <dgm:constr type="w" for="ch" forName="L2TextContainer1" refType="w" fact="0.83"/>
                        <dgm:constr type="l" for="ch" forName="L2TextContainer1" refType="r" refFor="ch" refForName="DropPinPlaceHolder1"/>
                        <dgm:constr type="b" for="ch" forName="L2TextContainer1" refType="t" refFor="ch" refForName="DropPinPlaceHolder1"/>
                        <dgm:constr type="t"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t" for="ch" forName="ConnectLine1" refType="h" fact="0.5"/>
                        <dgm:constr type="b" for="ch" forName="ConnectLine1" refType="t" refFor="ch" refForName="DropPinPlaceHolder1"/>
                        <dgm:constr type="w" for="ch" forName="EmptyPlaceHolder1" refType="w"/>
                        <dgm:constr type="h" for="ch" forName="EmptyPlaceHolder1" refType="h" fact="0.5"/>
                        <dgm:constr type="t" for="ch" forName="EmptyPlaceHolder1" refType="h" fact="0"/>
                      </dgm:constrLst>
                    </dgm:else>
                  </dgm:choose>
                </dgm:else>
              </dgm:choose>
              <dgm:layoutNode name="ConnectorPoint1" styleLbl="lnNode1" moveWith="ConnectLine1">
                <dgm:alg type="sp"/>
                <dgm:shape xmlns:r="http://schemas.openxmlformats.org/officeDocument/2006/relationships" type="ellipse" r:blip="" zOrderOff="10">
                  <dgm:adjLst/>
                </dgm:shape>
                <dgm:presOf/>
                <dgm:constrLst>
                  <dgm:constr type="w" refType="h" op="equ"/>
                </dgm:constrLst>
              </dgm:layoutNode>
              <dgm:layoutNode name="DropPinPlaceHolder1">
                <dgm:alg type="composite"/>
                <dgm:shape xmlns:r="http://schemas.openxmlformats.org/officeDocument/2006/relationships" r:blip="">
                  <dgm:adjLst/>
                </dgm:shape>
                <dgm:constrLst>
                  <dgm:constr type="w" for="ch" forName="DropPin1" refType="w"/>
                  <dgm:constr type="h" for="ch" forName="DropPin1" refType="h"/>
                  <dgm:constr type="ctrX" for="ch" forName="DropPin1" refType="w" fact="0.5"/>
                  <dgm:constr type="ctrY" for="ch" forName="DropPin1" refType="h" fact="0.5"/>
                  <dgm:constr type="w" for="ch" forName="Ellipse1" refType="w" refFor="ch" refForName="DropPin1" fact="0.55"/>
                  <dgm:constr type="h" for="ch" forName="Ellipse1" refType="w" refFor="ch" refForName="DropPin1" fact="0.55"/>
                  <dgm:constr type="ctrX" for="ch" forName="Ellipse1" refType="ctrX" refFor="ch" refForName="DropPin1"/>
                  <dgm:constr type="ctrY" for="ch" forName="Ellipse1" refType="ctrY" refFor="ch" refForName="DropPin1"/>
                </dgm:constrLst>
                <dgm:layoutNode name="DropPin1" styleLbl="alignNode1">
                  <dgm:alg type="sp"/>
                  <dgm:choose name="CaseForPlacingTearDropAboveAndBelowDivider1">
                    <dgm:if name="CaseForPlacingTearDropAboveDivider1" axis="self" ptType="node" func="posOdd" op="equ" val="1">
                      <dgm:shape xmlns:r="http://schemas.openxmlformats.org/officeDocument/2006/relationships" rot="135" type="teardrop" r:blip="">
                        <dgm:adjLst>
                          <dgm:adj idx="1" val="1.15"/>
                        </dgm:adjLst>
                      </dgm:shape>
                    </dgm:if>
                    <dgm:else name="CaseForPlacingTearDropBelowDivider1">
                      <dgm:shape xmlns:r="http://schemas.openxmlformats.org/officeDocument/2006/relationships" rot="-45" type="teardrop" r:blip="">
                        <dgm:adjLst>
                          <dgm:adj idx="1" val="1.15"/>
                        </dgm:adjLst>
                      </dgm:shape>
                    </dgm:else>
                  </dgm:choose>
                  <dgm:presOf/>
                  <dgm:constrLst/>
                </dgm:layoutNode>
                <dgm:layoutNode name="Ellipse1" styleLbl="fgAcc1" moveWith="DropPin1">
                  <dgm:alg type="sp"/>
                  <dgm:shape xmlns:r="http://schemas.openxmlformats.org/officeDocument/2006/relationships" type="ellipse" r:blip="">
                    <dgm:adjLst/>
                    <dgm:extLst>
                      <a:ext uri="{B698B0E9-8C71-41B9-8309-B3DCBF30829C}">
                        <dgm1612:spPr xmlns:dgm1612="http://schemas.microsoft.com/office/drawing/2016/12/diagram">
                          <a:ln>
                            <a:noFill/>
                          </a:ln>
                        </dgm1612:spPr>
                      </a:ext>
                    </dgm:extLst>
                  </dgm:shape>
                  <dgm:presOf/>
                  <dgm:constrLst/>
                </dgm:layoutNode>
              </dgm:layoutNode>
              <dgm:layoutNode name="L2TextContainer1" styleLbl="revTx" moveWith="L1TextContainer">
                <dgm:varLst>
                  <dgm:bulletEnabled val="1"/>
                </dgm:varLst>
                <dgm:choose name="casesForTxtDirLogic1">
                  <dgm:if name="Name771"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refType="primFontSz" fact="0.5"/>
                      <dgm:constr type="bMarg" refType="primFontSz" fact="0.75"/>
                    </dgm:constrLst>
                  </dgm:if>
                  <dgm:else name="Name881">
                    <dgm:alg type="tx">
                      <dgm:param type="txAnchorVert" val="b"/>
                      <dgm:param type="parTxLTRAlign" val="l"/>
                      <dgm:param type="parTxRTLAlign" val="l"/>
                      <dgm:param type="txAnchorVertCh" val="b"/>
                      <dgm:param type="shpTxRTLAlignCh" val="l"/>
                      <dgm:param type="shpTxLTRAlignCh" val="l"/>
                    </dgm:alg>
                    <dgm:constrLst>
                      <dgm:constr type="lMarg"/>
                      <dgm:constr type="rMarg" refType="primFontSz" fact="0.5"/>
                      <dgm:constr type="tMarg" refType="primFontSz" fact="0.75"/>
                      <dgm:constr type="bMarg" refType="primFontSz" fact="0.5"/>
                    </dgm:constrLst>
                  </dgm:else>
                </dgm:choose>
                <dgm:shape xmlns:r="http://schemas.openxmlformats.org/officeDocument/2006/relationships" type="rect" r:blip="">
                  <dgm:adjLst/>
                </dgm:shape>
                <dgm:presOf axis="des" ptType="node"/>
                <dgm:ruleLst>
                  <dgm:rule type="primFontSz" val="11" fact="NaN" max="NaN"/>
                </dgm:ruleLst>
              </dgm:layoutNode>
              <dgm:layoutNode name="L1TextContainer1"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refType="primFontSz" fact="0.5"/>
                  <dgm:constr type="tMarg"/>
                  <dgm:constr type="bMarg"/>
                </dgm:constrLst>
                <dgm:ruleLst>
                  <dgm:rule type="primFontSz" val="13" fact="NaN" max="NaN"/>
                </dgm:ruleLst>
              </dgm:layoutNode>
              <dgm:layoutNode name="ConnectLine1" styleLbl="sibTrans1D1">
                <dgm:alg type="sp"/>
                <dgm:shape xmlns:r="http://schemas.openxmlformats.org/officeDocument/2006/relationships" type="line" r:blip="">
                  <dgm:adjLst/>
                  <dgm:extLst>
                    <a:ext uri="{B698B0E9-8C71-41B9-8309-B3DCBF30829C}">
                      <dgm1612:spPr xmlns:dgm1612="http://schemas.microsoft.com/office/drawing/2016/12/diagram">
                        <a:ln w="12700">
                          <a:prstDash val="dash"/>
                        </a:ln>
                      </dgm1612:spPr>
                    </a:ext>
                  </dgm:extLst>
                </dgm:shape>
                <dgm:presOf/>
                <dgm:constrLst/>
              </dgm:layoutNode>
              <dgm:layoutNode name="EmptyPlaceHolder1">
                <dgm:alg type="sp"/>
                <dgm:shape xmlns:r="http://schemas.openxmlformats.org/officeDocument/2006/relationships" r:blip="">
                  <dgm:adjLst/>
                </dgm:shape>
                <dgm:presOf/>
                <dgm:constrLst/>
              </dgm:layoutNode>
            </dgm:layoutNode>
            <dgm:forEach name="Name281" axis="followSib" ptType="sibTrans" cnt="1">
              <dgm:layoutNode name="spaceBetweenRectangles1">
                <dgm:alg type="sp"/>
                <dgm:shape xmlns:r="http://schemas.openxmlformats.org/officeDocument/2006/relationships" r:blip="">
                  <dgm:adjLst/>
                </dgm:shape>
                <dgm:presOf/>
                <dgm:constrLst/>
                <dgm:ruleLst/>
              </dgm:layoutNode>
            </dgm:forEach>
          </dgm:forEach>
        </dgm:if>
        <dgm:else name="MoreThanTwoNodes">
          <dgm:forEach name="nodesForEach" axis="ch" ptType="node">
            <dgm:layoutNode name="composite">
              <dgm:alg type="composite"/>
              <dgm:shape xmlns:r="http://schemas.openxmlformats.org/officeDocument/2006/relationships" r:blip="">
                <dgm:adjLst/>
              </dgm:shape>
              <dgm:choose name="CaseForLayoutDirection">
                <dgm:if name="CaseForLayoutDirectionLTR" func="var" arg="dir" op="equ" val="norm">
                  <dgm:choose name="CaseForPlacingNodesAboveAndBelowDividerLTR">
                    <dgm:if name="CaseForPlacingNodeAboveDividerLTR" axis="self" ptType="node" func="posOdd" op="equ" val="1">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ConnectLine"/>
                        <dgm:constr type="ctrY" for="ch" forName="ConnectorPoint" refType="h" fact="0.5"/>
                        <dgm:constr type="w" for="ch" forName="DropPinPlaceHolder" refType="h" fact="0.13"/>
                        <dgm:constr type="h" for="ch" forName="DropPinPlaceHolder" refType="h" fact="0.13"/>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b" refFor="ch" refForName="DropPinPlaceHolder"/>
                        <dgm:constr type="b"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b" for="ch" forName="ConnectLine" refType="h" fact="0.5"/>
                        <dgm:constr type="t" for="ch" forName="ConnectLine" refType="b" refFor="ch" refForName="DropPinPlaceHolder"/>
                        <dgm:constr type="w" for="ch" forName="EmptyPlaceHolder" refType="w"/>
                        <dgm:constr type="h" for="ch" forName="EmptyPlaceHolder" refType="h" fact="0.5"/>
                        <dgm:constr type="t" for="ch" forName="EmptyPlaceHolder" refType="h" fact="0.5"/>
                      </dgm:constrLst>
                    </dgm:if>
                    <dgm:else name="CaseForPlacingNodeBelowDividerLTR">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ConnectLine"/>
                        <dgm:constr type="ctrY" for="ch" forName="ConnectorPoint" refType="h" fact="0.5"/>
                        <dgm:constr type="w" for="ch" forName="DropPinPlaceHolder" refType="h" fact="0.13"/>
                        <dgm:constr type="h" for="ch" forName="DropPinPlaceHolder" refType="h" fact="0.13"/>
                        <dgm:constr type="b" for="ch" forName="DropPinPlaceHolder" refType="h"/>
                        <dgm:constr type="l" for="ch" forName="DropPinPlaceHolder" refType="w" fact="0"/>
                        <dgm:constr type="w" for="ch" forName="L2TextContainer" refType="w" fact="0.83"/>
                        <dgm:constr type="l" for="ch" forName="L2TextContainer" refType="r" refFor="ch" refForName="DropPinPlaceHolder"/>
                        <dgm:constr type="b" for="ch" forName="L2TextContainer" refType="t" refFor="ch" refForName="DropPinPlaceHolder"/>
                        <dgm:constr type="t"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t" for="ch" forName="ConnectLine" refType="h" fact="0.5"/>
                        <dgm:constr type="b" for="ch" forName="ConnectLine" refType="t" refFor="ch" refForName="DropPinPlaceHolder"/>
                        <dgm:constr type="w" for="ch" forName="EmptyPlaceHolder" refType="w"/>
                        <dgm:constr type="h" for="ch" forName="EmptyPlaceHolder" refType="h" fact="0.5"/>
                        <dgm:constr type="t" for="ch" forName="EmptyPlaceHolder" refType="h" fact="0"/>
                      </dgm:constrLst>
                    </dgm:else>
                  </dgm:choose>
                </dgm:if>
                <dgm:else name="CaseForLayoutDirectionRTL">
                  <dgm:choose name="CaseForPlacingNodesAboveAndBelowDividerRTL">
                    <dgm:if name="CaseForPlacingNodeAboveDividerRTL" axis="self" ptType="node" func="posOdd" op="equ" val="1">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DropPinPlaceHolder"/>
                        <dgm:constr type="ctrY" for="ch" forName="ConnectorPoint" refType="h" fact="0.5"/>
                        <dgm:constr type="w" for="ch" forName="DropPinPlaceHolder" refType="h" fact="0.13"/>
                        <dgm:constr type="h" for="ch" forName="DropPinPlaceHolder" refType="h" fact="0.13"/>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b" refFor="ch" refForName="DropPinPlaceHolder"/>
                        <dgm:constr type="b"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b" for="ch" forName="ConnectLine" refType="h" fact="0.5"/>
                        <dgm:constr type="t" for="ch" forName="ConnectLine" refType="b" refFor="ch" refForName="DropPinPlaceHolder"/>
                        <dgm:constr type="w" for="ch" forName="EmptyPlaceHolder" refType="w"/>
                        <dgm:constr type="h" for="ch" forName="EmptyPlaceHolder" refType="h" fact="0.5"/>
                        <dgm:constr type="t" for="ch" forName="EmptyPlaceHolder" refType="h" fact="0.5"/>
                      </dgm:constrLst>
                    </dgm:if>
                    <dgm:else name="CaseForPlacingNodeBelowDividerRTL">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DropPinPlaceHolder"/>
                        <dgm:constr type="ctrY" for="ch" forName="ConnectorPoint" refType="h" fact="0.5"/>
                        <dgm:constr type="w" for="ch" forName="DropPinPlaceHolder" refType="h" fact="0.13"/>
                        <dgm:constr type="h" for="ch" forName="DropPinPlaceHolder" refType="h" fact="0.13"/>
                        <dgm:constr type="b" for="ch" forName="DropPinPlaceHolder" refType="h"/>
                        <dgm:constr type="l" for="ch" forName="DropPinPlaceHolder" refType="w" fact="0"/>
                        <dgm:constr type="w" for="ch" forName="L2TextContainer" refType="w" fact="0.83"/>
                        <dgm:constr type="l" for="ch" forName="L2TextContainer" refType="r" refFor="ch" refForName="DropPinPlaceHolder"/>
                        <dgm:constr type="b" for="ch" forName="L2TextContainer" refType="t" refFor="ch" refForName="DropPinPlaceHolder"/>
                        <dgm:constr type="t"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t" for="ch" forName="ConnectLine" refType="h" fact="0.5"/>
                        <dgm:constr type="b" for="ch" forName="ConnectLine" refType="t" refFor="ch" refForName="DropPinPlaceHolder"/>
                        <dgm:constr type="w" for="ch" forName="EmptyPlaceHolder" refType="w"/>
                        <dgm:constr type="h" for="ch" forName="EmptyPlaceHolder" refType="h" fact="0.5"/>
                        <dgm:constr type="t" for="ch" forName="EmptyPlaceHolder" refType="h" fact="0"/>
                      </dgm:constrLst>
                    </dgm:else>
                  </dgm:choose>
                </dgm:else>
              </dgm:choose>
              <dgm:layoutNode name="ConnectorPoint" styleLbl="lnNode1" moveWith="ConnectLine">
                <dgm:alg type="sp"/>
                <dgm:shape xmlns:r="http://schemas.openxmlformats.org/officeDocument/2006/relationships" type="ellipse" r:blip="" zOrderOff="10">
                  <dgm:adjLst/>
                  <dgm:extLst>
                    <a:ext uri="{B698B0E9-8C71-41B9-8309-B3DCBF30829C}">
                      <dgm1612:spPr xmlns:dgm1612="http://schemas.microsoft.com/office/drawing/2016/12/diagram">
                        <a:ln w="6350"/>
                      </dgm1612:spPr>
                    </a:ext>
                  </dgm:extLst>
                </dgm:shape>
                <dgm:presOf/>
                <dgm:constrLst>
                  <dgm:constr type="w" refType="h" op="equ"/>
                </dgm:constrLst>
              </dgm:layoutNode>
              <dgm:layoutNode name="DropPinPlaceHolder">
                <dgm:alg type="composite"/>
                <dgm:shape xmlns:r="http://schemas.openxmlformats.org/officeDocument/2006/relationships" r:blip="">
                  <dgm:adjLst/>
                </dgm:shape>
                <dgm:constrLst>
                  <dgm:constr type="w" for="ch" forName="DropPin" refType="w"/>
                  <dgm:constr type="h" for="ch" forName="DropPin" refType="h"/>
                  <dgm:constr type="ctrX" for="ch" forName="DropPin" refType="w" fact="0.5"/>
                  <dgm:constr type="ctrY" for="ch" forName="DropPin" refType="h" fact="0.5"/>
                  <dgm:constr type="w" for="ch" forName="Ellipse" refType="w" refFor="ch" refForName="DropPin" fact="0.55"/>
                  <dgm:constr type="h" for="ch" forName="Ellipse" refType="w" refFor="ch" refForName="DropPin" fact="0.55"/>
                  <dgm:constr type="ctrX" for="ch" forName="Ellipse" refType="ctrX" refFor="ch" refForName="DropPin"/>
                  <dgm:constr type="ctrY" for="ch" forName="Ellipse" refType="ctrY" refFor="ch" refForName="DropPin"/>
                </dgm:constrLst>
                <dgm:layoutNode name="DropPin" styleLbl="alignNode1">
                  <dgm:alg type="sp"/>
                  <dgm:choose name="CaseForPlacingTearDropAboveAndBelowDivider">
                    <dgm:if name="CaseForPlacingTearDropAboveDivider" axis="self" ptType="node" func="posOdd" op="equ" val="1">
                      <dgm:shape xmlns:r="http://schemas.openxmlformats.org/officeDocument/2006/relationships" rot="135" type="teardrop" r:blip="">
                        <dgm:adjLst>
                          <dgm:adj idx="1" val="1.15"/>
                        </dgm:adjLst>
                      </dgm:shape>
                    </dgm:if>
                    <dgm:else name="CaseForPlacingTearDropBelowDivider">
                      <dgm:shape xmlns:r="http://schemas.openxmlformats.org/officeDocument/2006/relationships" rot="-45" type="teardrop" r:blip="">
                        <dgm:adjLst>
                          <dgm:adj idx="1" val="1.15"/>
                        </dgm:adjLst>
                      </dgm:shape>
                    </dgm:else>
                  </dgm:choose>
                  <dgm:presOf/>
                  <dgm:constrLst/>
                </dgm:layoutNode>
                <dgm:layoutNode name="Ellipse" styleLbl="fgAcc1" moveWith="DropPin">
                  <dgm:alg type="sp"/>
                  <dgm:shape xmlns:r="http://schemas.openxmlformats.org/officeDocument/2006/relationships" type="ellipse" r:blip="">
                    <dgm:adjLst/>
                    <dgm:extLst>
                      <a:ext uri="{B698B0E9-8C71-41B9-8309-B3DCBF30829C}">
                        <dgm1612:spPr xmlns:dgm1612="http://schemas.microsoft.com/office/drawing/2016/12/diagram">
                          <a:ln>
                            <a:noFill/>
                          </a:ln>
                        </dgm1612:spPr>
                      </a:ext>
                    </dgm:extLst>
                  </dgm:shape>
                  <dgm:presOf/>
                  <dgm:constrLst/>
                </dgm:layoutNode>
              </dgm:layoutNode>
              <dgm:layoutNode name="L2TextContainer" styleLbl="revTx" moveWith="L1TextContainer">
                <dgm:varLst>
                  <dgm:bulletEnabled val="1"/>
                </dgm:varLst>
                <dgm:choose name="casesForTxtDirLogic">
                  <dgm:if name="Name77"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refType="primFontSz" fact="0.5"/>
                      <dgm:constr type="tMarg" refType="primFontSz" fact="0.5"/>
                      <dgm:constr type="bMarg" refType="primFontSz" fact="0.75"/>
                    </dgm:constrLst>
                  </dgm:if>
                  <dgm:else name="Name88">
                    <dgm:alg type="tx">
                      <dgm:param type="txAnchorVert" val="b"/>
                      <dgm:param type="parTxLTRAlign" val="l"/>
                      <dgm:param type="parTxRTLAlign" val="l"/>
                      <dgm:param type="txAnchorVertCh" val="b"/>
                      <dgm:param type="shpTxRTLAlignCh" val="l"/>
                      <dgm:param type="shpTxLTRAlignCh" val="l"/>
                    </dgm:alg>
                    <dgm:constrLst>
                      <dgm:constr type="lMarg"/>
                      <dgm:constr type="rMarg"/>
                      <dgm:constr type="tMarg" refType="primFontSz" fact="0.75"/>
                      <dgm:constr type="bMarg" refType="primFontSz" fact="0.5"/>
                    </dgm:constrLst>
                  </dgm:else>
                </dgm:choose>
                <dgm:shape xmlns:r="http://schemas.openxmlformats.org/officeDocument/2006/relationships" type="rect" r:blip="">
                  <dgm:adjLst/>
                </dgm:shape>
                <dgm:presOf axis="des" ptType="node"/>
                <dgm:ruleLst>
                  <dgm:rule type="primFontSz" val="11" fact="NaN" max="NaN"/>
                </dgm:ruleLst>
              </dgm:layoutNode>
              <dgm:layoutNode name="L1TextContainer"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refType="primFontSz" fact="0.5"/>
                  <dgm:constr type="tMarg"/>
                  <dgm:constr type="bMarg"/>
                </dgm:constrLst>
                <dgm:ruleLst>
                  <dgm:rule type="primFontSz" val="13" fact="NaN" max="NaN"/>
                </dgm:ruleLst>
              </dgm:layoutNode>
              <dgm:layoutNode name="ConnectLine" styleLbl="sibTrans1D1">
                <dgm:alg type="sp"/>
                <dgm:shape xmlns:r="http://schemas.openxmlformats.org/officeDocument/2006/relationships" type="line" r:blip="">
                  <dgm:adjLst/>
                  <dgm:extLst>
                    <a:ext uri="{B698B0E9-8C71-41B9-8309-B3DCBF30829C}">
                      <dgm1612:spPr xmlns:dgm1612="http://schemas.microsoft.com/office/drawing/2016/12/diagram">
                        <a:ln w="12700">
                          <a:prstDash val="dash"/>
                        </a:ln>
                      </dgm1612:spPr>
                    </a:ext>
                  </dgm:ext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else>
      </dgm:choose>
    </dgm:layoutNode>
  </dgm:layoutNode>
  <dgm:extLst>
    <a:ext uri="{68A01E43-0DF5-4B5B-8FA6-DAF915123BFB}">
      <dgm1612:lstStyle xmlns:dgm1612="http://schemas.microsoft.com/office/drawing/2016/12/diagram">
        <a:lvl1pPr>
          <a:defRPr b="1"/>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5EE309-6E67-411F-AECD-6AED0C2B7CC6}" type="datetimeFigureOut">
              <a:rPr lang="zh-CN" altLang="en-US" smtClean="0"/>
              <a:t>2026/3/6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92683C-E137-4D39-A656-E44BDF7083B3}" type="slidenum">
              <a:rPr lang="zh-CN" altLang="en-US" smtClean="0"/>
              <a:t>‹#›</a:t>
            </a:fld>
            <a:endParaRPr lang="zh-CN" altLang="en-US"/>
          </a:p>
        </p:txBody>
      </p:sp>
    </p:spTree>
    <p:extLst>
      <p:ext uri="{BB962C8B-B14F-4D97-AF65-F5344CB8AC3E}">
        <p14:creationId xmlns:p14="http://schemas.microsoft.com/office/powerpoint/2010/main" val="42720747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a:t>Screening me</a:t>
            </a:r>
          </a:p>
          <a:p>
            <a:endParaRPr lang="en-US" altLang="zh-CN"/>
          </a:p>
          <a:p>
            <a:r>
              <a:rPr lang="en-US" altLang="zh-CN"/>
              <a:t>Scoring knee</a:t>
            </a:r>
          </a:p>
          <a:p>
            <a:endParaRPr lang="en-US" altLang="zh-CN"/>
          </a:p>
          <a:p>
            <a:endParaRPr lang="zh-CN" altLang="en-US"/>
          </a:p>
        </p:txBody>
      </p:sp>
      <p:sp>
        <p:nvSpPr>
          <p:cNvPr id="4" name="灯片编号占位符 3"/>
          <p:cNvSpPr>
            <a:spLocks noGrp="1"/>
          </p:cNvSpPr>
          <p:nvPr>
            <p:ph type="sldNum" sz="quarter" idx="5"/>
          </p:nvPr>
        </p:nvSpPr>
        <p:spPr/>
        <p:txBody>
          <a:bodyPr/>
          <a:lstStyle/>
          <a:p>
            <a:fld id="{CB92683C-E137-4D39-A656-E44BDF7083B3}" type="slidenum">
              <a:rPr lang="zh-CN" altLang="en-US" smtClean="0"/>
              <a:t>1</a:t>
            </a:fld>
            <a:endParaRPr lang="zh-CN" altLang="en-US"/>
          </a:p>
        </p:txBody>
      </p:sp>
      <p:pic>
        <p:nvPicPr>
          <p:cNvPr id="6" name="图片 5" descr="图形用户界面, 文本, 应用程序&#10;&#10;AI 生成的内容可能不正确。">
            <a:extLst>
              <a:ext uri="{FF2B5EF4-FFF2-40B4-BE49-F238E27FC236}">
                <a16:creationId xmlns:a16="http://schemas.microsoft.com/office/drawing/2014/main" id="{D255BA9C-D33E-2176-A9EF-54EDA7AC91B5}"/>
              </a:ext>
            </a:extLst>
          </p:cNvPr>
          <p:cNvPicPr>
            <a:picLocks noChangeAspect="1"/>
          </p:cNvPicPr>
          <p:nvPr/>
        </p:nvPicPr>
        <p:blipFill>
          <a:blip r:embed="rId3"/>
          <a:stretch>
            <a:fillRect/>
          </a:stretch>
        </p:blipFill>
        <p:spPr>
          <a:xfrm>
            <a:off x="419476" y="7376423"/>
            <a:ext cx="6019048" cy="1476190"/>
          </a:xfrm>
          <a:prstGeom prst="rect">
            <a:avLst/>
          </a:prstGeom>
        </p:spPr>
      </p:pic>
    </p:spTree>
    <p:extLst>
      <p:ext uri="{BB962C8B-B14F-4D97-AF65-F5344CB8AC3E}">
        <p14:creationId xmlns:p14="http://schemas.microsoft.com/office/powerpoint/2010/main" val="16353483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B92683C-E137-4D39-A656-E44BDF7083B3}" type="slidenum">
              <a:rPr lang="zh-CN" altLang="en-US" smtClean="0"/>
              <a:t>2</a:t>
            </a:fld>
            <a:endParaRPr lang="zh-CN" altLang="en-US"/>
          </a:p>
        </p:txBody>
      </p:sp>
    </p:spTree>
    <p:extLst>
      <p:ext uri="{BB962C8B-B14F-4D97-AF65-F5344CB8AC3E}">
        <p14:creationId xmlns:p14="http://schemas.microsoft.com/office/powerpoint/2010/main" val="28175718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pPr marL="228600" indent="-228600">
              <a:buAutoNum type="arabicPeriod"/>
            </a:pPr>
            <a:r>
              <a:rPr lang="sv-SE"/>
              <a:t>Women account for </a:t>
            </a:r>
            <a:r>
              <a:rPr lang="sv-SE" b="1"/>
              <a:t>80%</a:t>
            </a:r>
            <a:r>
              <a:rPr lang="sv-SE"/>
              <a:t> of global autoimmune cases. It is a gender-based health crisis.</a:t>
            </a:r>
            <a:endParaRPr lang="sv-SE">
              <a:cs typeface="+mn-lt"/>
            </a:endParaRPr>
          </a:p>
          <a:p>
            <a:pPr marL="228600" indent="-228600">
              <a:buAutoNum type="arabicPeriod"/>
            </a:pPr>
            <a:r>
              <a:rPr lang="sv-SE"/>
              <a:t>Chronic fatigue and joint pain often "mimic" other ailments, making early detection a "clinical maze."</a:t>
            </a:r>
          </a:p>
          <a:p>
            <a:pPr marL="228600" indent="-228600">
              <a:buAutoNum type="arabicPeriod"/>
            </a:pPr>
            <a:r>
              <a:rPr lang="sv-SE"/>
              <a:t>Patients visit multiple doctors over several years before receiving an accurate diagnosis. The current system is </a:t>
            </a:r>
            <a:r>
              <a:rPr lang="sv-SE" b="1"/>
              <a:t>fragmented</a:t>
            </a:r>
            <a:r>
              <a:rPr lang="sv-SE"/>
              <a:t>.</a:t>
            </a:r>
            <a:endParaRPr lang="sv-SE">
              <a:ea typeface="等线"/>
              <a:cs typeface="+mn-lt"/>
            </a:endParaRPr>
          </a:p>
        </p:txBody>
      </p:sp>
      <p:sp>
        <p:nvSpPr>
          <p:cNvPr id="4" name="灯片编号占位符 3"/>
          <p:cNvSpPr>
            <a:spLocks noGrp="1"/>
          </p:cNvSpPr>
          <p:nvPr>
            <p:ph type="sldNum" sz="quarter" idx="5"/>
          </p:nvPr>
        </p:nvSpPr>
        <p:spPr/>
        <p:txBody>
          <a:bodyPr/>
          <a:lstStyle/>
          <a:p>
            <a:fld id="{CB92683C-E137-4D39-A656-E44BDF7083B3}" type="slidenum">
              <a:rPr lang="zh-CN" altLang="en-US" smtClean="0"/>
              <a:t>3</a:t>
            </a:fld>
            <a:endParaRPr lang="zh-CN" altLang="en-US"/>
          </a:p>
        </p:txBody>
      </p:sp>
    </p:spTree>
    <p:extLst>
      <p:ext uri="{BB962C8B-B14F-4D97-AF65-F5344CB8AC3E}">
        <p14:creationId xmlns:p14="http://schemas.microsoft.com/office/powerpoint/2010/main" val="40666859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3FE2F-3DC0-28BB-309E-933F84B747D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70141D8-FE78-F34B-B1D3-2BC38DD93563}"/>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8718B8E3-A936-52B3-C92B-AE7106BCBD8A}"/>
              </a:ext>
            </a:extLst>
          </p:cNvPr>
          <p:cNvSpPr>
            <a:spLocks noGrp="1"/>
          </p:cNvSpPr>
          <p:nvPr>
            <p:ph type="body" idx="1"/>
          </p:nvPr>
        </p:nvSpPr>
        <p:spPr/>
        <p:txBody>
          <a:bodyPr/>
          <a:lstStyle/>
          <a:p>
            <a:endParaRPr kumimoji="1" lang="sv-SE" altLang="zh-CN"/>
          </a:p>
        </p:txBody>
      </p:sp>
      <p:sp>
        <p:nvSpPr>
          <p:cNvPr id="4" name="灯片编号占位符 3">
            <a:extLst>
              <a:ext uri="{FF2B5EF4-FFF2-40B4-BE49-F238E27FC236}">
                <a16:creationId xmlns:a16="http://schemas.microsoft.com/office/drawing/2014/main" id="{0651B395-3345-9624-684F-F309B526C22E}"/>
              </a:ext>
            </a:extLst>
          </p:cNvPr>
          <p:cNvSpPr>
            <a:spLocks noGrp="1"/>
          </p:cNvSpPr>
          <p:nvPr>
            <p:ph type="sldNum" sz="quarter" idx="5"/>
          </p:nvPr>
        </p:nvSpPr>
        <p:spPr/>
        <p:txBody>
          <a:bodyPr/>
          <a:lstStyle/>
          <a:p>
            <a:fld id="{CB92683C-E137-4D39-A656-E44BDF7083B3}" type="slidenum">
              <a:rPr lang="zh-CN" altLang="en-US" smtClean="0"/>
              <a:t>4</a:t>
            </a:fld>
            <a:endParaRPr lang="zh-CN" altLang="en-US"/>
          </a:p>
        </p:txBody>
      </p:sp>
    </p:spTree>
    <p:extLst>
      <p:ext uri="{BB962C8B-B14F-4D97-AF65-F5344CB8AC3E}">
        <p14:creationId xmlns:p14="http://schemas.microsoft.com/office/powerpoint/2010/main" val="42765994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sv-SE" altLang="zh-CN"/>
              <a:t>The </a:t>
            </a:r>
            <a:r>
              <a:rPr lang="sv-SE" altLang="zh-CN" err="1"/>
              <a:t>Diagnostic</a:t>
            </a:r>
            <a:r>
              <a:rPr lang="sv-SE" altLang="zh-CN"/>
              <a:t> </a:t>
            </a:r>
            <a:r>
              <a:rPr lang="sv-SE" altLang="zh-CN" err="1"/>
              <a:t>Odyssey</a:t>
            </a:r>
            <a:endParaRPr kumimoji="1" lang="zh-CN" altLang="en-US"/>
          </a:p>
        </p:txBody>
      </p:sp>
      <p:sp>
        <p:nvSpPr>
          <p:cNvPr id="4" name="灯片编号占位符 3"/>
          <p:cNvSpPr>
            <a:spLocks noGrp="1"/>
          </p:cNvSpPr>
          <p:nvPr>
            <p:ph type="sldNum" sz="quarter" idx="5"/>
          </p:nvPr>
        </p:nvSpPr>
        <p:spPr/>
        <p:txBody>
          <a:bodyPr/>
          <a:lstStyle/>
          <a:p>
            <a:fld id="{CB92683C-E137-4D39-A656-E44BDF7083B3}" type="slidenum">
              <a:rPr lang="zh-CN" altLang="en-US" smtClean="0"/>
              <a:t>5</a:t>
            </a:fld>
            <a:endParaRPr lang="zh-CN" altLang="en-US"/>
          </a:p>
        </p:txBody>
      </p:sp>
    </p:spTree>
    <p:extLst>
      <p:ext uri="{BB962C8B-B14F-4D97-AF65-F5344CB8AC3E}">
        <p14:creationId xmlns:p14="http://schemas.microsoft.com/office/powerpoint/2010/main" val="36658263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t>To address the significant diagnostic delays in autoimmune care, we’ve developed a two-pillar solution that standardizes the journey from the first </a:t>
            </a:r>
            <a:r>
              <a:rPr lang="en-US" altLang="zh-CN">
                <a:ea typeface="等线"/>
              </a:rPr>
              <a:t>symptom</a:t>
            </a:r>
            <a:r>
              <a:rPr lang="en-US"/>
              <a:t> to</a:t>
            </a:r>
            <a:r>
              <a:rPr lang="en-US" altLang="zh-CN">
                <a:ea typeface="等线"/>
              </a:rPr>
              <a:t> </a:t>
            </a:r>
            <a:r>
              <a:rPr lang="en-US"/>
              <a:t>a</a:t>
            </a:r>
            <a:r>
              <a:rPr lang="en-US" altLang="zh-CN">
                <a:ea typeface="等线"/>
              </a:rPr>
              <a:t> </a:t>
            </a:r>
            <a:r>
              <a:rPr lang="en-US"/>
              <a:t>definitive diagnosis.</a:t>
            </a:r>
          </a:p>
          <a:p>
            <a:endParaRPr lang="en-US">
              <a:ea typeface="等线"/>
            </a:endParaRPr>
          </a:p>
          <a:p>
            <a:r>
              <a:rPr lang="en-US" b="1"/>
              <a:t>Section 1: Point-of-Care Screening Platform (The Patient Gateway)</a:t>
            </a:r>
            <a:r>
              <a:rPr lang="en-US"/>
              <a:t> </a:t>
            </a:r>
          </a:p>
          <a:p>
            <a:r>
              <a:rPr lang="en-US"/>
              <a:t>"The journey begins with a user-friendly web application for at-home assessment.</a:t>
            </a:r>
          </a:p>
          <a:p>
            <a:pPr marL="171450" indent="-171450">
              <a:buFont typeface="Arial"/>
              <a:buChar char="•"/>
            </a:pPr>
            <a:r>
              <a:rPr lang="en-US" b="1"/>
              <a:t>AI Risk Scoring:</a:t>
            </a:r>
            <a:r>
              <a:rPr lang="en-US"/>
              <a:t> We move beyond basic forms by using Machine Learning to analyze demographics and interactive symptom logs</a:t>
            </a:r>
          </a:p>
          <a:p>
            <a:pPr marL="171450" indent="-171450">
              <a:buFont typeface="Arial"/>
              <a:buChar char="•"/>
            </a:pPr>
            <a:r>
              <a:rPr lang="en-US" b="1"/>
              <a:t>Data Integration &amp; Privacy:</a:t>
            </a:r>
            <a:r>
              <a:rPr lang="en-US"/>
              <a:t> This isn't just a static report. High-risk patients can choose to sync their summary directly with the Hospital Information System (HIS) or export a reusable report while keeping their data stored locally for maximum privacy."</a:t>
            </a:r>
            <a:endParaRPr lang="en-US">
              <a:ea typeface="等线"/>
            </a:endParaRPr>
          </a:p>
          <a:p>
            <a:pPr marL="171450" indent="-171450">
              <a:buFont typeface="Arial"/>
              <a:buChar char="•"/>
            </a:pPr>
            <a:endParaRPr lang="en-US"/>
          </a:p>
          <a:p>
            <a:r>
              <a:rPr lang="en-US" b="1"/>
              <a:t>Section 2: Clinical Decision Support for Diagnosis (The Lab Engine)</a:t>
            </a:r>
            <a:r>
              <a:rPr lang="en-US"/>
              <a:t> </a:t>
            </a:r>
          </a:p>
          <a:p>
            <a:r>
              <a:rPr lang="en-US"/>
              <a:t>"Once the patient enters the clinical environment, the platform transitions into a powerful decision-support tool for the lab and clinician. </a:t>
            </a:r>
          </a:p>
          <a:p>
            <a:r>
              <a:rPr lang="en-US"/>
              <a:t>It help suggesting next optimal test based on initial result.</a:t>
            </a:r>
            <a:endParaRPr lang="en-US">
              <a:ea typeface="等线"/>
            </a:endParaRPr>
          </a:p>
          <a:p>
            <a:pPr marL="171450" indent="-171450">
              <a:buFont typeface="Arial"/>
              <a:buChar char="•"/>
            </a:pPr>
            <a:r>
              <a:rPr lang="en-US" b="1"/>
              <a:t>Seamless Integration:</a:t>
            </a:r>
            <a:r>
              <a:rPr lang="en-US"/>
              <a:t> The tool is designed to plug directly into existing Laboratory Information Systems (LIS), ensuring it enhances—rather than disrupts—the current workflow.</a:t>
            </a:r>
          </a:p>
          <a:p>
            <a:pPr marL="171450" indent="-171450">
              <a:buFont typeface="Arial,Sans-Serif"/>
              <a:buChar char="•"/>
            </a:pPr>
            <a:r>
              <a:rPr lang="en-US" b="1"/>
              <a:t>Quantitative test analysis:</a:t>
            </a:r>
            <a:r>
              <a:rPr lang="en-US"/>
              <a:t> This is where we revolutionize the process. Instead of following rigid, binary 'positive/negative' rules, the AI analyzes specific </a:t>
            </a:r>
            <a:r>
              <a:rPr lang="en-US" b="1"/>
              <a:t>quantitative concentration levels</a:t>
            </a:r>
            <a:r>
              <a:rPr lang="en-US"/>
              <a:t>. This allows the system to identify 'borderline' cases and automatically trigger the next, most effective test based on the patient's unique risk profile.</a:t>
            </a:r>
            <a:endParaRPr lang="en-US">
              <a:solidFill>
                <a:srgbClr val="444444"/>
              </a:solidFill>
            </a:endParaRPr>
          </a:p>
          <a:p>
            <a:pPr marL="171450" indent="-171450">
              <a:buFont typeface="Arial"/>
              <a:buChar char="•"/>
            </a:pPr>
            <a:r>
              <a:rPr lang="en-US" b="1"/>
              <a:t>Iterative Learning Loop:</a:t>
            </a:r>
            <a:r>
              <a:rPr lang="en-US"/>
              <a:t> Finally, the system is built to evolve. It learns from real-world data and direct clinician feedback to constantly refine its test suggestions, ensuring the highest accuracy for early RA detection."</a:t>
            </a:r>
          </a:p>
          <a:p>
            <a:endParaRPr lang="en-US">
              <a:ea typeface="等线"/>
            </a:endParaRPr>
          </a:p>
          <a:p>
            <a:endParaRPr lang="en-US" altLang="zh-CN"/>
          </a:p>
          <a:p>
            <a:endParaRPr lang="en-US" altLang="zh-CN"/>
          </a:p>
        </p:txBody>
      </p:sp>
      <p:sp>
        <p:nvSpPr>
          <p:cNvPr id="4" name="灯片编号占位符 3"/>
          <p:cNvSpPr>
            <a:spLocks noGrp="1"/>
          </p:cNvSpPr>
          <p:nvPr>
            <p:ph type="sldNum" sz="quarter" idx="5"/>
          </p:nvPr>
        </p:nvSpPr>
        <p:spPr/>
        <p:txBody>
          <a:bodyPr/>
          <a:lstStyle/>
          <a:p>
            <a:fld id="{CB92683C-E137-4D39-A656-E44BDF7083B3}" type="slidenum">
              <a:rPr lang="zh-CN" altLang="en-US" smtClean="0"/>
              <a:t>6</a:t>
            </a:fld>
            <a:endParaRPr lang="zh-CN" altLang="en-US"/>
          </a:p>
        </p:txBody>
      </p:sp>
    </p:spTree>
    <p:extLst>
      <p:ext uri="{BB962C8B-B14F-4D97-AF65-F5344CB8AC3E}">
        <p14:creationId xmlns:p14="http://schemas.microsoft.com/office/powerpoint/2010/main" val="33271847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pPr marL="228600" indent="-228600">
              <a:buAutoNum type="arabicPeriod"/>
            </a:pPr>
            <a:r>
              <a:rPr lang="en-US"/>
              <a:t>The journey begins at home, where patients use our web application to input clinical symptoms and demographics. </a:t>
            </a:r>
          </a:p>
          <a:p>
            <a:r>
              <a:rPr lang="en-US"/>
              <a:t>The system uses Machine Learning models to analyze this data such as symmetrical joint pain or morning stiffness to generate an risk score. </a:t>
            </a:r>
            <a:endParaRPr lang="en-US">
              <a:ea typeface="等线"/>
            </a:endParaRPr>
          </a:p>
          <a:p>
            <a:endParaRPr lang="en-US" altLang="zh-CN">
              <a:ea typeface="等线"/>
            </a:endParaRPr>
          </a:p>
          <a:p>
            <a:r>
              <a:rPr lang="en-US"/>
              <a:t>2. When a 'High Risk' score is generated, the system suggests the initial laboratory testing phase. We empower the patient with a choice: they can transmit their risk profile securely to the hospital's Electronic Health Record or print a clinical report to bring to their consultation. This ensures a data-driven handoff that reduces the friction and delays typical of early autoimmune screening.</a:t>
            </a:r>
            <a:endParaRPr lang="en-US">
              <a:ea typeface="等线"/>
            </a:endParaRPr>
          </a:p>
          <a:p>
            <a:endParaRPr lang="en-US" altLang="zh-CN">
              <a:ea typeface="等线"/>
            </a:endParaRPr>
          </a:p>
          <a:p>
            <a:r>
              <a:rPr lang="en-US" altLang="zh-CN">
                <a:ea typeface="等线"/>
              </a:rPr>
              <a:t>3. </a:t>
            </a:r>
            <a:r>
              <a:rPr lang="en-US"/>
              <a:t>Once in the hospital, our Clinical Decision Support tool takes over, integrating directly into the laboratory system. Instead of following rigid, manual protocols, the AI suggests an optimal, staged reflex workflow. Because the AI analyzes specific quantitative concentration levels rather than simple binary results, it automatically triggers subsequent, more specific assays based on the patient's unique risk profile</a:t>
            </a:r>
            <a:endParaRPr lang="en-US" altLang="zh-CN">
              <a:ea typeface="等线"/>
            </a:endParaRPr>
          </a:p>
          <a:p>
            <a:endParaRPr lang="en-US">
              <a:ea typeface="等线"/>
            </a:endParaRPr>
          </a:p>
          <a:p>
            <a:r>
              <a:rPr lang="en-US" altLang="zh-CN">
                <a:ea typeface="等线"/>
              </a:rPr>
              <a:t>4. </a:t>
            </a:r>
            <a:r>
              <a:rPr lang="en-US"/>
              <a:t>Finally, the clinician reviews the AI-generated summary and lab results to finalize the diagnosis. This is not a 'black box' system; it is a collaborative loop. Clinician interpretations are fed back into the platform to iteratively retrain the AI, constantly refining the diagnostic path for the next patient to ensure that even 'borderline' or seronegative cases are never missed.</a:t>
            </a:r>
            <a:endParaRPr lang="en-US">
              <a:ea typeface="等线"/>
            </a:endParaRPr>
          </a:p>
          <a:p>
            <a:endParaRPr lang="en-US" altLang="zh-CN">
              <a:ea typeface="等线"/>
            </a:endParaRPr>
          </a:p>
          <a:p>
            <a:endParaRPr lang="en-US" altLang="zh-CN">
              <a:ea typeface="等线"/>
            </a:endParaRPr>
          </a:p>
          <a:p>
            <a:endParaRPr lang="en-US" altLang="zh-CN">
              <a:ea typeface="等线"/>
            </a:endParaRPr>
          </a:p>
          <a:p>
            <a:r>
              <a:rPr lang="en-US" altLang="zh-CN">
                <a:ea typeface="等线"/>
              </a:rPr>
              <a:t>Public dataset  cite</a:t>
            </a:r>
            <a:endParaRPr lang="en-US">
              <a:ea typeface="等线"/>
            </a:endParaRPr>
          </a:p>
          <a:p>
            <a:endParaRPr lang="en-US" altLang="zh-CN">
              <a:ea typeface="等线"/>
            </a:endParaRPr>
          </a:p>
          <a:p>
            <a:r>
              <a:rPr lang="en-US" altLang="zh-CN">
                <a:ea typeface="等线"/>
              </a:rPr>
              <a:t>Smart referral + risk info should be one step </a:t>
            </a:r>
          </a:p>
          <a:p>
            <a:endParaRPr lang="en-US" altLang="zh-CN">
              <a:ea typeface="等线"/>
            </a:endParaRPr>
          </a:p>
          <a:p>
            <a:r>
              <a:rPr lang="en-US" altLang="zh-CN">
                <a:ea typeface="等线"/>
              </a:rPr>
              <a:t>Add a mark or icon to show the first step(where to start)</a:t>
            </a:r>
            <a:endParaRPr lang="zh-CN" altLang="en-US">
              <a:ea typeface="等线"/>
            </a:endParaRPr>
          </a:p>
        </p:txBody>
      </p:sp>
      <p:sp>
        <p:nvSpPr>
          <p:cNvPr id="4" name="灯片编号占位符 3"/>
          <p:cNvSpPr>
            <a:spLocks noGrp="1"/>
          </p:cNvSpPr>
          <p:nvPr>
            <p:ph type="sldNum" sz="quarter" idx="5"/>
          </p:nvPr>
        </p:nvSpPr>
        <p:spPr/>
        <p:txBody>
          <a:bodyPr/>
          <a:lstStyle/>
          <a:p>
            <a:fld id="{CB92683C-E137-4D39-A656-E44BDF7083B3}" type="slidenum">
              <a:rPr lang="zh-CN" altLang="en-US" smtClean="0"/>
              <a:t>7</a:t>
            </a:fld>
            <a:endParaRPr lang="zh-CN" altLang="en-US"/>
          </a:p>
        </p:txBody>
      </p:sp>
    </p:spTree>
    <p:extLst>
      <p:ext uri="{BB962C8B-B14F-4D97-AF65-F5344CB8AC3E}">
        <p14:creationId xmlns:p14="http://schemas.microsoft.com/office/powerpoint/2010/main" val="39183359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66021A-82B0-B181-04E1-4E7F579151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D2CFA4-DEBC-9BF7-6FD0-086ACB532C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B2842F-CF61-54BD-520D-03263D3255BB}"/>
              </a:ext>
            </a:extLst>
          </p:cNvPr>
          <p:cNvSpPr>
            <a:spLocks noGrp="1"/>
          </p:cNvSpPr>
          <p:nvPr>
            <p:ph type="body" idx="1"/>
          </p:nvPr>
        </p:nvSpPr>
        <p:spPr/>
        <p:txBody>
          <a:bodyPr/>
          <a:lstStyle/>
          <a:p>
            <a:r>
              <a:rPr lang="en-US" b="1" err="1">
                <a:ea typeface="等线"/>
              </a:rPr>
              <a:t>Dalayed</a:t>
            </a:r>
            <a:r>
              <a:rPr lang="en-US" b="1">
                <a:ea typeface="等线"/>
              </a:rPr>
              <a:t> diagnosis :</a:t>
            </a:r>
            <a:r>
              <a:rPr lang="en-US" b="1"/>
              <a:t> </a:t>
            </a:r>
            <a:r>
              <a:rPr lang="en-US"/>
              <a:t>We reduce friction by moving screening into the home and utilizing </a:t>
            </a:r>
            <a:r>
              <a:rPr lang="en-US" b="1"/>
              <a:t>Real-Time Reflexing</a:t>
            </a:r>
            <a:r>
              <a:rPr lang="en-US"/>
              <a:t>. Our web app acts as a </a:t>
            </a:r>
            <a:r>
              <a:rPr lang="en-US" b="1"/>
              <a:t>Digital Front Door</a:t>
            </a:r>
            <a:r>
              <a:rPr lang="en-US"/>
              <a:t> which triggering the necessary laboratory pathways the moment a patient is flagged as high-risk, we ensure immediate clinical progression and eliminate the cost of unnecessary, redundant testing.</a:t>
            </a:r>
          </a:p>
          <a:p>
            <a:pPr>
              <a:lnSpc>
                <a:spcPct val="110000"/>
              </a:lnSpc>
            </a:pPr>
            <a:endParaRPr lang="sv-SE" b="1">
              <a:ea typeface="等线"/>
            </a:endParaRPr>
          </a:p>
          <a:p>
            <a:pPr>
              <a:lnSpc>
                <a:spcPct val="110000"/>
              </a:lnSpc>
            </a:pPr>
            <a:r>
              <a:rPr lang="sv-SE" b="1">
                <a:ea typeface="等线"/>
              </a:rPr>
              <a:t>Data </a:t>
            </a:r>
            <a:r>
              <a:rPr lang="sv-SE" b="1" err="1">
                <a:ea typeface="等线"/>
              </a:rPr>
              <a:t>fragmentation</a:t>
            </a:r>
            <a:r>
              <a:rPr lang="sv-SE" b="1">
                <a:ea typeface="等线"/>
              </a:rPr>
              <a:t> :</a:t>
            </a:r>
            <a:r>
              <a:rPr lang="sv-SE">
                <a:ea typeface="等线"/>
              </a:rPr>
              <a:t> </a:t>
            </a:r>
            <a:r>
              <a:rPr lang="sv-SE" err="1"/>
              <a:t>Disconnected</a:t>
            </a:r>
            <a:r>
              <a:rPr lang="sv-SE"/>
              <a:t> data </a:t>
            </a:r>
            <a:r>
              <a:rPr lang="sv-SE" err="1"/>
              <a:t>leads</a:t>
            </a:r>
            <a:r>
              <a:rPr lang="sv-SE"/>
              <a:t> to </a:t>
            </a:r>
            <a:r>
              <a:rPr lang="sv-SE" err="1"/>
              <a:t>missed</a:t>
            </a:r>
            <a:r>
              <a:rPr lang="sv-SE"/>
              <a:t> </a:t>
            </a:r>
            <a:r>
              <a:rPr lang="sv-SE" err="1"/>
              <a:t>diagnoses</a:t>
            </a:r>
            <a:r>
              <a:rPr lang="sv-SE"/>
              <a:t>. </a:t>
            </a:r>
            <a:r>
              <a:rPr lang="sv-SE" err="1"/>
              <a:t>We</a:t>
            </a:r>
            <a:r>
              <a:rPr lang="sv-SE"/>
              <a:t> </a:t>
            </a:r>
            <a:r>
              <a:rPr lang="sv-SE" err="1"/>
              <a:t>provide</a:t>
            </a:r>
            <a:r>
              <a:rPr lang="sv-SE"/>
              <a:t> a </a:t>
            </a:r>
            <a:r>
              <a:rPr lang="sv-SE" b="1" err="1"/>
              <a:t>Unified</a:t>
            </a:r>
            <a:r>
              <a:rPr lang="sv-SE" b="1"/>
              <a:t> AI Workflow</a:t>
            </a:r>
            <a:r>
              <a:rPr lang="sv-SE"/>
              <a:t> </a:t>
            </a:r>
            <a:r>
              <a:rPr lang="sv-SE" err="1"/>
              <a:t>that</a:t>
            </a:r>
            <a:r>
              <a:rPr lang="sv-SE"/>
              <a:t> </a:t>
            </a:r>
            <a:r>
              <a:rPr lang="sv-SE" err="1"/>
              <a:t>synthesizes</a:t>
            </a:r>
            <a:r>
              <a:rPr lang="sv-SE"/>
              <a:t> </a:t>
            </a:r>
            <a:r>
              <a:rPr lang="sv-SE" b="1" err="1"/>
              <a:t>home</a:t>
            </a:r>
            <a:r>
              <a:rPr lang="sv-SE" b="1"/>
              <a:t> screening</a:t>
            </a:r>
            <a:r>
              <a:rPr lang="sv-SE"/>
              <a:t>, </a:t>
            </a:r>
            <a:r>
              <a:rPr lang="sv-SE" err="1"/>
              <a:t>clinical</a:t>
            </a:r>
            <a:r>
              <a:rPr lang="sv-SE"/>
              <a:t> </a:t>
            </a:r>
            <a:r>
              <a:rPr lang="sv-SE" err="1"/>
              <a:t>history</a:t>
            </a:r>
            <a:r>
              <a:rPr lang="sv-SE"/>
              <a:t>, and </a:t>
            </a:r>
            <a:r>
              <a:rPr lang="sv-SE" err="1"/>
              <a:t>lab</a:t>
            </a:r>
            <a:r>
              <a:rPr lang="sv-SE"/>
              <a:t> </a:t>
            </a:r>
            <a:r>
              <a:rPr lang="sv-SE" err="1"/>
              <a:t>results</a:t>
            </a:r>
            <a:r>
              <a:rPr lang="sv-SE"/>
              <a:t> </a:t>
            </a:r>
            <a:r>
              <a:rPr lang="sv-SE" err="1"/>
              <a:t>into</a:t>
            </a:r>
            <a:r>
              <a:rPr lang="sv-SE"/>
              <a:t> a </a:t>
            </a:r>
            <a:r>
              <a:rPr lang="sv-SE" err="1"/>
              <a:t>single</a:t>
            </a:r>
            <a:r>
              <a:rPr lang="sv-SE"/>
              <a:t>, </a:t>
            </a:r>
            <a:r>
              <a:rPr lang="sv-SE" err="1"/>
              <a:t>actionable</a:t>
            </a:r>
            <a:r>
              <a:rPr lang="sv-SE"/>
              <a:t> </a:t>
            </a:r>
            <a:r>
              <a:rPr lang="sv-SE" err="1"/>
              <a:t>diagnostic</a:t>
            </a:r>
            <a:r>
              <a:rPr lang="sv-SE"/>
              <a:t> </a:t>
            </a:r>
            <a:r>
              <a:rPr lang="sv-SE" err="1"/>
              <a:t>path</a:t>
            </a:r>
            <a:r>
              <a:rPr lang="sv-SE"/>
              <a:t>. </a:t>
            </a:r>
            <a:endParaRPr lang="sv-SE">
              <a:ea typeface="等线"/>
            </a:endParaRPr>
          </a:p>
          <a:p>
            <a:endParaRPr lang="en-US" b="1"/>
          </a:p>
          <a:p>
            <a:r>
              <a:rPr lang="en-US" b="1"/>
              <a:t>Invisible &amp; overlapping Symptoms : </a:t>
            </a:r>
            <a:r>
              <a:rPr lang="en-US"/>
              <a:t>Autoimmune diseases are often masked by 'invisible' symptoms and overlapping clinical signs that mirror other conditions. We solve this by converting subjective patient symptoms into</a:t>
            </a:r>
            <a:r>
              <a:rPr lang="en-US" b="1"/>
              <a:t> objective, data points</a:t>
            </a:r>
            <a:r>
              <a:rPr lang="en-US"/>
              <a:t> using </a:t>
            </a:r>
            <a:r>
              <a:rPr lang="en-US" u="sng"/>
              <a:t>Interactive symptom log</a:t>
            </a:r>
            <a:r>
              <a:rPr lang="en-US" b="1"/>
              <a:t>.</a:t>
            </a:r>
            <a:r>
              <a:rPr lang="en-US"/>
              <a:t> Also, by shifting from binary 'Positive/Negative' rules to </a:t>
            </a:r>
            <a:r>
              <a:rPr lang="en-US" b="1"/>
              <a:t>subclinical detection</a:t>
            </a:r>
            <a:r>
              <a:rPr lang="en-US"/>
              <a:t>—analyzing specific </a:t>
            </a:r>
            <a:r>
              <a:rPr lang="en-US" b="1"/>
              <a:t>quantitative values</a:t>
            </a:r>
            <a:r>
              <a:rPr lang="en-US"/>
              <a:t> and trends in serology to ensure "borderline" or seronegative cases are not missed by rigid manual rules.</a:t>
            </a:r>
            <a:endParaRPr lang="en-US">
              <a:ea typeface="等线"/>
            </a:endParaRPr>
          </a:p>
          <a:p>
            <a:endParaRPr lang="en-US" b="1"/>
          </a:p>
          <a:p>
            <a:r>
              <a:rPr lang="en-US" b="1"/>
              <a:t>Confusion --&gt; Automated Pathways:</a:t>
            </a:r>
            <a:r>
              <a:rPr lang="en-US"/>
              <a:t> Replaces manual "guesswork" with an evidence-based, staged workflow based on risk probability</a:t>
            </a:r>
            <a:endParaRPr lang="en-US">
              <a:ea typeface="等线"/>
            </a:endParaRPr>
          </a:p>
          <a:p>
            <a:endParaRPr lang="en-US">
              <a:ea typeface="等线"/>
            </a:endParaRPr>
          </a:p>
        </p:txBody>
      </p:sp>
      <p:sp>
        <p:nvSpPr>
          <p:cNvPr id="4" name="Slide Number Placeholder 3">
            <a:extLst>
              <a:ext uri="{FF2B5EF4-FFF2-40B4-BE49-F238E27FC236}">
                <a16:creationId xmlns:a16="http://schemas.microsoft.com/office/drawing/2014/main" id="{07C3B5D0-5BB2-AC17-CDBA-F2C9C2EA10FA}"/>
              </a:ext>
            </a:extLst>
          </p:cNvPr>
          <p:cNvSpPr>
            <a:spLocks noGrp="1"/>
          </p:cNvSpPr>
          <p:nvPr>
            <p:ph type="sldNum" sz="quarter" idx="5"/>
          </p:nvPr>
        </p:nvSpPr>
        <p:spPr/>
        <p:txBody>
          <a:bodyPr/>
          <a:lstStyle/>
          <a:p>
            <a:fld id="{CB92683C-E137-4D39-A656-E44BDF7083B3}" type="slidenum">
              <a:rPr lang="zh-CN" altLang="en-US" smtClean="0"/>
              <a:t>8</a:t>
            </a:fld>
            <a:endParaRPr lang="zh-CN" altLang="en-US"/>
          </a:p>
        </p:txBody>
      </p:sp>
    </p:spTree>
    <p:extLst>
      <p:ext uri="{BB962C8B-B14F-4D97-AF65-F5344CB8AC3E}">
        <p14:creationId xmlns:p14="http://schemas.microsoft.com/office/powerpoint/2010/main" val="26009094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err="1">
                <a:ea typeface="等线"/>
              </a:rPr>
              <a:t>Dalayed</a:t>
            </a:r>
            <a:r>
              <a:rPr lang="en-US" b="1">
                <a:ea typeface="等线"/>
              </a:rPr>
              <a:t> diagnosis :</a:t>
            </a:r>
            <a:r>
              <a:rPr lang="en-US" b="1"/>
              <a:t> </a:t>
            </a:r>
            <a:r>
              <a:rPr lang="en-US"/>
              <a:t>We reduce friction by moving screening into the home and utilizing </a:t>
            </a:r>
            <a:r>
              <a:rPr lang="en-US" b="1"/>
              <a:t>Real-Time Reflexing</a:t>
            </a:r>
            <a:r>
              <a:rPr lang="en-US"/>
              <a:t>. Our web app acts as a </a:t>
            </a:r>
            <a:r>
              <a:rPr lang="en-US" b="1"/>
              <a:t>Digital Front Door</a:t>
            </a:r>
            <a:r>
              <a:rPr lang="en-US"/>
              <a:t> which triggering the necessary laboratory pathways the moment a patient is flagged as high-risk, we ensure immediate clinical progression and eliminate the cost of unnecessary, redundant testing.</a:t>
            </a:r>
          </a:p>
          <a:p>
            <a:pPr>
              <a:lnSpc>
                <a:spcPct val="110000"/>
              </a:lnSpc>
            </a:pPr>
            <a:endParaRPr lang="sv-SE" b="1">
              <a:ea typeface="等线"/>
            </a:endParaRPr>
          </a:p>
          <a:p>
            <a:pPr>
              <a:lnSpc>
                <a:spcPct val="110000"/>
              </a:lnSpc>
            </a:pPr>
            <a:r>
              <a:rPr lang="sv-SE" b="1">
                <a:ea typeface="等线"/>
              </a:rPr>
              <a:t>Data </a:t>
            </a:r>
            <a:r>
              <a:rPr lang="sv-SE" b="1" err="1">
                <a:ea typeface="等线"/>
              </a:rPr>
              <a:t>fragmentation</a:t>
            </a:r>
            <a:r>
              <a:rPr lang="sv-SE" b="1">
                <a:ea typeface="等线"/>
              </a:rPr>
              <a:t> :</a:t>
            </a:r>
            <a:r>
              <a:rPr lang="sv-SE">
                <a:ea typeface="等线"/>
              </a:rPr>
              <a:t> </a:t>
            </a:r>
            <a:r>
              <a:rPr lang="sv-SE" err="1"/>
              <a:t>Disconnected</a:t>
            </a:r>
            <a:r>
              <a:rPr lang="sv-SE"/>
              <a:t> data </a:t>
            </a:r>
            <a:r>
              <a:rPr lang="sv-SE" err="1"/>
              <a:t>leads</a:t>
            </a:r>
            <a:r>
              <a:rPr lang="sv-SE"/>
              <a:t> to </a:t>
            </a:r>
            <a:r>
              <a:rPr lang="sv-SE" err="1"/>
              <a:t>missed</a:t>
            </a:r>
            <a:r>
              <a:rPr lang="sv-SE"/>
              <a:t> </a:t>
            </a:r>
            <a:r>
              <a:rPr lang="sv-SE" err="1"/>
              <a:t>diagnoses</a:t>
            </a:r>
            <a:r>
              <a:rPr lang="sv-SE"/>
              <a:t>. </a:t>
            </a:r>
            <a:r>
              <a:rPr lang="sv-SE" err="1"/>
              <a:t>We</a:t>
            </a:r>
            <a:r>
              <a:rPr lang="sv-SE"/>
              <a:t> </a:t>
            </a:r>
            <a:r>
              <a:rPr lang="sv-SE" err="1"/>
              <a:t>provide</a:t>
            </a:r>
            <a:r>
              <a:rPr lang="sv-SE"/>
              <a:t> a </a:t>
            </a:r>
            <a:r>
              <a:rPr lang="sv-SE" b="1" err="1"/>
              <a:t>Unified</a:t>
            </a:r>
            <a:r>
              <a:rPr lang="sv-SE" b="1"/>
              <a:t> AI Workflow</a:t>
            </a:r>
            <a:r>
              <a:rPr lang="sv-SE"/>
              <a:t> </a:t>
            </a:r>
            <a:r>
              <a:rPr lang="sv-SE" err="1"/>
              <a:t>that</a:t>
            </a:r>
            <a:r>
              <a:rPr lang="sv-SE"/>
              <a:t> </a:t>
            </a:r>
            <a:r>
              <a:rPr lang="sv-SE" err="1"/>
              <a:t>synthesizes</a:t>
            </a:r>
            <a:r>
              <a:rPr lang="sv-SE"/>
              <a:t> </a:t>
            </a:r>
            <a:r>
              <a:rPr lang="sv-SE" b="1" err="1"/>
              <a:t>home</a:t>
            </a:r>
            <a:r>
              <a:rPr lang="sv-SE" b="1"/>
              <a:t> screening</a:t>
            </a:r>
            <a:r>
              <a:rPr lang="sv-SE"/>
              <a:t>, </a:t>
            </a:r>
            <a:r>
              <a:rPr lang="sv-SE" err="1"/>
              <a:t>clinical</a:t>
            </a:r>
            <a:r>
              <a:rPr lang="sv-SE"/>
              <a:t> </a:t>
            </a:r>
            <a:r>
              <a:rPr lang="sv-SE" err="1"/>
              <a:t>history</a:t>
            </a:r>
            <a:r>
              <a:rPr lang="sv-SE"/>
              <a:t>, and </a:t>
            </a:r>
            <a:r>
              <a:rPr lang="sv-SE" err="1"/>
              <a:t>lab</a:t>
            </a:r>
            <a:r>
              <a:rPr lang="sv-SE"/>
              <a:t> </a:t>
            </a:r>
            <a:r>
              <a:rPr lang="sv-SE" err="1"/>
              <a:t>results</a:t>
            </a:r>
            <a:r>
              <a:rPr lang="sv-SE"/>
              <a:t> </a:t>
            </a:r>
            <a:r>
              <a:rPr lang="sv-SE" err="1"/>
              <a:t>into</a:t>
            </a:r>
            <a:r>
              <a:rPr lang="sv-SE"/>
              <a:t> a </a:t>
            </a:r>
            <a:r>
              <a:rPr lang="sv-SE" err="1"/>
              <a:t>single</a:t>
            </a:r>
            <a:r>
              <a:rPr lang="sv-SE"/>
              <a:t>, </a:t>
            </a:r>
            <a:r>
              <a:rPr lang="sv-SE" err="1"/>
              <a:t>actionable</a:t>
            </a:r>
            <a:r>
              <a:rPr lang="sv-SE"/>
              <a:t> </a:t>
            </a:r>
            <a:r>
              <a:rPr lang="sv-SE" err="1"/>
              <a:t>diagnostic</a:t>
            </a:r>
            <a:r>
              <a:rPr lang="sv-SE"/>
              <a:t> </a:t>
            </a:r>
            <a:r>
              <a:rPr lang="sv-SE" err="1"/>
              <a:t>path</a:t>
            </a:r>
            <a:r>
              <a:rPr lang="sv-SE"/>
              <a:t>. </a:t>
            </a:r>
            <a:endParaRPr lang="sv-SE">
              <a:ea typeface="等线"/>
            </a:endParaRPr>
          </a:p>
          <a:p>
            <a:endParaRPr lang="en-US" b="1"/>
          </a:p>
          <a:p>
            <a:r>
              <a:rPr lang="en-US" b="1"/>
              <a:t>Invisible &amp; overlapping Symptoms : </a:t>
            </a:r>
            <a:r>
              <a:rPr lang="en-US"/>
              <a:t>Autoimmune diseases are often masked by 'invisible' symptoms and overlapping clinical signs that mirror other conditions. We solve this by converting subjective patient symptoms into</a:t>
            </a:r>
            <a:r>
              <a:rPr lang="en-US" b="1"/>
              <a:t> objective, data points</a:t>
            </a:r>
            <a:r>
              <a:rPr lang="en-US"/>
              <a:t> using </a:t>
            </a:r>
            <a:r>
              <a:rPr lang="en-US" u="sng"/>
              <a:t>Interactive symptom log</a:t>
            </a:r>
            <a:r>
              <a:rPr lang="en-US" b="1"/>
              <a:t>.</a:t>
            </a:r>
            <a:r>
              <a:rPr lang="en-US"/>
              <a:t> Also, by shifting from binary 'Positive/Negative' rules to </a:t>
            </a:r>
            <a:r>
              <a:rPr lang="en-US" b="1"/>
              <a:t>subclinical detection</a:t>
            </a:r>
            <a:r>
              <a:rPr lang="en-US"/>
              <a:t>—analyzing specific </a:t>
            </a:r>
            <a:r>
              <a:rPr lang="en-US" b="1"/>
              <a:t>quantitative values</a:t>
            </a:r>
            <a:r>
              <a:rPr lang="en-US"/>
              <a:t> and trends in serology to ensure "borderline" or seronegative cases are not missed by rigid manual rules.</a:t>
            </a:r>
            <a:endParaRPr lang="en-US">
              <a:ea typeface="等线"/>
            </a:endParaRPr>
          </a:p>
          <a:p>
            <a:endParaRPr lang="en-US" b="1"/>
          </a:p>
          <a:p>
            <a:r>
              <a:rPr lang="en-US" b="1"/>
              <a:t>Confusion --&gt; Automated Pathways:</a:t>
            </a:r>
            <a:r>
              <a:rPr lang="en-US"/>
              <a:t> Replaces manual "guesswork" with an evidence-based, staged workflow based on risk probability</a:t>
            </a:r>
            <a:endParaRPr lang="en-US">
              <a:ea typeface="等线"/>
            </a:endParaRPr>
          </a:p>
          <a:p>
            <a:endParaRPr lang="en-US">
              <a:ea typeface="等线"/>
            </a:endParaRPr>
          </a:p>
        </p:txBody>
      </p:sp>
      <p:sp>
        <p:nvSpPr>
          <p:cNvPr id="4" name="Slide Number Placeholder 3"/>
          <p:cNvSpPr>
            <a:spLocks noGrp="1"/>
          </p:cNvSpPr>
          <p:nvPr>
            <p:ph type="sldNum" sz="quarter" idx="5"/>
          </p:nvPr>
        </p:nvSpPr>
        <p:spPr/>
        <p:txBody>
          <a:bodyPr/>
          <a:lstStyle/>
          <a:p>
            <a:fld id="{CB92683C-E137-4D39-A656-E44BDF7083B3}" type="slidenum">
              <a:rPr lang="zh-CN" altLang="en-US" smtClean="0"/>
              <a:t>9</a:t>
            </a:fld>
            <a:endParaRPr lang="zh-CN" altLang="en-US"/>
          </a:p>
        </p:txBody>
      </p:sp>
    </p:spTree>
    <p:extLst>
      <p:ext uri="{BB962C8B-B14F-4D97-AF65-F5344CB8AC3E}">
        <p14:creationId xmlns:p14="http://schemas.microsoft.com/office/powerpoint/2010/main" val="35665666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E8C1C4-0EA8-159F-1771-F0282426787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C0BC421-65F3-692E-E17A-9373459707B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A14FF79-A3F4-A504-9DE7-A82B0CFF02E1}"/>
              </a:ext>
            </a:extLst>
          </p:cNvPr>
          <p:cNvSpPr>
            <a:spLocks noGrp="1"/>
          </p:cNvSpPr>
          <p:nvPr>
            <p:ph type="body" idx="1"/>
          </p:nvPr>
        </p:nvSpPr>
        <p:spPr/>
        <p:txBody>
          <a:bodyPr/>
          <a:lstStyle/>
          <a:p>
            <a:r>
              <a:rPr lang="zh-CN">
                <a:ea typeface="等线"/>
              </a:rPr>
              <a:t>Looking ahead, our project</a:t>
            </a:r>
            <a:r>
              <a:rPr lang="zh-CN" altLang="en-US" b="1">
                <a:ea typeface="等线"/>
              </a:rPr>
              <a:t> </a:t>
            </a:r>
            <a:r>
              <a:rPr lang="zh-CN">
                <a:ea typeface="等线"/>
              </a:rPr>
              <a:t>is evolving into a complete diagnostic ecosystem. First, we will integrate </a:t>
            </a:r>
            <a:r>
              <a:rPr lang="zh-CN" b="1">
                <a:ea typeface="等线"/>
              </a:rPr>
              <a:t>Medical Imaging</a:t>
            </a:r>
            <a:r>
              <a:rPr lang="zh-CN">
                <a:ea typeface="等线"/>
              </a:rPr>
              <a:t>, using Computer Vision to detect synovitis and bone erosion that are invisible to the naked eye. Second, we are building a dedicated </a:t>
            </a:r>
            <a:r>
              <a:rPr lang="zh-CN" b="1">
                <a:ea typeface="等线"/>
              </a:rPr>
              <a:t>Doctor Page</a:t>
            </a:r>
            <a:r>
              <a:rPr lang="zh-CN">
                <a:ea typeface="等线"/>
              </a:rPr>
              <a:t> to provide clinicians with an efficient, data-driven overview of patient symptom patterns for faster diagnosis. Finally, we will continuously </a:t>
            </a:r>
            <a:r>
              <a:rPr lang="zh-CN" b="1">
                <a:ea typeface="等线"/>
              </a:rPr>
              <a:t>refine our predictive model</a:t>
            </a:r>
            <a:r>
              <a:rPr lang="zh-CN">
                <a:ea typeface="等线"/>
              </a:rPr>
              <a:t> by using real-world clinical outcomes to back-test and optimize our weighting system. By bridging the gap between home monitoring and clinical expertise</a:t>
            </a:r>
          </a:p>
        </p:txBody>
      </p:sp>
      <p:sp>
        <p:nvSpPr>
          <p:cNvPr id="4" name="灯片编号占位符 3">
            <a:extLst>
              <a:ext uri="{FF2B5EF4-FFF2-40B4-BE49-F238E27FC236}">
                <a16:creationId xmlns:a16="http://schemas.microsoft.com/office/drawing/2014/main" id="{4ECED244-6B81-40B3-8873-A232172D746E}"/>
              </a:ext>
            </a:extLst>
          </p:cNvPr>
          <p:cNvSpPr>
            <a:spLocks noGrp="1"/>
          </p:cNvSpPr>
          <p:nvPr>
            <p:ph type="sldNum" sz="quarter" idx="5"/>
          </p:nvPr>
        </p:nvSpPr>
        <p:spPr/>
        <p:txBody>
          <a:bodyPr/>
          <a:lstStyle/>
          <a:p>
            <a:fld id="{CB92683C-E137-4D39-A656-E44BDF7083B3}" type="slidenum">
              <a:rPr lang="zh-CN" altLang="en-US" smtClean="0"/>
              <a:t>10</a:t>
            </a:fld>
            <a:endParaRPr lang="zh-CN" altLang="en-US"/>
          </a:p>
        </p:txBody>
      </p:sp>
    </p:spTree>
    <p:extLst>
      <p:ext uri="{BB962C8B-B14F-4D97-AF65-F5344CB8AC3E}">
        <p14:creationId xmlns:p14="http://schemas.microsoft.com/office/powerpoint/2010/main" val="22918326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ea typeface="等线"/>
              </a:rPr>
              <a:t>Looking ahead, our project</a:t>
            </a:r>
            <a:r>
              <a:rPr lang="zh-CN" altLang="en-US" b="1">
                <a:ea typeface="等线"/>
              </a:rPr>
              <a:t> </a:t>
            </a:r>
            <a:r>
              <a:rPr lang="zh-CN">
                <a:ea typeface="等线"/>
              </a:rPr>
              <a:t>is evolving into a complete diagnostic ecosystem. First, we will integrate </a:t>
            </a:r>
            <a:r>
              <a:rPr lang="zh-CN" b="1">
                <a:ea typeface="等线"/>
              </a:rPr>
              <a:t>Medical Imaging</a:t>
            </a:r>
            <a:r>
              <a:rPr lang="zh-CN">
                <a:ea typeface="等线"/>
              </a:rPr>
              <a:t>, using Computer Vision to detect synovitis and bone erosion that are invisible to the naked eye. Second, we are building a dedicated </a:t>
            </a:r>
            <a:r>
              <a:rPr lang="zh-CN" b="1">
                <a:ea typeface="等线"/>
              </a:rPr>
              <a:t>Doctor Page</a:t>
            </a:r>
            <a:r>
              <a:rPr lang="zh-CN">
                <a:ea typeface="等线"/>
              </a:rPr>
              <a:t> to provide clinicians with an efficient, data-driven overview of patient symptom patterns for faster diagnosis. Finally, we will continuously </a:t>
            </a:r>
            <a:r>
              <a:rPr lang="zh-CN" b="1">
                <a:ea typeface="等线"/>
              </a:rPr>
              <a:t>refine our predictive model</a:t>
            </a:r>
            <a:r>
              <a:rPr lang="zh-CN">
                <a:ea typeface="等线"/>
              </a:rPr>
              <a:t> by using real-world clinical outcomes to back-test and optimize our weighting system. By bridging the gap between home monitoring and clinical expertise</a:t>
            </a:r>
          </a:p>
        </p:txBody>
      </p:sp>
      <p:sp>
        <p:nvSpPr>
          <p:cNvPr id="4" name="灯片编号占位符 3"/>
          <p:cNvSpPr>
            <a:spLocks noGrp="1"/>
          </p:cNvSpPr>
          <p:nvPr>
            <p:ph type="sldNum" sz="quarter" idx="5"/>
          </p:nvPr>
        </p:nvSpPr>
        <p:spPr/>
        <p:txBody>
          <a:bodyPr/>
          <a:lstStyle/>
          <a:p>
            <a:fld id="{CB92683C-E137-4D39-A656-E44BDF7083B3}" type="slidenum">
              <a:rPr lang="zh-CN" altLang="en-US" smtClean="0"/>
              <a:t>11</a:t>
            </a:fld>
            <a:endParaRPr lang="zh-CN" altLang="en-US"/>
          </a:p>
        </p:txBody>
      </p:sp>
    </p:spTree>
    <p:extLst>
      <p:ext uri="{BB962C8B-B14F-4D97-AF65-F5344CB8AC3E}">
        <p14:creationId xmlns:p14="http://schemas.microsoft.com/office/powerpoint/2010/main" val="31249600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B92683C-E137-4D39-A656-E44BDF7083B3}" type="slidenum">
              <a:rPr lang="zh-CN" altLang="en-US" smtClean="0"/>
              <a:t>12</a:t>
            </a:fld>
            <a:endParaRPr lang="zh-CN" altLang="en-US"/>
          </a:p>
        </p:txBody>
      </p:sp>
      <p:pic>
        <p:nvPicPr>
          <p:cNvPr id="5" name="图片 4" descr="图形用户界面, 文本, 应用程序&#10;&#10;AI 生成的内容可能不正确。">
            <a:extLst>
              <a:ext uri="{FF2B5EF4-FFF2-40B4-BE49-F238E27FC236}">
                <a16:creationId xmlns:a16="http://schemas.microsoft.com/office/drawing/2014/main" id="{73B29DDA-79E6-3CB6-119E-715049857799}"/>
              </a:ext>
            </a:extLst>
          </p:cNvPr>
          <p:cNvPicPr>
            <a:picLocks noChangeAspect="1"/>
          </p:cNvPicPr>
          <p:nvPr/>
        </p:nvPicPr>
        <p:blipFill>
          <a:blip r:embed="rId3"/>
          <a:stretch>
            <a:fillRect/>
          </a:stretch>
        </p:blipFill>
        <p:spPr>
          <a:xfrm>
            <a:off x="419476" y="7376423"/>
            <a:ext cx="6019048" cy="1476190"/>
          </a:xfrm>
          <a:prstGeom prst="rect">
            <a:avLst/>
          </a:prstGeom>
        </p:spPr>
      </p:pic>
    </p:spTree>
    <p:extLst>
      <p:ext uri="{BB962C8B-B14F-4D97-AF65-F5344CB8AC3E}">
        <p14:creationId xmlns:p14="http://schemas.microsoft.com/office/powerpoint/2010/main" val="1402042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sp>
        <p:nvSpPr>
          <p:cNvPr id="4" name="Date Placeholder 3"/>
          <p:cNvSpPr>
            <a:spLocks noGrp="1"/>
          </p:cNvSpPr>
          <p:nvPr>
            <p:ph type="dt" sz="half" idx="10"/>
          </p:nvPr>
        </p:nvSpPr>
        <p:spPr/>
        <p:txBody>
          <a:bodyPr/>
          <a:lstStyle/>
          <a:p>
            <a:fld id="{06706EAB-7E38-413E-9191-7263DA2E0A5F}" type="datetimeFigureOut">
              <a:rPr lang="zh-CN" altLang="en-US" smtClean="0"/>
              <a:t>2026/3/6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472C617-C80D-42FC-B6D2-FCEB6F893825}" type="slidenum">
              <a:rPr lang="zh-CN" altLang="en-US" smtClean="0"/>
              <a:t>‹#›</a:t>
            </a:fld>
            <a:endParaRPr lang="zh-CN" altLang="en-US"/>
          </a:p>
        </p:txBody>
      </p:sp>
    </p:spTree>
    <p:extLst>
      <p:ext uri="{BB962C8B-B14F-4D97-AF65-F5344CB8AC3E}">
        <p14:creationId xmlns:p14="http://schemas.microsoft.com/office/powerpoint/2010/main" val="33799017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10"/>
          </p:nvPr>
        </p:nvSpPr>
        <p:spPr/>
        <p:txBody>
          <a:bodyPr/>
          <a:lstStyle/>
          <a:p>
            <a:fld id="{06706EAB-7E38-413E-9191-7263DA2E0A5F}" type="datetimeFigureOut">
              <a:rPr lang="zh-CN" altLang="en-US" smtClean="0"/>
              <a:t>2026/3/6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472C617-C80D-42FC-B6D2-FCEB6F893825}" type="slidenum">
              <a:rPr lang="zh-CN" altLang="en-US" smtClean="0"/>
              <a:t>‹#›</a:t>
            </a:fld>
            <a:endParaRPr lang="zh-CN" altLang="en-US"/>
          </a:p>
        </p:txBody>
      </p:sp>
    </p:spTree>
    <p:extLst>
      <p:ext uri="{BB962C8B-B14F-4D97-AF65-F5344CB8AC3E}">
        <p14:creationId xmlns:p14="http://schemas.microsoft.com/office/powerpoint/2010/main" val="406040411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06706EAB-7E38-413E-9191-7263DA2E0A5F}" type="datetimeFigureOut">
              <a:rPr lang="zh-CN" altLang="en-US" smtClean="0"/>
              <a:t>2026/3/6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472C617-C80D-42FC-B6D2-FCEB6F893825}" type="slidenum">
              <a:rPr lang="zh-CN" altLang="en-US" smtClean="0"/>
              <a:t>‹#›</a:t>
            </a:fld>
            <a:endParaRPr lang="zh-CN" altLang="en-US"/>
          </a:p>
        </p:txBody>
      </p:sp>
    </p:spTree>
    <p:extLst>
      <p:ext uri="{BB962C8B-B14F-4D97-AF65-F5344CB8AC3E}">
        <p14:creationId xmlns:p14="http://schemas.microsoft.com/office/powerpoint/2010/main" val="42701434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Date Placeholder 4"/>
          <p:cNvSpPr>
            <a:spLocks noGrp="1"/>
          </p:cNvSpPr>
          <p:nvPr>
            <p:ph type="dt" sz="half" idx="10"/>
          </p:nvPr>
        </p:nvSpPr>
        <p:spPr/>
        <p:txBody>
          <a:bodyPr/>
          <a:lstStyle/>
          <a:p>
            <a:fld id="{06706EAB-7E38-413E-9191-7263DA2E0A5F}" type="datetimeFigureOut">
              <a:rPr lang="zh-CN" altLang="en-US" smtClean="0"/>
              <a:t>2026/3/6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B472C617-C80D-42FC-B6D2-FCEB6F893825}" type="slidenum">
              <a:rPr lang="zh-CN" altLang="en-US" smtClean="0"/>
              <a:t>‹#›</a:t>
            </a:fld>
            <a:endParaRPr lang="zh-CN" altLang="en-US"/>
          </a:p>
        </p:txBody>
      </p:sp>
    </p:spTree>
    <p:extLst>
      <p:ext uri="{BB962C8B-B14F-4D97-AF65-F5344CB8AC3E}">
        <p14:creationId xmlns:p14="http://schemas.microsoft.com/office/powerpoint/2010/main" val="30357375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7" name="Date Placeholder 6"/>
          <p:cNvSpPr>
            <a:spLocks noGrp="1"/>
          </p:cNvSpPr>
          <p:nvPr>
            <p:ph type="dt" sz="half" idx="10"/>
          </p:nvPr>
        </p:nvSpPr>
        <p:spPr/>
        <p:txBody>
          <a:bodyPr/>
          <a:lstStyle/>
          <a:p>
            <a:fld id="{06706EAB-7E38-413E-9191-7263DA2E0A5F}" type="datetimeFigureOut">
              <a:rPr lang="zh-CN" altLang="en-US" smtClean="0"/>
              <a:t>2026/3/6</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B472C617-C80D-42FC-B6D2-FCEB6F893825}" type="slidenum">
              <a:rPr lang="zh-CN" altLang="en-US" smtClean="0"/>
              <a:t>‹#›</a:t>
            </a:fld>
            <a:endParaRPr lang="zh-CN" altLang="en-US"/>
          </a:p>
        </p:txBody>
      </p:sp>
    </p:spTree>
    <p:extLst>
      <p:ext uri="{BB962C8B-B14F-4D97-AF65-F5344CB8AC3E}">
        <p14:creationId xmlns:p14="http://schemas.microsoft.com/office/powerpoint/2010/main" val="40043151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Date Placeholder 2"/>
          <p:cNvSpPr>
            <a:spLocks noGrp="1"/>
          </p:cNvSpPr>
          <p:nvPr>
            <p:ph type="dt" sz="half" idx="10"/>
          </p:nvPr>
        </p:nvSpPr>
        <p:spPr/>
        <p:txBody>
          <a:bodyPr/>
          <a:lstStyle/>
          <a:p>
            <a:fld id="{06706EAB-7E38-413E-9191-7263DA2E0A5F}" type="datetimeFigureOut">
              <a:rPr lang="zh-CN" altLang="en-US" smtClean="0"/>
              <a:t>2026/3/6</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B472C617-C80D-42FC-B6D2-FCEB6F893825}" type="slidenum">
              <a:rPr lang="zh-CN" altLang="en-US" smtClean="0"/>
              <a:t>‹#›</a:t>
            </a:fld>
            <a:endParaRPr lang="zh-CN" altLang="en-US"/>
          </a:p>
        </p:txBody>
      </p:sp>
    </p:spTree>
    <p:extLst>
      <p:ext uri="{BB962C8B-B14F-4D97-AF65-F5344CB8AC3E}">
        <p14:creationId xmlns:p14="http://schemas.microsoft.com/office/powerpoint/2010/main" val="17658115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6706EAB-7E38-413E-9191-7263DA2E0A5F}" type="datetimeFigureOut">
              <a:rPr lang="zh-CN" altLang="en-US" smtClean="0"/>
              <a:t>2026/3/6</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B472C617-C80D-42FC-B6D2-FCEB6F893825}" type="slidenum">
              <a:rPr lang="zh-CN" altLang="en-US" smtClean="0"/>
              <a:t>‹#›</a:t>
            </a:fld>
            <a:endParaRPr lang="zh-CN" altLang="en-US"/>
          </a:p>
        </p:txBody>
      </p:sp>
      <p:sp>
        <p:nvSpPr>
          <p:cNvPr id="5" name="文本框 4">
            <a:extLst>
              <a:ext uri="{FF2B5EF4-FFF2-40B4-BE49-F238E27FC236}">
                <a16:creationId xmlns:a16="http://schemas.microsoft.com/office/drawing/2014/main" id="{C201C54C-F06D-8E0D-E389-1F41FF9629F3}"/>
              </a:ext>
            </a:extLst>
          </p:cNvPr>
          <p:cNvSpPr txBox="1"/>
          <p:nvPr userDrawn="1"/>
        </p:nvSpPr>
        <p:spPr>
          <a:xfrm>
            <a:off x="800100" y="5334685"/>
            <a:ext cx="6096000" cy="646331"/>
          </a:xfrm>
          <a:prstGeom prst="rect">
            <a:avLst/>
          </a:prstGeom>
          <a:noFill/>
        </p:spPr>
        <p:txBody>
          <a:bodyPr wrap="square">
            <a:spAutoFit/>
          </a:bodyPr>
          <a:lstStyle/>
          <a:p>
            <a:r>
              <a:rPr lang="zh-CN" altLang="en-US">
                <a:solidFill>
                  <a:schemeClr val="bg1">
                    <a:lumMod val="95000"/>
                  </a:schemeClr>
                </a:solidFill>
              </a:rPr>
              <a:t>51PPT模板网，幻灯片演示模板及素材免费下载！</a:t>
            </a:r>
          </a:p>
          <a:p>
            <a:r>
              <a:rPr lang="zh-CN" altLang="en-US">
                <a:solidFill>
                  <a:schemeClr val="bg1">
                    <a:lumMod val="95000"/>
                  </a:schemeClr>
                </a:solidFill>
              </a:rPr>
              <a:t>51PPT模板网 唯一访问网址：www.51pptmoban.com</a:t>
            </a:r>
          </a:p>
        </p:txBody>
      </p:sp>
    </p:spTree>
    <p:extLst>
      <p:ext uri="{BB962C8B-B14F-4D97-AF65-F5344CB8AC3E}">
        <p14:creationId xmlns:p14="http://schemas.microsoft.com/office/powerpoint/2010/main" val="26667126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06706EAB-7E38-413E-9191-7263DA2E0A5F}" type="datetimeFigureOut">
              <a:rPr lang="zh-CN" altLang="en-US" smtClean="0"/>
              <a:t>2026/3/6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B472C617-C80D-42FC-B6D2-FCEB6F893825}" type="slidenum">
              <a:rPr lang="zh-CN" altLang="en-US" smtClean="0"/>
              <a:t>‹#›</a:t>
            </a:fld>
            <a:endParaRPr lang="zh-CN" altLang="en-US"/>
          </a:p>
        </p:txBody>
      </p:sp>
    </p:spTree>
    <p:extLst>
      <p:ext uri="{BB962C8B-B14F-4D97-AF65-F5344CB8AC3E}">
        <p14:creationId xmlns:p14="http://schemas.microsoft.com/office/powerpoint/2010/main" val="33337066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06706EAB-7E38-413E-9191-7263DA2E0A5F}" type="datetimeFigureOut">
              <a:rPr lang="zh-CN" altLang="en-US" smtClean="0"/>
              <a:t>2026/3/6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B472C617-C80D-42FC-B6D2-FCEB6F893825}" type="slidenum">
              <a:rPr lang="zh-CN" altLang="en-US" smtClean="0"/>
              <a:t>‹#›</a:t>
            </a:fld>
            <a:endParaRPr lang="zh-CN" altLang="en-US"/>
          </a:p>
        </p:txBody>
      </p:sp>
    </p:spTree>
    <p:extLst>
      <p:ext uri="{BB962C8B-B14F-4D97-AF65-F5344CB8AC3E}">
        <p14:creationId xmlns:p14="http://schemas.microsoft.com/office/powerpoint/2010/main" val="27171952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10"/>
          </p:nvPr>
        </p:nvSpPr>
        <p:spPr/>
        <p:txBody>
          <a:bodyPr/>
          <a:lstStyle/>
          <a:p>
            <a:fld id="{06706EAB-7E38-413E-9191-7263DA2E0A5F}" type="datetimeFigureOut">
              <a:rPr lang="zh-CN" altLang="en-US" smtClean="0"/>
              <a:t>2026/3/6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472C617-C80D-42FC-B6D2-FCEB6F893825}" type="slidenum">
              <a:rPr lang="zh-CN" altLang="en-US" smtClean="0"/>
              <a:t>‹#›</a:t>
            </a:fld>
            <a:endParaRPr lang="zh-CN" altLang="en-US"/>
          </a:p>
        </p:txBody>
      </p:sp>
    </p:spTree>
    <p:extLst>
      <p:ext uri="{BB962C8B-B14F-4D97-AF65-F5344CB8AC3E}">
        <p14:creationId xmlns:p14="http://schemas.microsoft.com/office/powerpoint/2010/main" val="33465421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10"/>
          </p:nvPr>
        </p:nvSpPr>
        <p:spPr/>
        <p:txBody>
          <a:bodyPr/>
          <a:lstStyle/>
          <a:p>
            <a:fld id="{06706EAB-7E38-413E-9191-7263DA2E0A5F}" type="datetimeFigureOut">
              <a:rPr lang="zh-CN" altLang="en-US" smtClean="0"/>
              <a:t>2026/3/6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472C617-C80D-42FC-B6D2-FCEB6F893825}" type="slidenum">
              <a:rPr lang="zh-CN" altLang="en-US" smtClean="0"/>
              <a:t>‹#›</a:t>
            </a:fld>
            <a:endParaRPr lang="zh-CN" altLang="en-US"/>
          </a:p>
        </p:txBody>
      </p:sp>
    </p:spTree>
    <p:extLst>
      <p:ext uri="{BB962C8B-B14F-4D97-AF65-F5344CB8AC3E}">
        <p14:creationId xmlns:p14="http://schemas.microsoft.com/office/powerpoint/2010/main" val="39074305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
        <p:nvSpPr>
          <p:cNvPr id="474" name="任意多边形: 形状 473">
            <a:extLst>
              <a:ext uri="{FF2B5EF4-FFF2-40B4-BE49-F238E27FC236}">
                <a16:creationId xmlns:a16="http://schemas.microsoft.com/office/drawing/2014/main" id="{547C766F-3442-54CD-5E93-7071F050B10D}"/>
              </a:ext>
            </a:extLst>
          </p:cNvPr>
          <p:cNvSpPr/>
          <p:nvPr userDrawn="1"/>
        </p:nvSpPr>
        <p:spPr>
          <a:xfrm>
            <a:off x="0" y="0"/>
            <a:ext cx="5132835" cy="2341735"/>
          </a:xfrm>
          <a:custGeom>
            <a:avLst/>
            <a:gdLst>
              <a:gd name="connsiteX0" fmla="*/ 0 w 1366405"/>
              <a:gd name="connsiteY0" fmla="*/ 0 h 623390"/>
              <a:gd name="connsiteX1" fmla="*/ 0 w 1366405"/>
              <a:gd name="connsiteY1" fmla="*/ 603607 h 623390"/>
              <a:gd name="connsiteX2" fmla="*/ 170867 w 1366405"/>
              <a:gd name="connsiteY2" fmla="*/ 591400 h 623390"/>
              <a:gd name="connsiteX3" fmla="*/ 334094 w 1366405"/>
              <a:gd name="connsiteY3" fmla="*/ 617357 h 623390"/>
              <a:gd name="connsiteX4" fmla="*/ 400007 w 1366405"/>
              <a:gd name="connsiteY4" fmla="*/ 550012 h 623390"/>
              <a:gd name="connsiteX5" fmla="*/ 430528 w 1366405"/>
              <a:gd name="connsiteY5" fmla="*/ 461029 h 623390"/>
              <a:gd name="connsiteX6" fmla="*/ 731683 w 1366405"/>
              <a:gd name="connsiteY6" fmla="*/ 256935 h 623390"/>
              <a:gd name="connsiteX7" fmla="*/ 925316 w 1366405"/>
              <a:gd name="connsiteY7" fmla="*/ 281247 h 623390"/>
              <a:gd name="connsiteX8" fmla="*/ 1117659 w 1366405"/>
              <a:gd name="connsiteY8" fmla="*/ 269177 h 623390"/>
              <a:gd name="connsiteX9" fmla="*/ 1246589 w 1366405"/>
              <a:gd name="connsiteY9" fmla="*/ 151630 h 623390"/>
              <a:gd name="connsiteX10" fmla="*/ 1351739 w 1366405"/>
              <a:gd name="connsiteY10" fmla="*/ 12893 h 623390"/>
              <a:gd name="connsiteX11" fmla="*/ 1366405 w 1366405"/>
              <a:gd name="connsiteY11" fmla="*/ 0 h 623390"/>
              <a:gd name="connsiteX12" fmla="*/ 0 w 1366405"/>
              <a:gd name="connsiteY12" fmla="*/ 0 h 623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66405" h="623390">
                <a:moveTo>
                  <a:pt x="0" y="0"/>
                </a:moveTo>
                <a:lnTo>
                  <a:pt x="0" y="603607"/>
                </a:lnTo>
                <a:cubicBezTo>
                  <a:pt x="53414" y="582038"/>
                  <a:pt x="114683" y="576861"/>
                  <a:pt x="170867" y="591400"/>
                </a:cubicBezTo>
                <a:cubicBezTo>
                  <a:pt x="225230" y="605459"/>
                  <a:pt x="281538" y="636422"/>
                  <a:pt x="334094" y="617357"/>
                </a:cubicBezTo>
                <a:cubicBezTo>
                  <a:pt x="365370" y="605973"/>
                  <a:pt x="386922" y="578678"/>
                  <a:pt x="400007" y="550012"/>
                </a:cubicBezTo>
                <a:cubicBezTo>
                  <a:pt x="413092" y="521311"/>
                  <a:pt x="419384" y="490381"/>
                  <a:pt x="430528" y="461029"/>
                </a:cubicBezTo>
                <a:cubicBezTo>
                  <a:pt x="474378" y="345437"/>
                  <a:pt x="599574" y="260570"/>
                  <a:pt x="731683" y="256935"/>
                </a:cubicBezTo>
                <a:cubicBezTo>
                  <a:pt x="796920" y="255152"/>
                  <a:pt x="860947" y="271234"/>
                  <a:pt x="925316" y="281247"/>
                </a:cubicBezTo>
                <a:cubicBezTo>
                  <a:pt x="989685" y="291225"/>
                  <a:pt x="1058460" y="294654"/>
                  <a:pt x="1117659" y="269177"/>
                </a:cubicBezTo>
                <a:cubicBezTo>
                  <a:pt x="1173061" y="245311"/>
                  <a:pt x="1213225" y="199088"/>
                  <a:pt x="1246589" y="151630"/>
                </a:cubicBezTo>
                <a:cubicBezTo>
                  <a:pt x="1279953" y="104207"/>
                  <a:pt x="1309089" y="53458"/>
                  <a:pt x="1351739" y="12893"/>
                </a:cubicBezTo>
                <a:cubicBezTo>
                  <a:pt x="1356420" y="8470"/>
                  <a:pt x="1361323" y="4149"/>
                  <a:pt x="1366405" y="0"/>
                </a:cubicBezTo>
                <a:lnTo>
                  <a:pt x="0" y="0"/>
                </a:lnTo>
                <a:close/>
              </a:path>
            </a:pathLst>
          </a:custGeom>
          <a:solidFill>
            <a:srgbClr val="CB4776"/>
          </a:solidFill>
          <a:ln w="342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8" name="任意多边形: 形状 17">
            <a:extLst>
              <a:ext uri="{FF2B5EF4-FFF2-40B4-BE49-F238E27FC236}">
                <a16:creationId xmlns:a16="http://schemas.microsoft.com/office/drawing/2014/main" id="{944492BB-399C-034D-FFB7-C4F8BAC56091}"/>
              </a:ext>
            </a:extLst>
          </p:cNvPr>
          <p:cNvSpPr/>
          <p:nvPr userDrawn="1"/>
        </p:nvSpPr>
        <p:spPr>
          <a:xfrm rot="10800000" flipH="1">
            <a:off x="8913999" y="5234828"/>
            <a:ext cx="3285782" cy="1623224"/>
          </a:xfrm>
          <a:custGeom>
            <a:avLst/>
            <a:gdLst>
              <a:gd name="connsiteX0" fmla="*/ 2570 w 3465571"/>
              <a:gd name="connsiteY0" fmla="*/ 0 h 1646110"/>
              <a:gd name="connsiteX1" fmla="*/ 3465571 w 3465571"/>
              <a:gd name="connsiteY1" fmla="*/ 0 h 1646110"/>
              <a:gd name="connsiteX2" fmla="*/ 3465571 w 3465571"/>
              <a:gd name="connsiteY2" fmla="*/ 1119665 h 1646110"/>
              <a:gd name="connsiteX3" fmla="*/ 3421671 w 3465571"/>
              <a:gd name="connsiteY3" fmla="*/ 1145755 h 1646110"/>
              <a:gd name="connsiteX4" fmla="*/ 2869468 w 3465571"/>
              <a:gd name="connsiteY4" fmla="*/ 1116643 h 1646110"/>
              <a:gd name="connsiteX5" fmla="*/ 2331176 w 3465571"/>
              <a:gd name="connsiteY5" fmla="*/ 947388 h 1646110"/>
              <a:gd name="connsiteX6" fmla="*/ 1570728 w 3465571"/>
              <a:gd name="connsiteY6" fmla="*/ 1248802 h 1646110"/>
              <a:gd name="connsiteX7" fmla="*/ 845665 w 3465571"/>
              <a:gd name="connsiteY7" fmla="*/ 1638320 h 1646110"/>
              <a:gd name="connsiteX8" fmla="*/ 219355 w 3465571"/>
              <a:gd name="connsiteY8" fmla="*/ 1260395 h 1646110"/>
              <a:gd name="connsiteX9" fmla="*/ 298136 w 3465571"/>
              <a:gd name="connsiteY9" fmla="*/ 873322 h 1646110"/>
              <a:gd name="connsiteX10" fmla="*/ 64026 w 3465571"/>
              <a:gd name="connsiteY10" fmla="*/ 308367 h 1646110"/>
              <a:gd name="connsiteX11" fmla="*/ 2570 w 3465571"/>
              <a:gd name="connsiteY11" fmla="*/ 0 h 164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465571" h="1646110">
                <a:moveTo>
                  <a:pt x="2570" y="0"/>
                </a:moveTo>
                <a:lnTo>
                  <a:pt x="3465571" y="0"/>
                </a:lnTo>
                <a:lnTo>
                  <a:pt x="3465571" y="1119665"/>
                </a:lnTo>
                <a:lnTo>
                  <a:pt x="3421671" y="1145755"/>
                </a:lnTo>
                <a:cubicBezTo>
                  <a:pt x="3252108" y="1226515"/>
                  <a:pt x="3045796" y="1183496"/>
                  <a:pt x="2869468" y="1116643"/>
                </a:cubicBezTo>
                <a:cubicBezTo>
                  <a:pt x="2693155" y="1049662"/>
                  <a:pt x="2521053" y="959368"/>
                  <a:pt x="2331176" y="947388"/>
                </a:cubicBezTo>
                <a:cubicBezTo>
                  <a:pt x="2049934" y="929613"/>
                  <a:pt x="1792651" y="1086373"/>
                  <a:pt x="1570728" y="1248802"/>
                </a:cubicBezTo>
                <a:cubicBezTo>
                  <a:pt x="1348804" y="1411228"/>
                  <a:pt x="1123248" y="1592461"/>
                  <a:pt x="845665" y="1638320"/>
                </a:cubicBezTo>
                <a:cubicBezTo>
                  <a:pt x="568082" y="1684175"/>
                  <a:pt x="229212" y="1523681"/>
                  <a:pt x="219355" y="1260395"/>
                </a:cubicBezTo>
                <a:cubicBezTo>
                  <a:pt x="214423" y="1128622"/>
                  <a:pt x="290769" y="1004967"/>
                  <a:pt x="298136" y="873322"/>
                </a:cubicBezTo>
                <a:cubicBezTo>
                  <a:pt x="309563" y="668904"/>
                  <a:pt x="158084" y="493211"/>
                  <a:pt x="64026" y="308367"/>
                </a:cubicBezTo>
                <a:cubicBezTo>
                  <a:pt x="16999" y="216011"/>
                  <a:pt x="-8507" y="101890"/>
                  <a:pt x="2570" y="0"/>
                </a:cubicBezTo>
                <a:close/>
              </a:path>
            </a:pathLst>
          </a:custGeom>
          <a:solidFill>
            <a:srgbClr val="FEB112"/>
          </a:solidFill>
          <a:ln w="342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grpSp>
        <p:nvGrpSpPr>
          <p:cNvPr id="480" name="图形 4">
            <a:extLst>
              <a:ext uri="{FF2B5EF4-FFF2-40B4-BE49-F238E27FC236}">
                <a16:creationId xmlns:a16="http://schemas.microsoft.com/office/drawing/2014/main" id="{C5312FFC-5B04-1E10-47DD-7DFB9375077C}"/>
              </a:ext>
            </a:extLst>
          </p:cNvPr>
          <p:cNvGrpSpPr/>
          <p:nvPr userDrawn="1"/>
        </p:nvGrpSpPr>
        <p:grpSpPr>
          <a:xfrm>
            <a:off x="9481180" y="5554026"/>
            <a:ext cx="2239371" cy="1306197"/>
            <a:chOff x="5112412" y="6009582"/>
            <a:chExt cx="753856" cy="439715"/>
          </a:xfrm>
          <a:solidFill>
            <a:schemeClr val="bg1"/>
          </a:solidFill>
        </p:grpSpPr>
        <p:sp>
          <p:nvSpPr>
            <p:cNvPr id="481" name="任意多边形: 形状 480">
              <a:extLst>
                <a:ext uri="{FF2B5EF4-FFF2-40B4-BE49-F238E27FC236}">
                  <a16:creationId xmlns:a16="http://schemas.microsoft.com/office/drawing/2014/main" id="{1939229A-9C83-0AD5-8A83-81E4019BC90C}"/>
                </a:ext>
              </a:extLst>
            </p:cNvPr>
            <p:cNvSpPr/>
            <p:nvPr/>
          </p:nvSpPr>
          <p:spPr>
            <a:xfrm>
              <a:off x="5282476" y="6009582"/>
              <a:ext cx="460365" cy="439715"/>
            </a:xfrm>
            <a:custGeom>
              <a:avLst/>
              <a:gdLst>
                <a:gd name="connsiteX0" fmla="*/ 149422 w 460365"/>
                <a:gd name="connsiteY0" fmla="*/ 417427 h 439715"/>
                <a:gd name="connsiteX1" fmla="*/ 167249 w 460365"/>
                <a:gd name="connsiteY1" fmla="*/ 439715 h 439715"/>
                <a:gd name="connsiteX2" fmla="*/ 178771 w 460365"/>
                <a:gd name="connsiteY2" fmla="*/ 439715 h 439715"/>
                <a:gd name="connsiteX3" fmla="*/ 102993 w 460365"/>
                <a:gd name="connsiteY3" fmla="*/ 331290 h 439715"/>
                <a:gd name="connsiteX4" fmla="*/ 24455 w 460365"/>
                <a:gd name="connsiteY4" fmla="*/ 126819 h 439715"/>
                <a:gd name="connsiteX5" fmla="*/ 9261 w 460365"/>
                <a:gd name="connsiteY5" fmla="*/ 12393 h 439715"/>
                <a:gd name="connsiteX6" fmla="*/ 162534 w 460365"/>
                <a:gd name="connsiteY6" fmla="*/ 155999 h 439715"/>
                <a:gd name="connsiteX7" fmla="*/ 243593 w 460365"/>
                <a:gd name="connsiteY7" fmla="*/ 374770 h 439715"/>
                <a:gd name="connsiteX8" fmla="*/ 246380 w 460365"/>
                <a:gd name="connsiteY8" fmla="*/ 439715 h 439715"/>
                <a:gd name="connsiteX9" fmla="*/ 260758 w 460365"/>
                <a:gd name="connsiteY9" fmla="*/ 439715 h 439715"/>
                <a:gd name="connsiteX10" fmla="*/ 297956 w 460365"/>
                <a:gd name="connsiteY10" fmla="*/ 324672 h 439715"/>
                <a:gd name="connsiteX11" fmla="*/ 362689 w 460365"/>
                <a:gd name="connsiteY11" fmla="*/ 188267 h 439715"/>
                <a:gd name="connsiteX12" fmla="*/ 407674 w 460365"/>
                <a:gd name="connsiteY12" fmla="*/ 115777 h 439715"/>
                <a:gd name="connsiteX13" fmla="*/ 400017 w 460365"/>
                <a:gd name="connsiteY13" fmla="*/ 111320 h 439715"/>
                <a:gd name="connsiteX14" fmla="*/ 323937 w 460365"/>
                <a:gd name="connsiteY14" fmla="*/ 243062 h 439715"/>
                <a:gd name="connsiteX15" fmla="*/ 267740 w 460365"/>
                <a:gd name="connsiteY15" fmla="*/ 383582 h 439715"/>
                <a:gd name="connsiteX16" fmla="*/ 255340 w 460365"/>
                <a:gd name="connsiteY16" fmla="*/ 425416 h 439715"/>
                <a:gd name="connsiteX17" fmla="*/ 249847 w 460365"/>
                <a:gd name="connsiteY17" fmla="*/ 354984 h 439715"/>
                <a:gd name="connsiteX18" fmla="*/ 250625 w 460365"/>
                <a:gd name="connsiteY18" fmla="*/ 352893 h 439715"/>
                <a:gd name="connsiteX19" fmla="*/ 293978 w 460365"/>
                <a:gd name="connsiteY19" fmla="*/ 203869 h 439715"/>
                <a:gd name="connsiteX20" fmla="*/ 383880 w 460365"/>
                <a:gd name="connsiteY20" fmla="*/ 77167 h 439715"/>
                <a:gd name="connsiteX21" fmla="*/ 445873 w 460365"/>
                <a:gd name="connsiteY21" fmla="*/ 25252 h 439715"/>
                <a:gd name="connsiteX22" fmla="*/ 450368 w 460365"/>
                <a:gd name="connsiteY22" fmla="*/ 133334 h 439715"/>
                <a:gd name="connsiteX23" fmla="*/ 429983 w 460365"/>
                <a:gd name="connsiteY23" fmla="*/ 246217 h 439715"/>
                <a:gd name="connsiteX24" fmla="*/ 385937 w 460365"/>
                <a:gd name="connsiteY24" fmla="*/ 352413 h 439715"/>
                <a:gd name="connsiteX25" fmla="*/ 326300 w 460365"/>
                <a:gd name="connsiteY25" fmla="*/ 439715 h 439715"/>
                <a:gd name="connsiteX26" fmla="*/ 337818 w 460365"/>
                <a:gd name="connsiteY26" fmla="*/ 439715 h 439715"/>
                <a:gd name="connsiteX27" fmla="*/ 386355 w 460365"/>
                <a:gd name="connsiteY27" fmla="*/ 369729 h 439715"/>
                <a:gd name="connsiteX28" fmla="*/ 434169 w 460365"/>
                <a:gd name="connsiteY28" fmla="*/ 262676 h 439715"/>
                <a:gd name="connsiteX29" fmla="*/ 458032 w 460365"/>
                <a:gd name="connsiteY29" fmla="*/ 147976 h 439715"/>
                <a:gd name="connsiteX30" fmla="*/ 455673 w 460365"/>
                <a:gd name="connsiteY30" fmla="*/ 30978 h 439715"/>
                <a:gd name="connsiteX31" fmla="*/ 453430 w 460365"/>
                <a:gd name="connsiteY31" fmla="*/ 16405 h 439715"/>
                <a:gd name="connsiteX32" fmla="*/ 446918 w 460365"/>
                <a:gd name="connsiteY32" fmla="*/ 13765 h 439715"/>
                <a:gd name="connsiteX33" fmla="*/ 332369 w 460365"/>
                <a:gd name="connsiteY33" fmla="*/ 123527 h 439715"/>
                <a:gd name="connsiteX34" fmla="*/ 260185 w 460365"/>
                <a:gd name="connsiteY34" fmla="*/ 264939 h 439715"/>
                <a:gd name="connsiteX35" fmla="*/ 245136 w 460365"/>
                <a:gd name="connsiteY35" fmla="*/ 328341 h 439715"/>
                <a:gd name="connsiteX36" fmla="*/ 228423 w 460365"/>
                <a:gd name="connsiteY36" fmla="*/ 267339 h 439715"/>
                <a:gd name="connsiteX37" fmla="*/ 106806 w 460365"/>
                <a:gd name="connsiteY37" fmla="*/ 76070 h 439715"/>
                <a:gd name="connsiteX38" fmla="*/ 6673 w 460365"/>
                <a:gd name="connsiteY38" fmla="*/ 563 h 439715"/>
                <a:gd name="connsiteX39" fmla="*/ 3 w 460365"/>
                <a:gd name="connsiteY39" fmla="*/ 4404 h 439715"/>
                <a:gd name="connsiteX40" fmla="*/ 43037 w 460365"/>
                <a:gd name="connsiteY40" fmla="*/ 222659 h 439715"/>
                <a:gd name="connsiteX41" fmla="*/ 149422 w 460365"/>
                <a:gd name="connsiteY41" fmla="*/ 417427 h 439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460365" h="439715">
                  <a:moveTo>
                    <a:pt x="149422" y="417427"/>
                  </a:moveTo>
                  <a:cubicBezTo>
                    <a:pt x="155203" y="425005"/>
                    <a:pt x="161176" y="432412"/>
                    <a:pt x="167249" y="439715"/>
                  </a:cubicBezTo>
                  <a:lnTo>
                    <a:pt x="178771" y="439715"/>
                  </a:lnTo>
                  <a:cubicBezTo>
                    <a:pt x="150252" y="406042"/>
                    <a:pt x="124860" y="369695"/>
                    <a:pt x="102993" y="331290"/>
                  </a:cubicBezTo>
                  <a:cubicBezTo>
                    <a:pt x="66721" y="267579"/>
                    <a:pt x="40098" y="198451"/>
                    <a:pt x="24455" y="126819"/>
                  </a:cubicBezTo>
                  <a:cubicBezTo>
                    <a:pt x="16233" y="89134"/>
                    <a:pt x="11161" y="50867"/>
                    <a:pt x="9261" y="12393"/>
                  </a:cubicBezTo>
                  <a:cubicBezTo>
                    <a:pt x="69992" y="48397"/>
                    <a:pt x="122655" y="97741"/>
                    <a:pt x="162534" y="155999"/>
                  </a:cubicBezTo>
                  <a:cubicBezTo>
                    <a:pt x="206978" y="220945"/>
                    <a:pt x="234910" y="296555"/>
                    <a:pt x="243593" y="374770"/>
                  </a:cubicBezTo>
                  <a:cubicBezTo>
                    <a:pt x="245986" y="396338"/>
                    <a:pt x="246871" y="418044"/>
                    <a:pt x="246380" y="439715"/>
                  </a:cubicBezTo>
                  <a:lnTo>
                    <a:pt x="260758" y="439715"/>
                  </a:lnTo>
                  <a:cubicBezTo>
                    <a:pt x="270963" y="400727"/>
                    <a:pt x="283341" y="362288"/>
                    <a:pt x="297956" y="324672"/>
                  </a:cubicBezTo>
                  <a:cubicBezTo>
                    <a:pt x="316205" y="277729"/>
                    <a:pt x="337886" y="232124"/>
                    <a:pt x="362689" y="188267"/>
                  </a:cubicBezTo>
                  <a:cubicBezTo>
                    <a:pt x="376693" y="163509"/>
                    <a:pt x="391715" y="139335"/>
                    <a:pt x="407674" y="115777"/>
                  </a:cubicBezTo>
                  <a:cubicBezTo>
                    <a:pt x="410883" y="111045"/>
                    <a:pt x="403206" y="106622"/>
                    <a:pt x="400017" y="111320"/>
                  </a:cubicBezTo>
                  <a:cubicBezTo>
                    <a:pt x="371535" y="153325"/>
                    <a:pt x="346082" y="197388"/>
                    <a:pt x="323937" y="243062"/>
                  </a:cubicBezTo>
                  <a:cubicBezTo>
                    <a:pt x="301920" y="288496"/>
                    <a:pt x="283098" y="335474"/>
                    <a:pt x="267740" y="383582"/>
                  </a:cubicBezTo>
                  <a:cubicBezTo>
                    <a:pt x="263313" y="397436"/>
                    <a:pt x="259184" y="411392"/>
                    <a:pt x="255340" y="425416"/>
                  </a:cubicBezTo>
                  <a:cubicBezTo>
                    <a:pt x="255172" y="401859"/>
                    <a:pt x="253341" y="378302"/>
                    <a:pt x="249847" y="354984"/>
                  </a:cubicBezTo>
                  <a:cubicBezTo>
                    <a:pt x="250245" y="354402"/>
                    <a:pt x="250533" y="353716"/>
                    <a:pt x="250625" y="352893"/>
                  </a:cubicBezTo>
                  <a:cubicBezTo>
                    <a:pt x="256304" y="301218"/>
                    <a:pt x="271261" y="250572"/>
                    <a:pt x="293978" y="203869"/>
                  </a:cubicBezTo>
                  <a:cubicBezTo>
                    <a:pt x="316740" y="157063"/>
                    <a:pt x="347135" y="114029"/>
                    <a:pt x="383880" y="77167"/>
                  </a:cubicBezTo>
                  <a:cubicBezTo>
                    <a:pt x="402945" y="58033"/>
                    <a:pt x="423694" y="40648"/>
                    <a:pt x="445873" y="25252"/>
                  </a:cubicBezTo>
                  <a:cubicBezTo>
                    <a:pt x="451380" y="60948"/>
                    <a:pt x="452806" y="97261"/>
                    <a:pt x="450368" y="133334"/>
                  </a:cubicBezTo>
                  <a:cubicBezTo>
                    <a:pt x="447783" y="171567"/>
                    <a:pt x="440822" y="209458"/>
                    <a:pt x="429983" y="246217"/>
                  </a:cubicBezTo>
                  <a:cubicBezTo>
                    <a:pt x="419119" y="283044"/>
                    <a:pt x="404337" y="318706"/>
                    <a:pt x="385937" y="352413"/>
                  </a:cubicBezTo>
                  <a:cubicBezTo>
                    <a:pt x="369018" y="383411"/>
                    <a:pt x="349038" y="412729"/>
                    <a:pt x="326300" y="439715"/>
                  </a:cubicBezTo>
                  <a:lnTo>
                    <a:pt x="337818" y="439715"/>
                  </a:lnTo>
                  <a:cubicBezTo>
                    <a:pt x="355806" y="417701"/>
                    <a:pt x="372070" y="394281"/>
                    <a:pt x="386355" y="369729"/>
                  </a:cubicBezTo>
                  <a:cubicBezTo>
                    <a:pt x="406034" y="335885"/>
                    <a:pt x="422082" y="299881"/>
                    <a:pt x="434169" y="262676"/>
                  </a:cubicBezTo>
                  <a:cubicBezTo>
                    <a:pt x="446250" y="225437"/>
                    <a:pt x="454281" y="186929"/>
                    <a:pt x="458032" y="147976"/>
                  </a:cubicBezTo>
                  <a:cubicBezTo>
                    <a:pt x="461783" y="109022"/>
                    <a:pt x="461022" y="69760"/>
                    <a:pt x="455673" y="30978"/>
                  </a:cubicBezTo>
                  <a:cubicBezTo>
                    <a:pt x="455001" y="26109"/>
                    <a:pt x="454246" y="21274"/>
                    <a:pt x="453430" y="16405"/>
                  </a:cubicBezTo>
                  <a:cubicBezTo>
                    <a:pt x="452967" y="13662"/>
                    <a:pt x="449130" y="12290"/>
                    <a:pt x="446918" y="13765"/>
                  </a:cubicBezTo>
                  <a:cubicBezTo>
                    <a:pt x="402732" y="43460"/>
                    <a:pt x="364081" y="80802"/>
                    <a:pt x="332369" y="123527"/>
                  </a:cubicBezTo>
                  <a:cubicBezTo>
                    <a:pt x="300696" y="166218"/>
                    <a:pt x="276144" y="214224"/>
                    <a:pt x="260185" y="264939"/>
                  </a:cubicBezTo>
                  <a:cubicBezTo>
                    <a:pt x="253653" y="285685"/>
                    <a:pt x="248654" y="306876"/>
                    <a:pt x="245136" y="328341"/>
                  </a:cubicBezTo>
                  <a:cubicBezTo>
                    <a:pt x="240880" y="307665"/>
                    <a:pt x="235308" y="287296"/>
                    <a:pt x="228423" y="267339"/>
                  </a:cubicBezTo>
                  <a:cubicBezTo>
                    <a:pt x="203514" y="195159"/>
                    <a:pt x="161441" y="129357"/>
                    <a:pt x="106806" y="76070"/>
                  </a:cubicBezTo>
                  <a:cubicBezTo>
                    <a:pt x="76809" y="46786"/>
                    <a:pt x="43089" y="21343"/>
                    <a:pt x="6673" y="563"/>
                  </a:cubicBezTo>
                  <a:cubicBezTo>
                    <a:pt x="3847" y="-1048"/>
                    <a:pt x="-127" y="975"/>
                    <a:pt x="3" y="4404"/>
                  </a:cubicBezTo>
                  <a:cubicBezTo>
                    <a:pt x="2822" y="78813"/>
                    <a:pt x="17553" y="152708"/>
                    <a:pt x="43037" y="222659"/>
                  </a:cubicBezTo>
                  <a:cubicBezTo>
                    <a:pt x="68456" y="292440"/>
                    <a:pt x="104310" y="358413"/>
                    <a:pt x="149422" y="417427"/>
                  </a:cubicBezTo>
                  <a:close/>
                </a:path>
              </a:pathLst>
            </a:custGeom>
            <a:grpFill/>
            <a:ln w="3429" cap="flat">
              <a:noFill/>
              <a:prstDash val="solid"/>
              <a:miter/>
            </a:ln>
          </p:spPr>
          <p:txBody>
            <a:bodyPr rtlCol="0" anchor="ctr"/>
            <a:lstStyle/>
            <a:p>
              <a:endParaRPr lang="zh-CN" altLang="en-US"/>
            </a:p>
          </p:txBody>
        </p:sp>
        <p:sp>
          <p:nvSpPr>
            <p:cNvPr id="482" name="任意多边形: 形状 481">
              <a:extLst>
                <a:ext uri="{FF2B5EF4-FFF2-40B4-BE49-F238E27FC236}">
                  <a16:creationId xmlns:a16="http://schemas.microsoft.com/office/drawing/2014/main" id="{906402FE-1669-129E-6B57-7B8D851DCE8C}"/>
                </a:ext>
              </a:extLst>
            </p:cNvPr>
            <p:cNvSpPr/>
            <p:nvPr/>
          </p:nvSpPr>
          <p:spPr>
            <a:xfrm>
              <a:off x="5350438" y="6136710"/>
              <a:ext cx="169129" cy="312587"/>
            </a:xfrm>
            <a:custGeom>
              <a:avLst/>
              <a:gdLst>
                <a:gd name="connsiteX0" fmla="*/ 83504 w 169129"/>
                <a:gd name="connsiteY0" fmla="*/ 132016 h 312587"/>
                <a:gd name="connsiteX1" fmla="*/ 144907 w 169129"/>
                <a:gd name="connsiteY1" fmla="*/ 267153 h 312587"/>
                <a:gd name="connsiteX2" fmla="*/ 159905 w 169129"/>
                <a:gd name="connsiteY2" fmla="*/ 312588 h 312587"/>
                <a:gd name="connsiteX3" fmla="*/ 169130 w 169129"/>
                <a:gd name="connsiteY3" fmla="*/ 312588 h 312587"/>
                <a:gd name="connsiteX4" fmla="*/ 128616 w 169129"/>
                <a:gd name="connsiteY4" fmla="*/ 202893 h 312587"/>
                <a:gd name="connsiteX5" fmla="*/ 56696 w 169129"/>
                <a:gd name="connsiteY5" fmla="*/ 70294 h 312587"/>
                <a:gd name="connsiteX6" fmla="*/ 7298 w 169129"/>
                <a:gd name="connsiteY6" fmla="*/ 1543 h 312587"/>
                <a:gd name="connsiteX7" fmla="*/ 1030 w 169129"/>
                <a:gd name="connsiteY7" fmla="*/ 7818 h 312587"/>
                <a:gd name="connsiteX8" fmla="*/ 83504 w 169129"/>
                <a:gd name="connsiteY8" fmla="*/ 132016 h 312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9129" h="312587">
                  <a:moveTo>
                    <a:pt x="83504" y="132016"/>
                  </a:moveTo>
                  <a:cubicBezTo>
                    <a:pt x="107517" y="175359"/>
                    <a:pt x="128095" y="220553"/>
                    <a:pt x="144907" y="267153"/>
                  </a:cubicBezTo>
                  <a:cubicBezTo>
                    <a:pt x="150321" y="282172"/>
                    <a:pt x="155280" y="297328"/>
                    <a:pt x="159905" y="312588"/>
                  </a:cubicBezTo>
                  <a:lnTo>
                    <a:pt x="169130" y="312588"/>
                  </a:lnTo>
                  <a:cubicBezTo>
                    <a:pt x="157896" y="275246"/>
                    <a:pt x="144396" y="238589"/>
                    <a:pt x="128616" y="202893"/>
                  </a:cubicBezTo>
                  <a:cubicBezTo>
                    <a:pt x="108255" y="156877"/>
                    <a:pt x="84183" y="112471"/>
                    <a:pt x="56696" y="70294"/>
                  </a:cubicBezTo>
                  <a:cubicBezTo>
                    <a:pt x="41283" y="46634"/>
                    <a:pt x="24765" y="23728"/>
                    <a:pt x="7298" y="1543"/>
                  </a:cubicBezTo>
                  <a:cubicBezTo>
                    <a:pt x="3769" y="-2949"/>
                    <a:pt x="-2464" y="3360"/>
                    <a:pt x="1030" y="7818"/>
                  </a:cubicBezTo>
                  <a:cubicBezTo>
                    <a:pt x="31812" y="46874"/>
                    <a:pt x="59388" y="88502"/>
                    <a:pt x="83504" y="132016"/>
                  </a:cubicBezTo>
                  <a:close/>
                </a:path>
              </a:pathLst>
            </a:custGeom>
            <a:grpFill/>
            <a:ln w="3429" cap="flat">
              <a:noFill/>
              <a:prstDash val="solid"/>
              <a:miter/>
            </a:ln>
          </p:spPr>
          <p:txBody>
            <a:bodyPr rtlCol="0" anchor="ctr"/>
            <a:lstStyle/>
            <a:p>
              <a:endParaRPr lang="zh-CN" altLang="en-US"/>
            </a:p>
          </p:txBody>
        </p:sp>
        <p:sp>
          <p:nvSpPr>
            <p:cNvPr id="483" name="任意多边形: 形状 482">
              <a:extLst>
                <a:ext uri="{FF2B5EF4-FFF2-40B4-BE49-F238E27FC236}">
                  <a16:creationId xmlns:a16="http://schemas.microsoft.com/office/drawing/2014/main" id="{8C26F93A-B6D6-2341-080C-C660AB8E5043}"/>
                </a:ext>
              </a:extLst>
            </p:cNvPr>
            <p:cNvSpPr/>
            <p:nvPr/>
          </p:nvSpPr>
          <p:spPr>
            <a:xfrm>
              <a:off x="5112412" y="6230147"/>
              <a:ext cx="269164" cy="219150"/>
            </a:xfrm>
            <a:custGeom>
              <a:avLst/>
              <a:gdLst>
                <a:gd name="connsiteX0" fmla="*/ 130830 w 269164"/>
                <a:gd name="connsiteY0" fmla="*/ 212189 h 219150"/>
                <a:gd name="connsiteX1" fmla="*/ 138600 w 269164"/>
                <a:gd name="connsiteY1" fmla="*/ 219150 h 219150"/>
                <a:gd name="connsiteX2" fmla="*/ 152395 w 269164"/>
                <a:gd name="connsiteY2" fmla="*/ 219150 h 219150"/>
                <a:gd name="connsiteX3" fmla="*/ 99962 w 269164"/>
                <a:gd name="connsiteY3" fmla="*/ 167338 h 219150"/>
                <a:gd name="connsiteX4" fmla="*/ 33868 w 269164"/>
                <a:gd name="connsiteY4" fmla="*/ 66731 h 219150"/>
                <a:gd name="connsiteX5" fmla="*/ 10787 w 269164"/>
                <a:gd name="connsiteY5" fmla="*/ 9226 h 219150"/>
                <a:gd name="connsiteX6" fmla="*/ 211723 w 269164"/>
                <a:gd name="connsiteY6" fmla="*/ 70846 h 219150"/>
                <a:gd name="connsiteX7" fmla="*/ 261337 w 269164"/>
                <a:gd name="connsiteY7" fmla="*/ 106747 h 219150"/>
                <a:gd name="connsiteX8" fmla="*/ 267674 w 269164"/>
                <a:gd name="connsiteY8" fmla="*/ 100438 h 219150"/>
                <a:gd name="connsiteX9" fmla="*/ 67774 w 269164"/>
                <a:gd name="connsiteY9" fmla="*/ 6449 h 219150"/>
                <a:gd name="connsiteX10" fmla="*/ 4499 w 269164"/>
                <a:gd name="connsiteY10" fmla="*/ 3 h 219150"/>
                <a:gd name="connsiteX11" fmla="*/ 178 w 269164"/>
                <a:gd name="connsiteY11" fmla="*/ 5660 h 219150"/>
                <a:gd name="connsiteX12" fmla="*/ 51918 w 269164"/>
                <a:gd name="connsiteY12" fmla="*/ 117514 h 219150"/>
                <a:gd name="connsiteX13" fmla="*/ 130830 w 269164"/>
                <a:gd name="connsiteY13" fmla="*/ 212189 h 21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69164" h="219150">
                  <a:moveTo>
                    <a:pt x="130830" y="212189"/>
                  </a:moveTo>
                  <a:cubicBezTo>
                    <a:pt x="133388" y="214555"/>
                    <a:pt x="135983" y="216887"/>
                    <a:pt x="138600" y="219150"/>
                  </a:cubicBezTo>
                  <a:lnTo>
                    <a:pt x="152395" y="219150"/>
                  </a:lnTo>
                  <a:cubicBezTo>
                    <a:pt x="133587" y="203308"/>
                    <a:pt x="116027" y="185991"/>
                    <a:pt x="99962" y="167338"/>
                  </a:cubicBezTo>
                  <a:cubicBezTo>
                    <a:pt x="73699" y="136888"/>
                    <a:pt x="51442" y="102941"/>
                    <a:pt x="33868" y="66731"/>
                  </a:cubicBezTo>
                  <a:cubicBezTo>
                    <a:pt x="24832" y="48145"/>
                    <a:pt x="17186" y="28874"/>
                    <a:pt x="10787" y="9226"/>
                  </a:cubicBezTo>
                  <a:cubicBezTo>
                    <a:pt x="81627" y="12175"/>
                    <a:pt x="151345" y="33675"/>
                    <a:pt x="211723" y="70846"/>
                  </a:cubicBezTo>
                  <a:cubicBezTo>
                    <a:pt x="229136" y="81544"/>
                    <a:pt x="245725" y="93546"/>
                    <a:pt x="261337" y="106747"/>
                  </a:cubicBezTo>
                  <a:cubicBezTo>
                    <a:pt x="265716" y="110451"/>
                    <a:pt x="272087" y="104141"/>
                    <a:pt x="267674" y="100438"/>
                  </a:cubicBezTo>
                  <a:cubicBezTo>
                    <a:pt x="210763" y="52260"/>
                    <a:pt x="141178" y="19548"/>
                    <a:pt x="67774" y="6449"/>
                  </a:cubicBezTo>
                  <a:cubicBezTo>
                    <a:pt x="46878" y="2711"/>
                    <a:pt x="25717" y="551"/>
                    <a:pt x="4499" y="3"/>
                  </a:cubicBezTo>
                  <a:cubicBezTo>
                    <a:pt x="1649" y="-100"/>
                    <a:pt x="-672" y="2917"/>
                    <a:pt x="178" y="5660"/>
                  </a:cubicBezTo>
                  <a:cubicBezTo>
                    <a:pt x="12392" y="45025"/>
                    <a:pt x="29852" y="82710"/>
                    <a:pt x="51918" y="117514"/>
                  </a:cubicBezTo>
                  <a:cubicBezTo>
                    <a:pt x="73977" y="152285"/>
                    <a:pt x="100558" y="184277"/>
                    <a:pt x="130830" y="212189"/>
                  </a:cubicBezTo>
                  <a:close/>
                </a:path>
              </a:pathLst>
            </a:custGeom>
            <a:grpFill/>
            <a:ln w="3429" cap="flat">
              <a:noFill/>
              <a:prstDash val="solid"/>
              <a:miter/>
            </a:ln>
          </p:spPr>
          <p:txBody>
            <a:bodyPr rtlCol="0" anchor="ctr"/>
            <a:lstStyle/>
            <a:p>
              <a:endParaRPr lang="zh-CN" altLang="en-US"/>
            </a:p>
          </p:txBody>
        </p:sp>
        <p:sp>
          <p:nvSpPr>
            <p:cNvPr id="484" name="任意多边形: 形状 483">
              <a:extLst>
                <a:ext uri="{FF2B5EF4-FFF2-40B4-BE49-F238E27FC236}">
                  <a16:creationId xmlns:a16="http://schemas.microsoft.com/office/drawing/2014/main" id="{703F0A45-8D9C-2883-A81A-60D179D894C3}"/>
                </a:ext>
              </a:extLst>
            </p:cNvPr>
            <p:cNvSpPr/>
            <p:nvPr/>
          </p:nvSpPr>
          <p:spPr>
            <a:xfrm>
              <a:off x="5706478" y="6224111"/>
              <a:ext cx="159790" cy="225186"/>
            </a:xfrm>
            <a:custGeom>
              <a:avLst/>
              <a:gdLst>
                <a:gd name="connsiteX0" fmla="*/ 6506 w 159790"/>
                <a:gd name="connsiteY0" fmla="*/ 58399 h 225186"/>
                <a:gd name="connsiteX1" fmla="*/ 149303 w 159790"/>
                <a:gd name="connsiteY1" fmla="*/ 9159 h 225186"/>
                <a:gd name="connsiteX2" fmla="*/ 117084 w 159790"/>
                <a:gd name="connsiteY2" fmla="*/ 215790 h 225186"/>
                <a:gd name="connsiteX3" fmla="*/ 113059 w 159790"/>
                <a:gd name="connsiteY3" fmla="*/ 225186 h 225186"/>
                <a:gd name="connsiteX4" fmla="*/ 122684 w 159790"/>
                <a:gd name="connsiteY4" fmla="*/ 225186 h 225186"/>
                <a:gd name="connsiteX5" fmla="*/ 159292 w 159790"/>
                <a:gd name="connsiteY5" fmla="*/ 66492 h 225186"/>
                <a:gd name="connsiteX6" fmla="*/ 157910 w 159790"/>
                <a:gd name="connsiteY6" fmla="*/ 4461 h 225186"/>
                <a:gd name="connsiteX7" fmla="*/ 153428 w 159790"/>
                <a:gd name="connsiteY7" fmla="*/ 3 h 225186"/>
                <a:gd name="connsiteX8" fmla="*/ 1983 w 159790"/>
                <a:gd name="connsiteY8" fmla="*/ 50650 h 225186"/>
                <a:gd name="connsiteX9" fmla="*/ 6506 w 159790"/>
                <a:gd name="connsiteY9" fmla="*/ 58399 h 225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9790" h="225186">
                  <a:moveTo>
                    <a:pt x="6506" y="58399"/>
                  </a:moveTo>
                  <a:cubicBezTo>
                    <a:pt x="48381" y="28910"/>
                    <a:pt x="98184" y="11731"/>
                    <a:pt x="149303" y="9159"/>
                  </a:cubicBezTo>
                  <a:cubicBezTo>
                    <a:pt x="154985" y="79419"/>
                    <a:pt x="143834" y="150605"/>
                    <a:pt x="117084" y="215790"/>
                  </a:cubicBezTo>
                  <a:cubicBezTo>
                    <a:pt x="115788" y="218945"/>
                    <a:pt x="114437" y="222100"/>
                    <a:pt x="113059" y="225186"/>
                  </a:cubicBezTo>
                  <a:lnTo>
                    <a:pt x="122684" y="225186"/>
                  </a:lnTo>
                  <a:cubicBezTo>
                    <a:pt x="144180" y="175054"/>
                    <a:pt x="156693" y="121081"/>
                    <a:pt x="159292" y="66492"/>
                  </a:cubicBezTo>
                  <a:cubicBezTo>
                    <a:pt x="160276" y="45815"/>
                    <a:pt x="159799" y="25104"/>
                    <a:pt x="157910" y="4461"/>
                  </a:cubicBezTo>
                  <a:cubicBezTo>
                    <a:pt x="157694" y="2129"/>
                    <a:pt x="156031" y="-100"/>
                    <a:pt x="153428" y="3"/>
                  </a:cubicBezTo>
                  <a:cubicBezTo>
                    <a:pt x="99363" y="1855"/>
                    <a:pt x="46245" y="19514"/>
                    <a:pt x="1983" y="50650"/>
                  </a:cubicBezTo>
                  <a:cubicBezTo>
                    <a:pt x="-2701" y="53942"/>
                    <a:pt x="1774" y="61725"/>
                    <a:pt x="6506" y="58399"/>
                  </a:cubicBezTo>
                  <a:close/>
                </a:path>
              </a:pathLst>
            </a:custGeom>
            <a:grpFill/>
            <a:ln w="3429" cap="flat">
              <a:noFill/>
              <a:prstDash val="solid"/>
              <a:miter/>
            </a:ln>
          </p:spPr>
          <p:txBody>
            <a:bodyPr rtlCol="0" anchor="ctr"/>
            <a:lstStyle/>
            <a:p>
              <a:endParaRPr lang="zh-CN" altLang="en-US"/>
            </a:p>
          </p:txBody>
        </p:sp>
        <p:sp>
          <p:nvSpPr>
            <p:cNvPr id="485" name="任意多边形: 形状 484">
              <a:extLst>
                <a:ext uri="{FF2B5EF4-FFF2-40B4-BE49-F238E27FC236}">
                  <a16:creationId xmlns:a16="http://schemas.microsoft.com/office/drawing/2014/main" id="{C213FAF1-EC56-6204-5258-7EF114D5DFEB}"/>
                </a:ext>
              </a:extLst>
            </p:cNvPr>
            <p:cNvSpPr/>
            <p:nvPr/>
          </p:nvSpPr>
          <p:spPr>
            <a:xfrm>
              <a:off x="5667323" y="6267774"/>
              <a:ext cx="159812" cy="181523"/>
            </a:xfrm>
            <a:custGeom>
              <a:avLst/>
              <a:gdLst>
                <a:gd name="connsiteX0" fmla="*/ 10760 w 159812"/>
                <a:gd name="connsiteY0" fmla="*/ 181524 h 181523"/>
                <a:gd name="connsiteX1" fmla="*/ 117776 w 159812"/>
                <a:gd name="connsiteY1" fmla="*/ 47415 h 181523"/>
                <a:gd name="connsiteX2" fmla="*/ 158410 w 159812"/>
                <a:gd name="connsiteY2" fmla="*/ 7570 h 181523"/>
                <a:gd name="connsiteX3" fmla="*/ 152073 w 159812"/>
                <a:gd name="connsiteY3" fmla="*/ 1226 h 181523"/>
                <a:gd name="connsiteX4" fmla="*/ 19093 w 159812"/>
                <a:gd name="connsiteY4" fmla="*/ 153234 h 181523"/>
                <a:gd name="connsiteX5" fmla="*/ 0 w 159812"/>
                <a:gd name="connsiteY5" fmla="*/ 181524 h 181523"/>
                <a:gd name="connsiteX6" fmla="*/ 10760 w 159812"/>
                <a:gd name="connsiteY6" fmla="*/ 181524 h 181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9812" h="181523">
                  <a:moveTo>
                    <a:pt x="10760" y="181524"/>
                  </a:moveTo>
                  <a:cubicBezTo>
                    <a:pt x="42307" y="133723"/>
                    <a:pt x="78082" y="88735"/>
                    <a:pt x="117776" y="47415"/>
                  </a:cubicBezTo>
                  <a:cubicBezTo>
                    <a:pt x="130916" y="33733"/>
                    <a:pt x="144478" y="20429"/>
                    <a:pt x="158410" y="7570"/>
                  </a:cubicBezTo>
                  <a:cubicBezTo>
                    <a:pt x="162655" y="3661"/>
                    <a:pt x="156304" y="-2683"/>
                    <a:pt x="152073" y="1226"/>
                  </a:cubicBezTo>
                  <a:cubicBezTo>
                    <a:pt x="102534" y="47003"/>
                    <a:pt x="57909" y="98027"/>
                    <a:pt x="19093" y="153234"/>
                  </a:cubicBezTo>
                  <a:cubicBezTo>
                    <a:pt x="12540" y="162527"/>
                    <a:pt x="6206" y="171991"/>
                    <a:pt x="0" y="181524"/>
                  </a:cubicBezTo>
                  <a:lnTo>
                    <a:pt x="10760" y="181524"/>
                  </a:lnTo>
                  <a:close/>
                </a:path>
              </a:pathLst>
            </a:custGeom>
            <a:grpFill/>
            <a:ln w="3429" cap="flat">
              <a:noFill/>
              <a:prstDash val="solid"/>
              <a:miter/>
            </a:ln>
          </p:spPr>
          <p:txBody>
            <a:bodyPr rtlCol="0" anchor="ctr"/>
            <a:lstStyle/>
            <a:p>
              <a:endParaRPr lang="zh-CN" altLang="en-US"/>
            </a:p>
          </p:txBody>
        </p:sp>
        <p:sp>
          <p:nvSpPr>
            <p:cNvPr id="486" name="任意多边形: 形状 485">
              <a:extLst>
                <a:ext uri="{FF2B5EF4-FFF2-40B4-BE49-F238E27FC236}">
                  <a16:creationId xmlns:a16="http://schemas.microsoft.com/office/drawing/2014/main" id="{2D814A1B-F572-9231-0C3D-5C4AF36E8DBA}"/>
                </a:ext>
              </a:extLst>
            </p:cNvPr>
            <p:cNvSpPr/>
            <p:nvPr/>
          </p:nvSpPr>
          <p:spPr>
            <a:xfrm>
              <a:off x="5194906" y="6280698"/>
              <a:ext cx="217371" cy="168598"/>
            </a:xfrm>
            <a:custGeom>
              <a:avLst/>
              <a:gdLst>
                <a:gd name="connsiteX0" fmla="*/ 2003 w 217371"/>
                <a:gd name="connsiteY0" fmla="*/ 8533 h 168598"/>
                <a:gd name="connsiteX1" fmla="*/ 172085 w 217371"/>
                <a:gd name="connsiteY1" fmla="*/ 140275 h 168598"/>
                <a:gd name="connsiteX2" fmla="*/ 204009 w 217371"/>
                <a:gd name="connsiteY2" fmla="*/ 168599 h 168598"/>
                <a:gd name="connsiteX3" fmla="*/ 217371 w 217371"/>
                <a:gd name="connsiteY3" fmla="*/ 168599 h 168598"/>
                <a:gd name="connsiteX4" fmla="*/ 56524 w 217371"/>
                <a:gd name="connsiteY4" fmla="*/ 36479 h 168598"/>
                <a:gd name="connsiteX5" fmla="*/ 6526 w 217371"/>
                <a:gd name="connsiteY5" fmla="*/ 783 h 168598"/>
                <a:gd name="connsiteX6" fmla="*/ 2003 w 217371"/>
                <a:gd name="connsiteY6" fmla="*/ 8533 h 168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7371" h="168598">
                  <a:moveTo>
                    <a:pt x="2003" y="8533"/>
                  </a:moveTo>
                  <a:cubicBezTo>
                    <a:pt x="61033" y="49338"/>
                    <a:pt x="117841" y="93298"/>
                    <a:pt x="172085" y="140275"/>
                  </a:cubicBezTo>
                  <a:cubicBezTo>
                    <a:pt x="182845" y="149568"/>
                    <a:pt x="193458" y="159066"/>
                    <a:pt x="204009" y="168599"/>
                  </a:cubicBezTo>
                  <a:lnTo>
                    <a:pt x="217371" y="168599"/>
                  </a:lnTo>
                  <a:cubicBezTo>
                    <a:pt x="166091" y="121827"/>
                    <a:pt x="112403" y="77662"/>
                    <a:pt x="56524" y="36479"/>
                  </a:cubicBezTo>
                  <a:cubicBezTo>
                    <a:pt x="40044" y="24340"/>
                    <a:pt x="23372" y="12442"/>
                    <a:pt x="6526" y="783"/>
                  </a:cubicBezTo>
                  <a:cubicBezTo>
                    <a:pt x="1770" y="-2474"/>
                    <a:pt x="-2716" y="5275"/>
                    <a:pt x="2003" y="8533"/>
                  </a:cubicBezTo>
                  <a:close/>
                </a:path>
              </a:pathLst>
            </a:custGeom>
            <a:grpFill/>
            <a:ln w="3429" cap="flat">
              <a:noFill/>
              <a:prstDash val="solid"/>
              <a:miter/>
            </a:ln>
          </p:spPr>
          <p:txBody>
            <a:bodyPr rtlCol="0" anchor="ctr"/>
            <a:lstStyle/>
            <a:p>
              <a:endParaRPr lang="zh-CN" altLang="en-US"/>
            </a:p>
          </p:txBody>
        </p:sp>
      </p:grpSp>
      <p:grpSp>
        <p:nvGrpSpPr>
          <p:cNvPr id="487" name="图形 4">
            <a:extLst>
              <a:ext uri="{FF2B5EF4-FFF2-40B4-BE49-F238E27FC236}">
                <a16:creationId xmlns:a16="http://schemas.microsoft.com/office/drawing/2014/main" id="{53AAD0E7-BD24-DF45-BAAB-4EB0E6E48564}"/>
              </a:ext>
            </a:extLst>
          </p:cNvPr>
          <p:cNvGrpSpPr/>
          <p:nvPr userDrawn="1"/>
        </p:nvGrpSpPr>
        <p:grpSpPr>
          <a:xfrm>
            <a:off x="513902" y="486934"/>
            <a:ext cx="2086251" cy="1919472"/>
            <a:chOff x="3164192" y="4752672"/>
            <a:chExt cx="555378" cy="510980"/>
          </a:xfrm>
          <a:solidFill>
            <a:schemeClr val="tx1">
              <a:lumMod val="95000"/>
              <a:lumOff val="5000"/>
            </a:schemeClr>
          </a:solidFill>
        </p:grpSpPr>
        <p:sp>
          <p:nvSpPr>
            <p:cNvPr id="488" name="任意多边形: 形状 487">
              <a:extLst>
                <a:ext uri="{FF2B5EF4-FFF2-40B4-BE49-F238E27FC236}">
                  <a16:creationId xmlns:a16="http://schemas.microsoft.com/office/drawing/2014/main" id="{77878404-97D4-CF14-896E-0A81DE3E59D4}"/>
                </a:ext>
              </a:extLst>
            </p:cNvPr>
            <p:cNvSpPr/>
            <p:nvPr/>
          </p:nvSpPr>
          <p:spPr>
            <a:xfrm>
              <a:off x="3379834" y="4752672"/>
              <a:ext cx="87341" cy="85294"/>
            </a:xfrm>
            <a:custGeom>
              <a:avLst/>
              <a:gdLst>
                <a:gd name="connsiteX0" fmla="*/ 3497 w 87341"/>
                <a:gd name="connsiteY0" fmla="*/ 19776 h 85294"/>
                <a:gd name="connsiteX1" fmla="*/ 67407 w 87341"/>
                <a:gd name="connsiteY1" fmla="*/ 81944 h 85294"/>
                <a:gd name="connsiteX2" fmla="*/ 83842 w 87341"/>
                <a:gd name="connsiteY2" fmla="*/ 65519 h 85294"/>
                <a:gd name="connsiteX3" fmla="*/ 19936 w 87341"/>
                <a:gd name="connsiteY3" fmla="*/ 3351 h 85294"/>
                <a:gd name="connsiteX4" fmla="*/ 3497 w 87341"/>
                <a:gd name="connsiteY4" fmla="*/ 19776 h 85294"/>
                <a:gd name="connsiteX5" fmla="*/ 3497 w 87341"/>
                <a:gd name="connsiteY5" fmla="*/ 19776 h 85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341" h="85294">
                  <a:moveTo>
                    <a:pt x="3497" y="19776"/>
                  </a:moveTo>
                  <a:cubicBezTo>
                    <a:pt x="24802" y="40521"/>
                    <a:pt x="46103" y="61232"/>
                    <a:pt x="67407" y="81944"/>
                  </a:cubicBezTo>
                  <a:cubicBezTo>
                    <a:pt x="78136" y="92402"/>
                    <a:pt x="94589" y="75977"/>
                    <a:pt x="83842" y="65519"/>
                  </a:cubicBezTo>
                  <a:cubicBezTo>
                    <a:pt x="62541" y="44807"/>
                    <a:pt x="41237" y="24062"/>
                    <a:pt x="19936" y="3351"/>
                  </a:cubicBezTo>
                  <a:cubicBezTo>
                    <a:pt x="9207" y="-7108"/>
                    <a:pt x="-7246" y="9317"/>
                    <a:pt x="3497" y="19776"/>
                  </a:cubicBezTo>
                  <a:lnTo>
                    <a:pt x="3497" y="19776"/>
                  </a:lnTo>
                  <a:close/>
                </a:path>
              </a:pathLst>
            </a:custGeom>
            <a:grpFill/>
            <a:ln w="3429" cap="flat">
              <a:noFill/>
              <a:prstDash val="solid"/>
              <a:miter/>
            </a:ln>
          </p:spPr>
          <p:txBody>
            <a:bodyPr rtlCol="0" anchor="ctr"/>
            <a:lstStyle/>
            <a:p>
              <a:endParaRPr lang="zh-CN" altLang="en-US"/>
            </a:p>
          </p:txBody>
        </p:sp>
        <p:sp>
          <p:nvSpPr>
            <p:cNvPr id="489" name="任意多边形: 形状 488">
              <a:extLst>
                <a:ext uri="{FF2B5EF4-FFF2-40B4-BE49-F238E27FC236}">
                  <a16:creationId xmlns:a16="http://schemas.microsoft.com/office/drawing/2014/main" id="{5E6C6C0A-0E0B-7FFC-8CF2-02FD0898BA23}"/>
                </a:ext>
              </a:extLst>
            </p:cNvPr>
            <p:cNvSpPr/>
            <p:nvPr/>
          </p:nvSpPr>
          <p:spPr>
            <a:xfrm>
              <a:off x="3629630" y="4834805"/>
              <a:ext cx="89939" cy="94535"/>
            </a:xfrm>
            <a:custGeom>
              <a:avLst/>
              <a:gdLst>
                <a:gd name="connsiteX0" fmla="*/ 3253 w 89939"/>
                <a:gd name="connsiteY0" fmla="*/ 20008 h 94535"/>
                <a:gd name="connsiteX1" fmla="*/ 70249 w 89939"/>
                <a:gd name="connsiteY1" fmla="*/ 90953 h 94535"/>
                <a:gd name="connsiteX2" fmla="*/ 86684 w 89939"/>
                <a:gd name="connsiteY2" fmla="*/ 74494 h 94535"/>
                <a:gd name="connsiteX3" fmla="*/ 19689 w 89939"/>
                <a:gd name="connsiteY3" fmla="*/ 3582 h 94535"/>
                <a:gd name="connsiteX4" fmla="*/ 3253 w 89939"/>
                <a:gd name="connsiteY4" fmla="*/ 20008 h 94535"/>
                <a:gd name="connsiteX5" fmla="*/ 3253 w 89939"/>
                <a:gd name="connsiteY5" fmla="*/ 20008 h 94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939" h="94535">
                  <a:moveTo>
                    <a:pt x="3253" y="20008"/>
                  </a:moveTo>
                  <a:cubicBezTo>
                    <a:pt x="25586" y="43667"/>
                    <a:pt x="47916" y="67293"/>
                    <a:pt x="70249" y="90953"/>
                  </a:cubicBezTo>
                  <a:cubicBezTo>
                    <a:pt x="80543" y="101858"/>
                    <a:pt x="96958" y="85398"/>
                    <a:pt x="86684" y="74494"/>
                  </a:cubicBezTo>
                  <a:cubicBezTo>
                    <a:pt x="64351" y="50869"/>
                    <a:pt x="42022" y="27208"/>
                    <a:pt x="19689" y="3582"/>
                  </a:cubicBezTo>
                  <a:cubicBezTo>
                    <a:pt x="9398" y="-7322"/>
                    <a:pt x="-7016" y="9137"/>
                    <a:pt x="3253" y="20008"/>
                  </a:cubicBezTo>
                  <a:lnTo>
                    <a:pt x="3253" y="20008"/>
                  </a:lnTo>
                  <a:close/>
                </a:path>
              </a:pathLst>
            </a:custGeom>
            <a:grpFill/>
            <a:ln w="3429" cap="flat">
              <a:noFill/>
              <a:prstDash val="solid"/>
              <a:miter/>
            </a:ln>
          </p:spPr>
          <p:txBody>
            <a:bodyPr rtlCol="0" anchor="ctr"/>
            <a:lstStyle/>
            <a:p>
              <a:endParaRPr lang="zh-CN" altLang="en-US"/>
            </a:p>
          </p:txBody>
        </p:sp>
        <p:sp>
          <p:nvSpPr>
            <p:cNvPr id="490" name="任意多边形: 形状 489">
              <a:extLst>
                <a:ext uri="{FF2B5EF4-FFF2-40B4-BE49-F238E27FC236}">
                  <a16:creationId xmlns:a16="http://schemas.microsoft.com/office/drawing/2014/main" id="{385CF568-3AFD-3439-0A56-3F715BE2165B}"/>
                </a:ext>
              </a:extLst>
            </p:cNvPr>
            <p:cNvSpPr/>
            <p:nvPr/>
          </p:nvSpPr>
          <p:spPr>
            <a:xfrm>
              <a:off x="3242465" y="5001863"/>
              <a:ext cx="74067" cy="78853"/>
            </a:xfrm>
            <a:custGeom>
              <a:avLst/>
              <a:gdLst>
                <a:gd name="connsiteX0" fmla="*/ 3203 w 74067"/>
                <a:gd name="connsiteY0" fmla="*/ 20044 h 78853"/>
                <a:gd name="connsiteX1" fmla="*/ 54428 w 74067"/>
                <a:gd name="connsiteY1" fmla="*/ 75217 h 78853"/>
                <a:gd name="connsiteX2" fmla="*/ 70864 w 74067"/>
                <a:gd name="connsiteY2" fmla="*/ 58792 h 78853"/>
                <a:gd name="connsiteX3" fmla="*/ 19638 w 74067"/>
                <a:gd name="connsiteY3" fmla="*/ 3619 h 78853"/>
                <a:gd name="connsiteX4" fmla="*/ 3203 w 74067"/>
                <a:gd name="connsiteY4" fmla="*/ 20044 h 78853"/>
                <a:gd name="connsiteX5" fmla="*/ 3203 w 74067"/>
                <a:gd name="connsiteY5" fmla="*/ 20044 h 78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067" h="78853">
                  <a:moveTo>
                    <a:pt x="3203" y="20044"/>
                  </a:moveTo>
                  <a:cubicBezTo>
                    <a:pt x="20279" y="38458"/>
                    <a:pt x="37355" y="56837"/>
                    <a:pt x="54428" y="75217"/>
                  </a:cubicBezTo>
                  <a:cubicBezTo>
                    <a:pt x="64630" y="86224"/>
                    <a:pt x="81037" y="69765"/>
                    <a:pt x="70864" y="58792"/>
                  </a:cubicBezTo>
                  <a:cubicBezTo>
                    <a:pt x="53787" y="40412"/>
                    <a:pt x="36711" y="21998"/>
                    <a:pt x="19638" y="3619"/>
                  </a:cubicBezTo>
                  <a:cubicBezTo>
                    <a:pt x="9440" y="-7354"/>
                    <a:pt x="-6968" y="9105"/>
                    <a:pt x="3203" y="20044"/>
                  </a:cubicBezTo>
                  <a:lnTo>
                    <a:pt x="3203" y="20044"/>
                  </a:lnTo>
                  <a:close/>
                </a:path>
              </a:pathLst>
            </a:custGeom>
            <a:grpFill/>
            <a:ln w="3429" cap="flat">
              <a:noFill/>
              <a:prstDash val="solid"/>
              <a:miter/>
            </a:ln>
          </p:spPr>
          <p:txBody>
            <a:bodyPr rtlCol="0" anchor="ctr"/>
            <a:lstStyle/>
            <a:p>
              <a:endParaRPr lang="zh-CN" altLang="en-US"/>
            </a:p>
          </p:txBody>
        </p:sp>
        <p:sp>
          <p:nvSpPr>
            <p:cNvPr id="491" name="任意多边形: 形状 490">
              <a:extLst>
                <a:ext uri="{FF2B5EF4-FFF2-40B4-BE49-F238E27FC236}">
                  <a16:creationId xmlns:a16="http://schemas.microsoft.com/office/drawing/2014/main" id="{2E5170A6-39E7-E386-7AD6-56760A527723}"/>
                </a:ext>
              </a:extLst>
            </p:cNvPr>
            <p:cNvSpPr/>
            <p:nvPr/>
          </p:nvSpPr>
          <p:spPr>
            <a:xfrm>
              <a:off x="3168368" y="4773330"/>
              <a:ext cx="77655" cy="87045"/>
            </a:xfrm>
            <a:custGeom>
              <a:avLst/>
              <a:gdLst>
                <a:gd name="connsiteX0" fmla="*/ 3024 w 77655"/>
                <a:gd name="connsiteY0" fmla="*/ 20206 h 87045"/>
                <a:gd name="connsiteX1" fmla="*/ 58197 w 77655"/>
                <a:gd name="connsiteY1" fmla="*/ 83265 h 87045"/>
                <a:gd name="connsiteX2" fmla="*/ 74632 w 77655"/>
                <a:gd name="connsiteY2" fmla="*/ 66840 h 87045"/>
                <a:gd name="connsiteX3" fmla="*/ 19459 w 77655"/>
                <a:gd name="connsiteY3" fmla="*/ 3781 h 87045"/>
                <a:gd name="connsiteX4" fmla="*/ 3024 w 77655"/>
                <a:gd name="connsiteY4" fmla="*/ 20206 h 87045"/>
                <a:gd name="connsiteX5" fmla="*/ 3024 w 77655"/>
                <a:gd name="connsiteY5" fmla="*/ 20206 h 87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655" h="87045">
                  <a:moveTo>
                    <a:pt x="3024" y="20206"/>
                  </a:moveTo>
                  <a:cubicBezTo>
                    <a:pt x="21414" y="41225"/>
                    <a:pt x="39803" y="62245"/>
                    <a:pt x="58197" y="83265"/>
                  </a:cubicBezTo>
                  <a:cubicBezTo>
                    <a:pt x="68065" y="94546"/>
                    <a:pt x="84449" y="78053"/>
                    <a:pt x="74632" y="66840"/>
                  </a:cubicBezTo>
                  <a:cubicBezTo>
                    <a:pt x="56242" y="45821"/>
                    <a:pt x="37849" y="24801"/>
                    <a:pt x="19459" y="3781"/>
                  </a:cubicBezTo>
                  <a:cubicBezTo>
                    <a:pt x="9591" y="-7501"/>
                    <a:pt x="-6793" y="8993"/>
                    <a:pt x="3024" y="20206"/>
                  </a:cubicBezTo>
                  <a:lnTo>
                    <a:pt x="3024" y="20206"/>
                  </a:lnTo>
                  <a:close/>
                </a:path>
              </a:pathLst>
            </a:custGeom>
            <a:grpFill/>
            <a:ln w="3429" cap="flat">
              <a:noFill/>
              <a:prstDash val="solid"/>
              <a:miter/>
            </a:ln>
          </p:spPr>
          <p:txBody>
            <a:bodyPr rtlCol="0" anchor="ctr"/>
            <a:lstStyle/>
            <a:p>
              <a:endParaRPr lang="zh-CN" altLang="en-US"/>
            </a:p>
          </p:txBody>
        </p:sp>
        <p:sp>
          <p:nvSpPr>
            <p:cNvPr id="492" name="任意多边形: 形状 491">
              <a:extLst>
                <a:ext uri="{FF2B5EF4-FFF2-40B4-BE49-F238E27FC236}">
                  <a16:creationId xmlns:a16="http://schemas.microsoft.com/office/drawing/2014/main" id="{CF8F7A83-0017-A155-AE1A-4978E2CA3428}"/>
                </a:ext>
              </a:extLst>
            </p:cNvPr>
            <p:cNvSpPr/>
            <p:nvPr/>
          </p:nvSpPr>
          <p:spPr>
            <a:xfrm>
              <a:off x="3164192" y="5173076"/>
              <a:ext cx="86004" cy="90576"/>
            </a:xfrm>
            <a:custGeom>
              <a:avLst/>
              <a:gdLst>
                <a:gd name="connsiteX0" fmla="*/ 3246 w 86004"/>
                <a:gd name="connsiteY0" fmla="*/ 20007 h 90576"/>
                <a:gd name="connsiteX1" fmla="*/ 66323 w 86004"/>
                <a:gd name="connsiteY1" fmla="*/ 86976 h 90576"/>
                <a:gd name="connsiteX2" fmla="*/ 82758 w 86004"/>
                <a:gd name="connsiteY2" fmla="*/ 70551 h 90576"/>
                <a:gd name="connsiteX3" fmla="*/ 19681 w 86004"/>
                <a:gd name="connsiteY3" fmla="*/ 3582 h 90576"/>
                <a:gd name="connsiteX4" fmla="*/ 3246 w 86004"/>
                <a:gd name="connsiteY4" fmla="*/ 20007 h 90576"/>
                <a:gd name="connsiteX5" fmla="*/ 3246 w 86004"/>
                <a:gd name="connsiteY5" fmla="*/ 20007 h 90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004" h="90576">
                  <a:moveTo>
                    <a:pt x="3246" y="20007"/>
                  </a:moveTo>
                  <a:cubicBezTo>
                    <a:pt x="24273" y="42330"/>
                    <a:pt x="45296" y="64653"/>
                    <a:pt x="66323" y="86976"/>
                  </a:cubicBezTo>
                  <a:cubicBezTo>
                    <a:pt x="76599" y="97914"/>
                    <a:pt x="93014" y="81455"/>
                    <a:pt x="82758" y="70551"/>
                  </a:cubicBezTo>
                  <a:cubicBezTo>
                    <a:pt x="61731" y="48228"/>
                    <a:pt x="40708" y="25905"/>
                    <a:pt x="19681" y="3582"/>
                  </a:cubicBezTo>
                  <a:cubicBezTo>
                    <a:pt x="9405" y="-7322"/>
                    <a:pt x="-7010" y="9137"/>
                    <a:pt x="3246" y="20007"/>
                  </a:cubicBezTo>
                  <a:lnTo>
                    <a:pt x="3246" y="20007"/>
                  </a:lnTo>
                  <a:close/>
                </a:path>
              </a:pathLst>
            </a:custGeom>
            <a:grpFill/>
            <a:ln w="3429" cap="flat">
              <a:noFill/>
              <a:prstDash val="solid"/>
              <a:miter/>
            </a:ln>
          </p:spPr>
          <p:txBody>
            <a:bodyPr rtlCol="0" anchor="ctr"/>
            <a:lstStyle/>
            <a:p>
              <a:endParaRPr lang="zh-CN" altLang="en-US"/>
            </a:p>
          </p:txBody>
        </p:sp>
        <p:sp>
          <p:nvSpPr>
            <p:cNvPr id="493" name="任意多边形: 形状 492">
              <a:extLst>
                <a:ext uri="{FF2B5EF4-FFF2-40B4-BE49-F238E27FC236}">
                  <a16:creationId xmlns:a16="http://schemas.microsoft.com/office/drawing/2014/main" id="{D46F947B-8C74-89AD-EF7A-BBDD70C532AB}"/>
                </a:ext>
              </a:extLst>
            </p:cNvPr>
            <p:cNvSpPr/>
            <p:nvPr/>
          </p:nvSpPr>
          <p:spPr>
            <a:xfrm>
              <a:off x="3468582" y="4953454"/>
              <a:ext cx="74655" cy="85608"/>
            </a:xfrm>
            <a:custGeom>
              <a:avLst/>
              <a:gdLst>
                <a:gd name="connsiteX0" fmla="*/ 2940 w 74655"/>
                <a:gd name="connsiteY0" fmla="*/ 20276 h 85608"/>
                <a:gd name="connsiteX1" fmla="*/ 55280 w 74655"/>
                <a:gd name="connsiteY1" fmla="*/ 81758 h 85608"/>
                <a:gd name="connsiteX2" fmla="*/ 71715 w 74655"/>
                <a:gd name="connsiteY2" fmla="*/ 65333 h 85608"/>
                <a:gd name="connsiteX3" fmla="*/ 19375 w 74655"/>
                <a:gd name="connsiteY3" fmla="*/ 3851 h 85608"/>
                <a:gd name="connsiteX4" fmla="*/ 2940 w 74655"/>
                <a:gd name="connsiteY4" fmla="*/ 20276 h 85608"/>
                <a:gd name="connsiteX5" fmla="*/ 2940 w 74655"/>
                <a:gd name="connsiteY5" fmla="*/ 20276 h 85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655" h="85608">
                  <a:moveTo>
                    <a:pt x="2940" y="20276"/>
                  </a:moveTo>
                  <a:cubicBezTo>
                    <a:pt x="20387" y="40781"/>
                    <a:pt x="37833" y="61287"/>
                    <a:pt x="55280" y="81758"/>
                  </a:cubicBezTo>
                  <a:cubicBezTo>
                    <a:pt x="64991" y="93176"/>
                    <a:pt x="81365" y="76649"/>
                    <a:pt x="71715" y="65333"/>
                  </a:cubicBezTo>
                  <a:cubicBezTo>
                    <a:pt x="54269" y="44828"/>
                    <a:pt x="36822" y="24357"/>
                    <a:pt x="19375" y="3851"/>
                  </a:cubicBezTo>
                  <a:cubicBezTo>
                    <a:pt x="9664" y="-7568"/>
                    <a:pt x="-6709" y="8960"/>
                    <a:pt x="2940" y="20276"/>
                  </a:cubicBezTo>
                  <a:lnTo>
                    <a:pt x="2940" y="20276"/>
                  </a:lnTo>
                  <a:close/>
                </a:path>
              </a:pathLst>
            </a:custGeom>
            <a:grpFill/>
            <a:ln w="3429" cap="flat">
              <a:noFill/>
              <a:prstDash val="solid"/>
              <a:miter/>
            </a:ln>
          </p:spPr>
          <p:txBody>
            <a:bodyPr rtlCol="0" anchor="ctr"/>
            <a:lstStyle/>
            <a:p>
              <a:endParaRPr lang="zh-CN" altLang="en-US"/>
            </a:p>
          </p:txBody>
        </p:sp>
      </p:grpSp>
      <p:sp>
        <p:nvSpPr>
          <p:cNvPr id="8" name="任意多边形: 形状 7">
            <a:extLst>
              <a:ext uri="{FF2B5EF4-FFF2-40B4-BE49-F238E27FC236}">
                <a16:creationId xmlns:a16="http://schemas.microsoft.com/office/drawing/2014/main" id="{C40D36BD-BD7D-FCBF-17E8-D01319B1F7B0}"/>
              </a:ext>
            </a:extLst>
          </p:cNvPr>
          <p:cNvSpPr/>
          <p:nvPr userDrawn="1"/>
        </p:nvSpPr>
        <p:spPr>
          <a:xfrm rot="7230557">
            <a:off x="8118504" y="6517860"/>
            <a:ext cx="463944" cy="316625"/>
          </a:xfrm>
          <a:custGeom>
            <a:avLst/>
            <a:gdLst>
              <a:gd name="connsiteX0" fmla="*/ 22108 w 463944"/>
              <a:gd name="connsiteY0" fmla="*/ 271049 h 316625"/>
              <a:gd name="connsiteX1" fmla="*/ 32567 w 463944"/>
              <a:gd name="connsiteY1" fmla="*/ 143494 h 316625"/>
              <a:gd name="connsiteX2" fmla="*/ 165139 w 463944"/>
              <a:gd name="connsiteY2" fmla="*/ 102073 h 316625"/>
              <a:gd name="connsiteX3" fmla="*/ 273513 w 463944"/>
              <a:gd name="connsiteY3" fmla="*/ 57107 h 316625"/>
              <a:gd name="connsiteX4" fmla="*/ 349733 w 463944"/>
              <a:gd name="connsiteY4" fmla="*/ 0 h 316625"/>
              <a:gd name="connsiteX5" fmla="*/ 463944 w 463944"/>
              <a:gd name="connsiteY5" fmla="*/ 193819 h 316625"/>
              <a:gd name="connsiteX6" fmla="*/ 419244 w 463944"/>
              <a:gd name="connsiteY6" fmla="*/ 230886 h 316625"/>
              <a:gd name="connsiteX7" fmla="*/ 134538 w 463944"/>
              <a:gd name="connsiteY7" fmla="*/ 315567 h 316625"/>
              <a:gd name="connsiteX8" fmla="*/ 22108 w 463944"/>
              <a:gd name="connsiteY8" fmla="*/ 271049 h 316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3944" h="316625">
                <a:moveTo>
                  <a:pt x="22108" y="271049"/>
                </a:moveTo>
                <a:cubicBezTo>
                  <a:pt x="-11301" y="235725"/>
                  <a:pt x="-6072" y="173013"/>
                  <a:pt x="32567" y="143494"/>
                </a:cubicBezTo>
                <a:cubicBezTo>
                  <a:pt x="69656" y="112912"/>
                  <a:pt x="120594" y="113590"/>
                  <a:pt x="165139" y="102073"/>
                </a:cubicBezTo>
                <a:cubicBezTo>
                  <a:pt x="203729" y="93121"/>
                  <a:pt x="239802" y="77249"/>
                  <a:pt x="273513" y="57107"/>
                </a:cubicBezTo>
                <a:lnTo>
                  <a:pt x="349733" y="0"/>
                </a:lnTo>
                <a:lnTo>
                  <a:pt x="463944" y="193819"/>
                </a:lnTo>
                <a:lnTo>
                  <a:pt x="419244" y="230886"/>
                </a:lnTo>
                <a:cubicBezTo>
                  <a:pt x="335188" y="284985"/>
                  <a:pt x="236025" y="323600"/>
                  <a:pt x="134538" y="315567"/>
                </a:cubicBezTo>
                <a:cubicBezTo>
                  <a:pt x="94253" y="311890"/>
                  <a:pt x="50192" y="302502"/>
                  <a:pt x="22108" y="271049"/>
                </a:cubicBezTo>
                <a:close/>
              </a:path>
            </a:pathLst>
          </a:custGeom>
          <a:solidFill>
            <a:schemeClr val="bg1"/>
          </a:solidFill>
          <a:ln w="968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9" name="任意多边形: 形状 8">
            <a:extLst>
              <a:ext uri="{FF2B5EF4-FFF2-40B4-BE49-F238E27FC236}">
                <a16:creationId xmlns:a16="http://schemas.microsoft.com/office/drawing/2014/main" id="{4FCD4E2E-A8A3-5B28-7EB0-B9548E9D73C4}"/>
              </a:ext>
            </a:extLst>
          </p:cNvPr>
          <p:cNvSpPr/>
          <p:nvPr userDrawn="1"/>
        </p:nvSpPr>
        <p:spPr>
          <a:xfrm rot="21147173">
            <a:off x="10033366" y="4820381"/>
            <a:ext cx="1129984" cy="475422"/>
          </a:xfrm>
          <a:custGeom>
            <a:avLst/>
            <a:gdLst>
              <a:gd name="connsiteX0" fmla="*/ 414361 w 1129984"/>
              <a:gd name="connsiteY0" fmla="*/ 6150 h 475422"/>
              <a:gd name="connsiteX1" fmla="*/ 836384 w 1129984"/>
              <a:gd name="connsiteY1" fmla="*/ 52217 h 475422"/>
              <a:gd name="connsiteX2" fmla="*/ 1062213 w 1129984"/>
              <a:gd name="connsiteY2" fmla="*/ 170094 h 475422"/>
              <a:gd name="connsiteX3" fmla="*/ 1102013 w 1129984"/>
              <a:gd name="connsiteY3" fmla="*/ 399460 h 475422"/>
              <a:gd name="connsiteX4" fmla="*/ 901073 w 1129984"/>
              <a:gd name="connsiteY4" fmla="*/ 464205 h 475422"/>
              <a:gd name="connsiteX5" fmla="*/ 774698 w 1129984"/>
              <a:gd name="connsiteY5" fmla="*/ 378458 h 475422"/>
              <a:gd name="connsiteX6" fmla="*/ 427919 w 1129984"/>
              <a:gd name="connsiteY6" fmla="*/ 340618 h 475422"/>
              <a:gd name="connsiteX7" fmla="*/ 233273 w 1129984"/>
              <a:gd name="connsiteY7" fmla="*/ 395975 h 475422"/>
              <a:gd name="connsiteX8" fmla="*/ 49666 w 1129984"/>
              <a:gd name="connsiteY8" fmla="*/ 367232 h 475422"/>
              <a:gd name="connsiteX9" fmla="*/ 10833 w 1129984"/>
              <a:gd name="connsiteY9" fmla="*/ 189740 h 475422"/>
              <a:gd name="connsiteX10" fmla="*/ 136627 w 1129984"/>
              <a:gd name="connsiteY10" fmla="*/ 71282 h 475422"/>
              <a:gd name="connsiteX11" fmla="*/ 414361 w 1129984"/>
              <a:gd name="connsiteY11" fmla="*/ 6150 h 475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29984" h="475422">
                <a:moveTo>
                  <a:pt x="414361" y="6150"/>
                </a:moveTo>
                <a:cubicBezTo>
                  <a:pt x="556230" y="-11270"/>
                  <a:pt x="700810" y="9634"/>
                  <a:pt x="836384" y="52217"/>
                </a:cubicBezTo>
                <a:cubicBezTo>
                  <a:pt x="918600" y="76799"/>
                  <a:pt x="990552" y="124511"/>
                  <a:pt x="1062213" y="170094"/>
                </a:cubicBezTo>
                <a:cubicBezTo>
                  <a:pt x="1133389" y="220031"/>
                  <a:pt x="1151595" y="328327"/>
                  <a:pt x="1102013" y="399460"/>
                </a:cubicBezTo>
                <a:cubicBezTo>
                  <a:pt x="1060275" y="463624"/>
                  <a:pt x="972540" y="493335"/>
                  <a:pt x="901073" y="464205"/>
                </a:cubicBezTo>
                <a:cubicBezTo>
                  <a:pt x="850426" y="448623"/>
                  <a:pt x="824376" y="395782"/>
                  <a:pt x="774698" y="378458"/>
                </a:cubicBezTo>
                <a:cubicBezTo>
                  <a:pt x="665368" y="336069"/>
                  <a:pt x="543834" y="318262"/>
                  <a:pt x="427919" y="340618"/>
                </a:cubicBezTo>
                <a:cubicBezTo>
                  <a:pt x="361680" y="353393"/>
                  <a:pt x="293603" y="364329"/>
                  <a:pt x="233273" y="395975"/>
                </a:cubicBezTo>
                <a:cubicBezTo>
                  <a:pt x="174297" y="426558"/>
                  <a:pt x="96440" y="414557"/>
                  <a:pt x="49666" y="367232"/>
                </a:cubicBezTo>
                <a:cubicBezTo>
                  <a:pt x="2505" y="322907"/>
                  <a:pt x="-12504" y="249743"/>
                  <a:pt x="10833" y="189740"/>
                </a:cubicBezTo>
                <a:cubicBezTo>
                  <a:pt x="29718" y="131769"/>
                  <a:pt x="80848" y="91412"/>
                  <a:pt x="136627" y="71282"/>
                </a:cubicBezTo>
                <a:cubicBezTo>
                  <a:pt x="225913" y="37990"/>
                  <a:pt x="320137" y="18925"/>
                  <a:pt x="414361" y="6150"/>
                </a:cubicBezTo>
                <a:close/>
              </a:path>
            </a:pathLst>
          </a:custGeom>
          <a:solidFill>
            <a:schemeClr val="bg1"/>
          </a:solidFill>
          <a:ln w="9684" cap="flat">
            <a:noFill/>
            <a:prstDash val="solid"/>
            <a:miter/>
          </a:ln>
        </p:spPr>
        <p:txBody>
          <a:bodyPr rtlCol="0" anchor="ctr"/>
          <a:lstStyle/>
          <a:p>
            <a:endParaRPr lang="zh-CN" altLang="en-US"/>
          </a:p>
        </p:txBody>
      </p:sp>
      <p:sp>
        <p:nvSpPr>
          <p:cNvPr id="50" name="任意多边形: 形状 49">
            <a:extLst>
              <a:ext uri="{FF2B5EF4-FFF2-40B4-BE49-F238E27FC236}">
                <a16:creationId xmlns:a16="http://schemas.microsoft.com/office/drawing/2014/main" id="{F63A366E-0004-8C73-4E91-A9C502CB63C3}"/>
              </a:ext>
            </a:extLst>
          </p:cNvPr>
          <p:cNvSpPr/>
          <p:nvPr userDrawn="1"/>
        </p:nvSpPr>
        <p:spPr>
          <a:xfrm rot="9806353">
            <a:off x="2568183" y="1818227"/>
            <a:ext cx="7016970" cy="2847056"/>
          </a:xfrm>
          <a:custGeom>
            <a:avLst/>
            <a:gdLst>
              <a:gd name="connsiteX0" fmla="*/ 693689 w 3846171"/>
              <a:gd name="connsiteY0" fmla="*/ 385 h 1560541"/>
              <a:gd name="connsiteX1" fmla="*/ 690003 w 3846171"/>
              <a:gd name="connsiteY1" fmla="*/ 7946 h 1560541"/>
              <a:gd name="connsiteX2" fmla="*/ 919204 w 3846171"/>
              <a:gd name="connsiteY2" fmla="*/ 397302 h 1560541"/>
              <a:gd name="connsiteX3" fmla="*/ 1375210 w 3846171"/>
              <a:gd name="connsiteY3" fmla="*/ 663420 h 1560541"/>
              <a:gd name="connsiteX4" fmla="*/ 935523 w 3846171"/>
              <a:gd name="connsiteY4" fmla="*/ 643946 h 1560541"/>
              <a:gd name="connsiteX5" fmla="*/ 314860 w 3846171"/>
              <a:gd name="connsiteY5" fmla="*/ 290200 h 1560541"/>
              <a:gd name="connsiteX6" fmla="*/ 451115 w 3846171"/>
              <a:gd name="connsiteY6" fmla="*/ 375473 h 1560541"/>
              <a:gd name="connsiteX7" fmla="*/ 538195 w 3846171"/>
              <a:gd name="connsiteY7" fmla="*/ 392628 h 1560541"/>
              <a:gd name="connsiteX8" fmla="*/ 796011 w 3846171"/>
              <a:gd name="connsiteY8" fmla="*/ 597490 h 1560541"/>
              <a:gd name="connsiteX9" fmla="*/ 803682 w 3846171"/>
              <a:gd name="connsiteY9" fmla="*/ 601427 h 1560541"/>
              <a:gd name="connsiteX10" fmla="*/ 807241 w 3846171"/>
              <a:gd name="connsiteY10" fmla="*/ 598402 h 1560541"/>
              <a:gd name="connsiteX11" fmla="*/ 807614 w 3846171"/>
              <a:gd name="connsiteY11" fmla="*/ 593753 h 1560541"/>
              <a:gd name="connsiteX12" fmla="*/ 539041 w 3846171"/>
              <a:gd name="connsiteY12" fmla="*/ 380458 h 1560541"/>
              <a:gd name="connsiteX13" fmla="*/ 455065 w 3846171"/>
              <a:gd name="connsiteY13" fmla="*/ 363931 h 1560541"/>
              <a:gd name="connsiteX14" fmla="*/ 278472 w 3846171"/>
              <a:gd name="connsiteY14" fmla="*/ 218613 h 1560541"/>
              <a:gd name="connsiteX15" fmla="*/ 270499 w 3846171"/>
              <a:gd name="connsiteY15" fmla="*/ 215373 h 1560541"/>
              <a:gd name="connsiteX16" fmla="*/ 267245 w 3846171"/>
              <a:gd name="connsiteY16" fmla="*/ 223376 h 1560541"/>
              <a:gd name="connsiteX17" fmla="*/ 547830 w 3846171"/>
              <a:gd name="connsiteY17" fmla="*/ 528228 h 1560541"/>
              <a:gd name="connsiteX18" fmla="*/ 855374 w 3846171"/>
              <a:gd name="connsiteY18" fmla="*/ 641069 h 1560541"/>
              <a:gd name="connsiteX19" fmla="*/ 759975 w 3846171"/>
              <a:gd name="connsiteY19" fmla="*/ 650362 h 1560541"/>
              <a:gd name="connsiteX20" fmla="*/ 757959 w 3846171"/>
              <a:gd name="connsiteY20" fmla="*/ 650698 h 1560541"/>
              <a:gd name="connsiteX21" fmla="*/ 753995 w 3846171"/>
              <a:gd name="connsiteY21" fmla="*/ 650396 h 1560541"/>
              <a:gd name="connsiteX22" fmla="*/ 505321 w 3846171"/>
              <a:gd name="connsiteY22" fmla="*/ 673724 h 1560541"/>
              <a:gd name="connsiteX23" fmla="*/ 79051 w 3846171"/>
              <a:gd name="connsiteY23" fmla="*/ 550434 h 1560541"/>
              <a:gd name="connsiteX24" fmla="*/ 221952 w 3846171"/>
              <a:gd name="connsiteY24" fmla="*/ 575647 h 1560541"/>
              <a:gd name="connsiteX25" fmla="*/ 250285 w 3846171"/>
              <a:gd name="connsiteY25" fmla="*/ 572726 h 1560541"/>
              <a:gd name="connsiteX26" fmla="*/ 448125 w 3846171"/>
              <a:gd name="connsiteY26" fmla="*/ 609824 h 1560541"/>
              <a:gd name="connsiteX27" fmla="*/ 539096 w 3846171"/>
              <a:gd name="connsiteY27" fmla="*/ 654765 h 1560541"/>
              <a:gd name="connsiteX28" fmla="*/ 575759 w 3846171"/>
              <a:gd name="connsiteY28" fmla="*/ 666969 h 1560541"/>
              <a:gd name="connsiteX29" fmla="*/ 580406 w 3846171"/>
              <a:gd name="connsiteY29" fmla="*/ 666543 h 1560541"/>
              <a:gd name="connsiteX30" fmla="*/ 583392 w 3846171"/>
              <a:gd name="connsiteY30" fmla="*/ 662957 h 1560541"/>
              <a:gd name="connsiteX31" fmla="*/ 582964 w 3846171"/>
              <a:gd name="connsiteY31" fmla="*/ 658307 h 1560541"/>
              <a:gd name="connsiteX32" fmla="*/ 579380 w 3846171"/>
              <a:gd name="connsiteY32" fmla="*/ 655327 h 1560541"/>
              <a:gd name="connsiteX33" fmla="*/ 543197 w 3846171"/>
              <a:gd name="connsiteY33" fmla="*/ 643284 h 1560541"/>
              <a:gd name="connsiteX34" fmla="*/ 454585 w 3846171"/>
              <a:gd name="connsiteY34" fmla="*/ 599486 h 1560541"/>
              <a:gd name="connsiteX35" fmla="*/ 248499 w 3846171"/>
              <a:gd name="connsiteY35" fmla="*/ 560666 h 1560541"/>
              <a:gd name="connsiteX36" fmla="*/ 221406 w 3846171"/>
              <a:gd name="connsiteY36" fmla="*/ 563471 h 1560541"/>
              <a:gd name="connsiteX37" fmla="*/ 9635 w 3846171"/>
              <a:gd name="connsiteY37" fmla="*/ 501578 h 1560541"/>
              <a:gd name="connsiteX38" fmla="*/ 1230 w 3846171"/>
              <a:gd name="connsiteY38" fmla="*/ 502894 h 1560541"/>
              <a:gd name="connsiteX39" fmla="*/ 2324 w 3846171"/>
              <a:gd name="connsiteY39" fmla="*/ 511330 h 1560541"/>
              <a:gd name="connsiteX40" fmla="*/ 504930 w 3846171"/>
              <a:gd name="connsiteY40" fmla="*/ 685917 h 1560541"/>
              <a:gd name="connsiteX41" fmla="*/ 637131 w 3846171"/>
              <a:gd name="connsiteY41" fmla="*/ 681641 h 1560541"/>
              <a:gd name="connsiteX42" fmla="*/ 452109 w 3846171"/>
              <a:gd name="connsiteY42" fmla="*/ 791506 h 1560541"/>
              <a:gd name="connsiteX43" fmla="*/ 295054 w 3846171"/>
              <a:gd name="connsiteY43" fmla="*/ 881607 h 1560541"/>
              <a:gd name="connsiteX44" fmla="*/ 151273 w 3846171"/>
              <a:gd name="connsiteY44" fmla="*/ 898004 h 1560541"/>
              <a:gd name="connsiteX45" fmla="*/ 144912 w 3846171"/>
              <a:gd name="connsiteY45" fmla="*/ 903333 h 1560541"/>
              <a:gd name="connsiteX46" fmla="*/ 149750 w 3846171"/>
              <a:gd name="connsiteY46" fmla="*/ 910071 h 1560541"/>
              <a:gd name="connsiteX47" fmla="*/ 359838 w 3846171"/>
              <a:gd name="connsiteY47" fmla="*/ 908771 h 1560541"/>
              <a:gd name="connsiteX48" fmla="*/ 748982 w 3846171"/>
              <a:gd name="connsiteY48" fmla="*/ 681082 h 1560541"/>
              <a:gd name="connsiteX49" fmla="*/ 747987 w 3846171"/>
              <a:gd name="connsiteY49" fmla="*/ 672517 h 1560541"/>
              <a:gd name="connsiteX50" fmla="*/ 743499 w 3846171"/>
              <a:gd name="connsiteY50" fmla="*/ 671241 h 1560541"/>
              <a:gd name="connsiteX51" fmla="*/ 739422 w 3846171"/>
              <a:gd name="connsiteY51" fmla="*/ 673514 h 1560541"/>
              <a:gd name="connsiteX52" fmla="*/ 358223 w 3846171"/>
              <a:gd name="connsiteY52" fmla="*/ 896677 h 1560541"/>
              <a:gd name="connsiteX53" fmla="*/ 242399 w 3846171"/>
              <a:gd name="connsiteY53" fmla="*/ 905541 h 1560541"/>
              <a:gd name="connsiteX54" fmla="*/ 298387 w 3846171"/>
              <a:gd name="connsiteY54" fmla="*/ 893334 h 1560541"/>
              <a:gd name="connsiteX55" fmla="*/ 460421 w 3846171"/>
              <a:gd name="connsiteY55" fmla="*/ 800429 h 1560541"/>
              <a:gd name="connsiteX56" fmla="*/ 761645 w 3846171"/>
              <a:gd name="connsiteY56" fmla="*/ 662446 h 1560541"/>
              <a:gd name="connsiteX57" fmla="*/ 923803 w 3846171"/>
              <a:gd name="connsiteY57" fmla="*/ 654333 h 1560541"/>
              <a:gd name="connsiteX58" fmla="*/ 924022 w 3846171"/>
              <a:gd name="connsiteY58" fmla="*/ 654333 h 1560541"/>
              <a:gd name="connsiteX59" fmla="*/ 933538 w 3846171"/>
              <a:gd name="connsiteY59" fmla="*/ 655982 h 1560541"/>
              <a:gd name="connsiteX60" fmla="*/ 1420853 w 3846171"/>
              <a:gd name="connsiteY60" fmla="*/ 671821 h 1560541"/>
              <a:gd name="connsiteX61" fmla="*/ 1446334 w 3846171"/>
              <a:gd name="connsiteY61" fmla="*/ 675435 h 1560541"/>
              <a:gd name="connsiteX62" fmla="*/ 1193061 w 3846171"/>
              <a:gd name="connsiteY62" fmla="*/ 716836 h 1560541"/>
              <a:gd name="connsiteX63" fmla="*/ 907392 w 3846171"/>
              <a:gd name="connsiteY63" fmla="*/ 832860 h 1560541"/>
              <a:gd name="connsiteX64" fmla="*/ 674744 w 3846171"/>
              <a:gd name="connsiteY64" fmla="*/ 1064534 h 1560541"/>
              <a:gd name="connsiteX65" fmla="*/ 676798 w 3846171"/>
              <a:gd name="connsiteY65" fmla="*/ 1072729 h 1560541"/>
              <a:gd name="connsiteX66" fmla="*/ 685072 w 3846171"/>
              <a:gd name="connsiteY66" fmla="*/ 1071001 h 1560541"/>
              <a:gd name="connsiteX67" fmla="*/ 944144 w 3846171"/>
              <a:gd name="connsiteY67" fmla="*/ 935614 h 1560541"/>
              <a:gd name="connsiteX68" fmla="*/ 1016159 w 3846171"/>
              <a:gd name="connsiteY68" fmla="*/ 926108 h 1560541"/>
              <a:gd name="connsiteX69" fmla="*/ 1316008 w 3846171"/>
              <a:gd name="connsiteY69" fmla="*/ 725234 h 1560541"/>
              <a:gd name="connsiteX70" fmla="*/ 1315127 w 3846171"/>
              <a:gd name="connsiteY70" fmla="*/ 720660 h 1560541"/>
              <a:gd name="connsiteX71" fmla="*/ 1311242 w 3846171"/>
              <a:gd name="connsiteY71" fmla="*/ 718044 h 1560541"/>
              <a:gd name="connsiteX72" fmla="*/ 1304058 w 3846171"/>
              <a:gd name="connsiteY72" fmla="*/ 722806 h 1560541"/>
              <a:gd name="connsiteX73" fmla="*/ 1015192 w 3846171"/>
              <a:gd name="connsiteY73" fmla="*/ 913949 h 1560541"/>
              <a:gd name="connsiteX74" fmla="*/ 941818 w 3846171"/>
              <a:gd name="connsiteY74" fmla="*/ 923639 h 1560541"/>
              <a:gd name="connsiteX75" fmla="*/ 717233 w 3846171"/>
              <a:gd name="connsiteY75" fmla="*/ 1021092 h 1560541"/>
              <a:gd name="connsiteX76" fmla="*/ 1195873 w 3846171"/>
              <a:gd name="connsiteY76" fmla="*/ 728708 h 1560541"/>
              <a:gd name="connsiteX77" fmla="*/ 1537388 w 3846171"/>
              <a:gd name="connsiteY77" fmla="*/ 683675 h 1560541"/>
              <a:gd name="connsiteX78" fmla="*/ 1537408 w 3846171"/>
              <a:gd name="connsiteY78" fmla="*/ 683675 h 1560541"/>
              <a:gd name="connsiteX79" fmla="*/ 1915583 w 3846171"/>
              <a:gd name="connsiteY79" fmla="*/ 685067 h 1560541"/>
              <a:gd name="connsiteX80" fmla="*/ 1959203 w 3846171"/>
              <a:gd name="connsiteY80" fmla="*/ 694088 h 1560541"/>
              <a:gd name="connsiteX81" fmla="*/ 1771366 w 3846171"/>
              <a:gd name="connsiteY81" fmla="*/ 750232 h 1560541"/>
              <a:gd name="connsiteX82" fmla="*/ 1409538 w 3846171"/>
              <a:gd name="connsiteY82" fmla="*/ 1057261 h 1560541"/>
              <a:gd name="connsiteX83" fmla="*/ 1403547 w 3846171"/>
              <a:gd name="connsiteY83" fmla="*/ 1068631 h 1560541"/>
              <a:gd name="connsiteX84" fmla="*/ 1083512 w 3846171"/>
              <a:gd name="connsiteY84" fmla="*/ 1310558 h 1560541"/>
              <a:gd name="connsiteX85" fmla="*/ 1078790 w 3846171"/>
              <a:gd name="connsiteY85" fmla="*/ 1316939 h 1560541"/>
              <a:gd name="connsiteX86" fmla="*/ 1084345 w 3846171"/>
              <a:gd name="connsiteY86" fmla="*/ 1322580 h 1560541"/>
              <a:gd name="connsiteX87" fmla="*/ 1247164 w 3846171"/>
              <a:gd name="connsiteY87" fmla="*/ 1311950 h 1560541"/>
              <a:gd name="connsiteX88" fmla="*/ 1536678 w 3846171"/>
              <a:gd name="connsiteY88" fmla="*/ 1163039 h 1560541"/>
              <a:gd name="connsiteX89" fmla="*/ 1602909 w 3846171"/>
              <a:gd name="connsiteY89" fmla="*/ 1054418 h 1560541"/>
              <a:gd name="connsiteX90" fmla="*/ 1843330 w 3846171"/>
              <a:gd name="connsiteY90" fmla="*/ 744471 h 1560541"/>
              <a:gd name="connsiteX91" fmla="*/ 1846067 w 3846171"/>
              <a:gd name="connsiteY91" fmla="*/ 736293 h 1560541"/>
              <a:gd name="connsiteX92" fmla="*/ 1845785 w 3846171"/>
              <a:gd name="connsiteY92" fmla="*/ 735785 h 1560541"/>
              <a:gd name="connsiteX93" fmla="*/ 1998133 w 3846171"/>
              <a:gd name="connsiteY93" fmla="*/ 700196 h 1560541"/>
              <a:gd name="connsiteX94" fmla="*/ 2131514 w 3846171"/>
              <a:gd name="connsiteY94" fmla="*/ 708130 h 1560541"/>
              <a:gd name="connsiteX95" fmla="*/ 1854622 w 3846171"/>
              <a:gd name="connsiteY95" fmla="*/ 907585 h 1560541"/>
              <a:gd name="connsiteX96" fmla="*/ 1818319 w 3846171"/>
              <a:gd name="connsiteY96" fmla="*/ 989593 h 1560541"/>
              <a:gd name="connsiteX97" fmla="*/ 1610240 w 3846171"/>
              <a:gd name="connsiteY97" fmla="*/ 1323763 h 1560541"/>
              <a:gd name="connsiteX98" fmla="*/ 1607484 w 3846171"/>
              <a:gd name="connsiteY98" fmla="*/ 1331245 h 1560541"/>
              <a:gd name="connsiteX99" fmla="*/ 1614486 w 3846171"/>
              <a:gd name="connsiteY99" fmla="*/ 1335058 h 1560541"/>
              <a:gd name="connsiteX100" fmla="*/ 1846557 w 3846171"/>
              <a:gd name="connsiteY100" fmla="*/ 1222820 h 1560541"/>
              <a:gd name="connsiteX101" fmla="*/ 2025952 w 3846171"/>
              <a:gd name="connsiteY101" fmla="*/ 1036934 h 1560541"/>
              <a:gd name="connsiteX102" fmla="*/ 2149622 w 3846171"/>
              <a:gd name="connsiteY102" fmla="*/ 724195 h 1560541"/>
              <a:gd name="connsiteX103" fmla="*/ 2144736 w 3846171"/>
              <a:gd name="connsiteY103" fmla="*/ 717094 h 1560541"/>
              <a:gd name="connsiteX104" fmla="*/ 2143714 w 3846171"/>
              <a:gd name="connsiteY104" fmla="*/ 716994 h 1560541"/>
              <a:gd name="connsiteX105" fmla="*/ 2237134 w 3846171"/>
              <a:gd name="connsiteY105" fmla="*/ 693955 h 1560541"/>
              <a:gd name="connsiteX106" fmla="*/ 2442449 w 3846171"/>
              <a:gd name="connsiteY106" fmla="*/ 678120 h 1560541"/>
              <a:gd name="connsiteX107" fmla="*/ 2653455 w 3846171"/>
              <a:gd name="connsiteY107" fmla="*/ 679930 h 1560541"/>
              <a:gd name="connsiteX108" fmla="*/ 2664044 w 3846171"/>
              <a:gd name="connsiteY108" fmla="*/ 680808 h 1560541"/>
              <a:gd name="connsiteX109" fmla="*/ 2668787 w 3846171"/>
              <a:gd name="connsiteY109" fmla="*/ 678884 h 1560541"/>
              <a:gd name="connsiteX110" fmla="*/ 2761517 w 3846171"/>
              <a:gd name="connsiteY110" fmla="*/ 669077 h 1560541"/>
              <a:gd name="connsiteX111" fmla="*/ 2709328 w 3846171"/>
              <a:gd name="connsiteY111" fmla="*/ 690954 h 1560541"/>
              <a:gd name="connsiteX112" fmla="*/ 2307253 w 3846171"/>
              <a:gd name="connsiteY112" fmla="*/ 986740 h 1560541"/>
              <a:gd name="connsiteX113" fmla="*/ 2088915 w 3846171"/>
              <a:gd name="connsiteY113" fmla="*/ 1530624 h 1560541"/>
              <a:gd name="connsiteX114" fmla="*/ 2086683 w 3846171"/>
              <a:gd name="connsiteY114" fmla="*/ 1555152 h 1560541"/>
              <a:gd name="connsiteX115" fmla="*/ 2092745 w 3846171"/>
              <a:gd name="connsiteY115" fmla="*/ 1560542 h 1560541"/>
              <a:gd name="connsiteX116" fmla="*/ 2098815 w 3846171"/>
              <a:gd name="connsiteY116" fmla="*/ 1554973 h 1560541"/>
              <a:gd name="connsiteX117" fmla="*/ 2100684 w 3846171"/>
              <a:gd name="connsiteY117" fmla="*/ 1535191 h 1560541"/>
              <a:gd name="connsiteX118" fmla="*/ 2210206 w 3846171"/>
              <a:gd name="connsiteY118" fmla="*/ 1393001 h 1560541"/>
              <a:gd name="connsiteX119" fmla="*/ 2253278 w 3846171"/>
              <a:gd name="connsiteY119" fmla="*/ 1366169 h 1560541"/>
              <a:gd name="connsiteX120" fmla="*/ 2368831 w 3846171"/>
              <a:gd name="connsiteY120" fmla="*/ 958049 h 1560541"/>
              <a:gd name="connsiteX121" fmla="*/ 2361102 w 3846171"/>
              <a:gd name="connsiteY121" fmla="*/ 954226 h 1560541"/>
              <a:gd name="connsiteX122" fmla="*/ 2357282 w 3846171"/>
              <a:gd name="connsiteY122" fmla="*/ 961955 h 1560541"/>
              <a:gd name="connsiteX123" fmla="*/ 2349543 w 3846171"/>
              <a:gd name="connsiteY123" fmla="*/ 1250646 h 1560541"/>
              <a:gd name="connsiteX124" fmla="*/ 2247328 w 3846171"/>
              <a:gd name="connsiteY124" fmla="*/ 1355522 h 1560541"/>
              <a:gd name="connsiteX125" fmla="*/ 2203173 w 3846171"/>
              <a:gd name="connsiteY125" fmla="*/ 1383033 h 1560541"/>
              <a:gd name="connsiteX126" fmla="*/ 2107147 w 3846171"/>
              <a:gd name="connsiteY126" fmla="*/ 1483314 h 1560541"/>
              <a:gd name="connsiteX127" fmla="*/ 2714008 w 3846171"/>
              <a:gd name="connsiteY127" fmla="*/ 702219 h 1560541"/>
              <a:gd name="connsiteX128" fmla="*/ 3129401 w 3846171"/>
              <a:gd name="connsiteY128" fmla="*/ 585708 h 1560541"/>
              <a:gd name="connsiteX129" fmla="*/ 2882743 w 3846171"/>
              <a:gd name="connsiteY129" fmla="*/ 751322 h 1560541"/>
              <a:gd name="connsiteX130" fmla="*/ 2699151 w 3846171"/>
              <a:gd name="connsiteY130" fmla="*/ 980581 h 1560541"/>
              <a:gd name="connsiteX131" fmla="*/ 2586515 w 3846171"/>
              <a:gd name="connsiteY131" fmla="*/ 1220570 h 1560541"/>
              <a:gd name="connsiteX132" fmla="*/ 2558949 w 3846171"/>
              <a:gd name="connsiteY132" fmla="*/ 1283012 h 1560541"/>
              <a:gd name="connsiteX133" fmla="*/ 2581814 w 3846171"/>
              <a:gd name="connsiteY133" fmla="*/ 1305843 h 1560541"/>
              <a:gd name="connsiteX134" fmla="*/ 2605978 w 3846171"/>
              <a:gd name="connsiteY134" fmla="*/ 1285927 h 1560541"/>
              <a:gd name="connsiteX135" fmla="*/ 2605953 w 3846171"/>
              <a:gd name="connsiteY135" fmla="*/ 1275098 h 1560541"/>
              <a:gd name="connsiteX136" fmla="*/ 2603629 w 3846171"/>
              <a:gd name="connsiteY136" fmla="*/ 1263968 h 1560541"/>
              <a:gd name="connsiteX137" fmla="*/ 2598712 w 3846171"/>
              <a:gd name="connsiteY137" fmla="*/ 1242550 h 1560541"/>
              <a:gd name="connsiteX138" fmla="*/ 2597103 w 3846171"/>
              <a:gd name="connsiteY138" fmla="*/ 1227363 h 1560541"/>
              <a:gd name="connsiteX139" fmla="*/ 2709722 w 3846171"/>
              <a:gd name="connsiteY139" fmla="*/ 986664 h 1560541"/>
              <a:gd name="connsiteX140" fmla="*/ 3175092 w 3846171"/>
              <a:gd name="connsiteY140" fmla="*/ 579858 h 1560541"/>
              <a:gd name="connsiteX141" fmla="*/ 3180294 w 3846171"/>
              <a:gd name="connsiteY141" fmla="*/ 579275 h 1560541"/>
              <a:gd name="connsiteX142" fmla="*/ 3197854 w 3846171"/>
              <a:gd name="connsiteY142" fmla="*/ 578264 h 1560541"/>
              <a:gd name="connsiteX143" fmla="*/ 2916806 w 3846171"/>
              <a:gd name="connsiteY143" fmla="*/ 807012 h 1560541"/>
              <a:gd name="connsiteX144" fmla="*/ 2767795 w 3846171"/>
              <a:gd name="connsiteY144" fmla="*/ 1098357 h 1560541"/>
              <a:gd name="connsiteX145" fmla="*/ 2718250 w 3846171"/>
              <a:gd name="connsiteY145" fmla="*/ 1425799 h 1560541"/>
              <a:gd name="connsiteX146" fmla="*/ 2707808 w 3846171"/>
              <a:gd name="connsiteY146" fmla="*/ 1489418 h 1560541"/>
              <a:gd name="connsiteX147" fmla="*/ 2735405 w 3846171"/>
              <a:gd name="connsiteY147" fmla="*/ 1506230 h 1560541"/>
              <a:gd name="connsiteX148" fmla="*/ 2754206 w 3846171"/>
              <a:gd name="connsiteY148" fmla="*/ 1481188 h 1560541"/>
              <a:gd name="connsiteX149" fmla="*/ 2754179 w 3846171"/>
              <a:gd name="connsiteY149" fmla="*/ 1480948 h 1560541"/>
              <a:gd name="connsiteX150" fmla="*/ 2746755 w 3846171"/>
              <a:gd name="connsiteY150" fmla="*/ 1460398 h 1560541"/>
              <a:gd name="connsiteX151" fmla="*/ 2736934 w 3846171"/>
              <a:gd name="connsiteY151" fmla="*/ 1440740 h 1560541"/>
              <a:gd name="connsiteX152" fmla="*/ 2730395 w 3846171"/>
              <a:gd name="connsiteY152" fmla="*/ 1421496 h 1560541"/>
              <a:gd name="connsiteX153" fmla="*/ 2779537 w 3846171"/>
              <a:gd name="connsiteY153" fmla="*/ 1101673 h 1560541"/>
              <a:gd name="connsiteX154" fmla="*/ 3231074 w 3846171"/>
              <a:gd name="connsiteY154" fmla="*/ 575860 h 1560541"/>
              <a:gd name="connsiteX155" fmla="*/ 3265172 w 3846171"/>
              <a:gd name="connsiteY155" fmla="*/ 572705 h 1560541"/>
              <a:gd name="connsiteX156" fmla="*/ 3267545 w 3846171"/>
              <a:gd name="connsiteY156" fmla="*/ 572640 h 1560541"/>
              <a:gd name="connsiteX157" fmla="*/ 3269557 w 3846171"/>
              <a:gd name="connsiteY157" fmla="*/ 572242 h 1560541"/>
              <a:gd name="connsiteX158" fmla="*/ 3331870 w 3846171"/>
              <a:gd name="connsiteY158" fmla="*/ 564284 h 1560541"/>
              <a:gd name="connsiteX159" fmla="*/ 3131743 w 3846171"/>
              <a:gd name="connsiteY159" fmla="*/ 748760 h 1560541"/>
              <a:gd name="connsiteX160" fmla="*/ 3018716 w 3846171"/>
              <a:gd name="connsiteY160" fmla="*/ 1084700 h 1560541"/>
              <a:gd name="connsiteX161" fmla="*/ 3023798 w 3846171"/>
              <a:gd name="connsiteY161" fmla="*/ 1091047 h 1560541"/>
              <a:gd name="connsiteX162" fmla="*/ 3030673 w 3846171"/>
              <a:gd name="connsiteY162" fmla="*/ 1086699 h 1560541"/>
              <a:gd name="connsiteX163" fmla="*/ 3175977 w 3846171"/>
              <a:gd name="connsiteY163" fmla="*/ 918753 h 1560541"/>
              <a:gd name="connsiteX164" fmla="*/ 3246768 w 3846171"/>
              <a:gd name="connsiteY164" fmla="*/ 871622 h 1560541"/>
              <a:gd name="connsiteX165" fmla="*/ 3396002 w 3846171"/>
              <a:gd name="connsiteY165" fmla="*/ 558773 h 1560541"/>
              <a:gd name="connsiteX166" fmla="*/ 3389549 w 3846171"/>
              <a:gd name="connsiteY166" fmla="*/ 553074 h 1560541"/>
              <a:gd name="connsiteX167" fmla="*/ 3385352 w 3846171"/>
              <a:gd name="connsiteY167" fmla="*/ 555118 h 1560541"/>
              <a:gd name="connsiteX168" fmla="*/ 3383829 w 3846171"/>
              <a:gd name="connsiteY168" fmla="*/ 559531 h 1560541"/>
              <a:gd name="connsiteX169" fmla="*/ 3240696 w 3846171"/>
              <a:gd name="connsiteY169" fmla="*/ 861040 h 1560541"/>
              <a:gd name="connsiteX170" fmla="*/ 3168453 w 3846171"/>
              <a:gd name="connsiteY170" fmla="*/ 909145 h 1560541"/>
              <a:gd name="connsiteX171" fmla="*/ 3033464 w 3846171"/>
              <a:gd name="connsiteY171" fmla="*/ 1052368 h 1560541"/>
              <a:gd name="connsiteX172" fmla="*/ 3355945 w 3846171"/>
              <a:gd name="connsiteY172" fmla="*/ 563958 h 1560541"/>
              <a:gd name="connsiteX173" fmla="*/ 3581223 w 3846171"/>
              <a:gd name="connsiteY173" fmla="*/ 469811 h 1560541"/>
              <a:gd name="connsiteX174" fmla="*/ 3659281 w 3846171"/>
              <a:gd name="connsiteY174" fmla="*/ 452196 h 1560541"/>
              <a:gd name="connsiteX175" fmla="*/ 3659377 w 3846171"/>
              <a:gd name="connsiteY175" fmla="*/ 452183 h 1560541"/>
              <a:gd name="connsiteX176" fmla="*/ 3660810 w 3846171"/>
              <a:gd name="connsiteY176" fmla="*/ 451778 h 1560541"/>
              <a:gd name="connsiteX177" fmla="*/ 3843106 w 3846171"/>
              <a:gd name="connsiteY177" fmla="*/ 379941 h 1560541"/>
              <a:gd name="connsiteX178" fmla="*/ 3846131 w 3846171"/>
              <a:gd name="connsiteY178" fmla="*/ 373943 h 1560541"/>
              <a:gd name="connsiteX179" fmla="*/ 3845362 w 3846171"/>
              <a:gd name="connsiteY179" fmla="*/ 371618 h 1560541"/>
              <a:gd name="connsiteX180" fmla="*/ 3841669 w 3846171"/>
              <a:gd name="connsiteY180" fmla="*/ 368766 h 1560541"/>
              <a:gd name="connsiteX181" fmla="*/ 3837036 w 3846171"/>
              <a:gd name="connsiteY181" fmla="*/ 369362 h 1560541"/>
              <a:gd name="connsiteX182" fmla="*/ 3656925 w 3846171"/>
              <a:gd name="connsiteY182" fmla="*/ 440226 h 1560541"/>
              <a:gd name="connsiteX183" fmla="*/ 3578679 w 3846171"/>
              <a:gd name="connsiteY183" fmla="*/ 457885 h 1560541"/>
              <a:gd name="connsiteX184" fmla="*/ 3544293 w 3846171"/>
              <a:gd name="connsiteY184" fmla="*/ 463193 h 1560541"/>
              <a:gd name="connsiteX185" fmla="*/ 3455924 w 3846171"/>
              <a:gd name="connsiteY185" fmla="*/ 469321 h 1560541"/>
              <a:gd name="connsiteX186" fmla="*/ 3459644 w 3846171"/>
              <a:gd name="connsiteY186" fmla="*/ 461911 h 1560541"/>
              <a:gd name="connsiteX187" fmla="*/ 3213051 w 3846171"/>
              <a:gd name="connsiteY187" fmla="*/ 322453 h 1560541"/>
              <a:gd name="connsiteX188" fmla="*/ 3178154 w 3846171"/>
              <a:gd name="connsiteY188" fmla="*/ 323643 h 1560541"/>
              <a:gd name="connsiteX189" fmla="*/ 2999867 w 3846171"/>
              <a:gd name="connsiteY189" fmla="*/ 258581 h 1560541"/>
              <a:gd name="connsiteX190" fmla="*/ 2991325 w 3846171"/>
              <a:gd name="connsiteY190" fmla="*/ 258074 h 1560541"/>
              <a:gd name="connsiteX191" fmla="*/ 2990680 w 3846171"/>
              <a:gd name="connsiteY191" fmla="*/ 266602 h 1560541"/>
              <a:gd name="connsiteX192" fmla="*/ 3268834 w 3846171"/>
              <a:gd name="connsiteY192" fmla="*/ 455389 h 1560541"/>
              <a:gd name="connsiteX193" fmla="*/ 3511306 w 3846171"/>
              <a:gd name="connsiteY193" fmla="*/ 479022 h 1560541"/>
              <a:gd name="connsiteX194" fmla="*/ 3360985 w 3846171"/>
              <a:gd name="connsiteY194" fmla="*/ 546984 h 1560541"/>
              <a:gd name="connsiteX195" fmla="*/ 3264105 w 3846171"/>
              <a:gd name="connsiteY195" fmla="*/ 560536 h 1560541"/>
              <a:gd name="connsiteX196" fmla="*/ 3178665 w 3846171"/>
              <a:gd name="connsiteY196" fmla="*/ 567130 h 1560541"/>
              <a:gd name="connsiteX197" fmla="*/ 2842579 w 3846171"/>
              <a:gd name="connsiteY197" fmla="*/ 551343 h 1560541"/>
              <a:gd name="connsiteX198" fmla="*/ 2025252 w 3846171"/>
              <a:gd name="connsiteY198" fmla="*/ 27151 h 1560541"/>
              <a:gd name="connsiteX199" fmla="*/ 2290462 w 3846171"/>
              <a:gd name="connsiteY199" fmla="*/ 116347 h 1560541"/>
              <a:gd name="connsiteX200" fmla="*/ 2330258 w 3846171"/>
              <a:gd name="connsiteY200" fmla="*/ 119306 h 1560541"/>
              <a:gd name="connsiteX201" fmla="*/ 2525756 w 3846171"/>
              <a:gd name="connsiteY201" fmla="*/ 289659 h 1560541"/>
              <a:gd name="connsiteX202" fmla="*/ 2725413 w 3846171"/>
              <a:gd name="connsiteY202" fmla="*/ 521363 h 1560541"/>
              <a:gd name="connsiteX203" fmla="*/ 2730080 w 3846171"/>
              <a:gd name="connsiteY203" fmla="*/ 521387 h 1560541"/>
              <a:gd name="connsiteX204" fmla="*/ 2733396 w 3846171"/>
              <a:gd name="connsiteY204" fmla="*/ 518105 h 1560541"/>
              <a:gd name="connsiteX205" fmla="*/ 2733423 w 3846171"/>
              <a:gd name="connsiteY205" fmla="*/ 513438 h 1560541"/>
              <a:gd name="connsiteX206" fmla="*/ 2730135 w 3846171"/>
              <a:gd name="connsiteY206" fmla="*/ 510119 h 1560541"/>
              <a:gd name="connsiteX207" fmla="*/ 2537497 w 3846171"/>
              <a:gd name="connsiteY207" fmla="*/ 286377 h 1560541"/>
              <a:gd name="connsiteX208" fmla="*/ 2330687 w 3846171"/>
              <a:gd name="connsiteY208" fmla="*/ 107126 h 1560541"/>
              <a:gd name="connsiteX209" fmla="*/ 2291977 w 3846171"/>
              <a:gd name="connsiteY209" fmla="*/ 104246 h 1560541"/>
              <a:gd name="connsiteX210" fmla="*/ 2011341 w 3846171"/>
              <a:gd name="connsiteY210" fmla="*/ 4362 h 1560541"/>
              <a:gd name="connsiteX211" fmla="*/ 2003773 w 3846171"/>
              <a:gd name="connsiteY211" fmla="*/ 4911 h 1560541"/>
              <a:gd name="connsiteX212" fmla="*/ 2002593 w 3846171"/>
              <a:gd name="connsiteY212" fmla="*/ 12400 h 1560541"/>
              <a:gd name="connsiteX213" fmla="*/ 2392560 w 3846171"/>
              <a:gd name="connsiteY213" fmla="*/ 410438 h 1560541"/>
              <a:gd name="connsiteX214" fmla="*/ 2841022 w 3846171"/>
              <a:gd name="connsiteY214" fmla="*/ 563447 h 1560541"/>
              <a:gd name="connsiteX215" fmla="*/ 3076457 w 3846171"/>
              <a:gd name="connsiteY215" fmla="*/ 581662 h 1560541"/>
              <a:gd name="connsiteX216" fmla="*/ 2823767 w 3846171"/>
              <a:gd name="connsiteY216" fmla="*/ 646103 h 1560541"/>
              <a:gd name="connsiteX217" fmla="*/ 2823733 w 3846171"/>
              <a:gd name="connsiteY217" fmla="*/ 646107 h 1560541"/>
              <a:gd name="connsiteX218" fmla="*/ 2653836 w 3846171"/>
              <a:gd name="connsiteY218" fmla="*/ 667747 h 1560541"/>
              <a:gd name="connsiteX219" fmla="*/ 2335303 w 3846171"/>
              <a:gd name="connsiteY219" fmla="*/ 579728 h 1560541"/>
              <a:gd name="connsiteX220" fmla="*/ 1863880 w 3846171"/>
              <a:gd name="connsiteY220" fmla="*/ 94020 h 1560541"/>
              <a:gd name="connsiteX221" fmla="*/ 1865009 w 3846171"/>
              <a:gd name="connsiteY221" fmla="*/ 73566 h 1560541"/>
              <a:gd name="connsiteX222" fmla="*/ 1869185 w 3846171"/>
              <a:gd name="connsiteY222" fmla="*/ 51995 h 1560541"/>
              <a:gd name="connsiteX223" fmla="*/ 1871019 w 3846171"/>
              <a:gd name="connsiteY223" fmla="*/ 31729 h 1560541"/>
              <a:gd name="connsiteX224" fmla="*/ 1870772 w 3846171"/>
              <a:gd name="connsiteY224" fmla="*/ 29967 h 1560541"/>
              <a:gd name="connsiteX225" fmla="*/ 1845933 w 3846171"/>
              <a:gd name="connsiteY225" fmla="*/ 10894 h 1560541"/>
              <a:gd name="connsiteX226" fmla="*/ 1823867 w 3846171"/>
              <a:gd name="connsiteY226" fmla="*/ 34503 h 1560541"/>
              <a:gd name="connsiteX227" fmla="*/ 1849715 w 3846171"/>
              <a:gd name="connsiteY227" fmla="*/ 91418 h 1560541"/>
              <a:gd name="connsiteX228" fmla="*/ 2056316 w 3846171"/>
              <a:gd name="connsiteY228" fmla="*/ 405298 h 1560541"/>
              <a:gd name="connsiteX229" fmla="*/ 2330258 w 3846171"/>
              <a:gd name="connsiteY229" fmla="*/ 590838 h 1560541"/>
              <a:gd name="connsiteX230" fmla="*/ 2586826 w 3846171"/>
              <a:gd name="connsiteY230" fmla="*/ 670514 h 1560541"/>
              <a:gd name="connsiteX231" fmla="*/ 2481515 w 3846171"/>
              <a:gd name="connsiteY231" fmla="*/ 668628 h 1560541"/>
              <a:gd name="connsiteX232" fmla="*/ 2479008 w 3846171"/>
              <a:gd name="connsiteY232" fmla="*/ 667788 h 1560541"/>
              <a:gd name="connsiteX233" fmla="*/ 2443152 w 3846171"/>
              <a:gd name="connsiteY233" fmla="*/ 665954 h 1560541"/>
              <a:gd name="connsiteX234" fmla="*/ 2417955 w 3846171"/>
              <a:gd name="connsiteY234" fmla="*/ 663605 h 1560541"/>
              <a:gd name="connsiteX235" fmla="*/ 1754344 w 3846171"/>
              <a:gd name="connsiteY235" fmla="*/ 318119 h 1560541"/>
              <a:gd name="connsiteX236" fmla="*/ 1750926 w 3846171"/>
              <a:gd name="connsiteY236" fmla="*/ 306522 h 1560541"/>
              <a:gd name="connsiteX237" fmla="*/ 1747174 w 3846171"/>
              <a:gd name="connsiteY237" fmla="*/ 284868 h 1560541"/>
              <a:gd name="connsiteX238" fmla="*/ 1740841 w 3846171"/>
              <a:gd name="connsiteY238" fmla="*/ 263711 h 1560541"/>
              <a:gd name="connsiteX239" fmla="*/ 1710848 w 3846171"/>
              <a:gd name="connsiteY239" fmla="*/ 254700 h 1560541"/>
              <a:gd name="connsiteX240" fmla="*/ 1698602 w 3846171"/>
              <a:gd name="connsiteY240" fmla="*/ 284604 h 1560541"/>
              <a:gd name="connsiteX241" fmla="*/ 1750127 w 3846171"/>
              <a:gd name="connsiteY241" fmla="*/ 332521 h 1560541"/>
              <a:gd name="connsiteX242" fmla="*/ 2056672 w 3846171"/>
              <a:gd name="connsiteY242" fmla="*/ 578336 h 1560541"/>
              <a:gd name="connsiteX243" fmla="*/ 2353757 w 3846171"/>
              <a:gd name="connsiteY243" fmla="*/ 667600 h 1560541"/>
              <a:gd name="connsiteX244" fmla="*/ 2235117 w 3846171"/>
              <a:gd name="connsiteY244" fmla="*/ 681929 h 1560541"/>
              <a:gd name="connsiteX245" fmla="*/ 2184344 w 3846171"/>
              <a:gd name="connsiteY245" fmla="*/ 692943 h 1560541"/>
              <a:gd name="connsiteX246" fmla="*/ 2184245 w 3846171"/>
              <a:gd name="connsiteY246" fmla="*/ 692947 h 1560541"/>
              <a:gd name="connsiteX247" fmla="*/ 1856333 w 3846171"/>
              <a:gd name="connsiteY247" fmla="*/ 656033 h 1560541"/>
              <a:gd name="connsiteX248" fmla="*/ 1414363 w 3846171"/>
              <a:gd name="connsiteY248" fmla="*/ 229384 h 1560541"/>
              <a:gd name="connsiteX249" fmla="*/ 1563925 w 3846171"/>
              <a:gd name="connsiteY249" fmla="*/ 355146 h 1560541"/>
              <a:gd name="connsiteX250" fmla="*/ 1583693 w 3846171"/>
              <a:gd name="connsiteY250" fmla="*/ 362854 h 1560541"/>
              <a:gd name="connsiteX251" fmla="*/ 1670591 w 3846171"/>
              <a:gd name="connsiteY251" fmla="*/ 483057 h 1560541"/>
              <a:gd name="connsiteX252" fmla="*/ 1741218 w 3846171"/>
              <a:gd name="connsiteY252" fmla="*/ 606402 h 1560541"/>
              <a:gd name="connsiteX253" fmla="*/ 1745418 w 3846171"/>
              <a:gd name="connsiteY253" fmla="*/ 608439 h 1560541"/>
              <a:gd name="connsiteX254" fmla="*/ 1749828 w 3846171"/>
              <a:gd name="connsiteY254" fmla="*/ 606906 h 1560541"/>
              <a:gd name="connsiteX255" fmla="*/ 1750336 w 3846171"/>
              <a:gd name="connsiteY255" fmla="*/ 598299 h 1560541"/>
              <a:gd name="connsiteX256" fmla="*/ 1682441 w 3846171"/>
              <a:gd name="connsiteY256" fmla="*/ 480208 h 1560541"/>
              <a:gd name="connsiteX257" fmla="*/ 1587794 w 3846171"/>
              <a:gd name="connsiteY257" fmla="*/ 351367 h 1560541"/>
              <a:gd name="connsiteX258" fmla="*/ 1568804 w 3846171"/>
              <a:gd name="connsiteY258" fmla="*/ 343970 h 1560541"/>
              <a:gd name="connsiteX259" fmla="*/ 1391937 w 3846171"/>
              <a:gd name="connsiteY259" fmla="*/ 163516 h 1560541"/>
              <a:gd name="connsiteX260" fmla="*/ 1384283 w 3846171"/>
              <a:gd name="connsiteY260" fmla="*/ 159840 h 1560541"/>
              <a:gd name="connsiteX261" fmla="*/ 1380374 w 3846171"/>
              <a:gd name="connsiteY261" fmla="*/ 167377 h 1560541"/>
              <a:gd name="connsiteX262" fmla="*/ 1584300 w 3846171"/>
              <a:gd name="connsiteY262" fmla="*/ 511618 h 1560541"/>
              <a:gd name="connsiteX263" fmla="*/ 1852599 w 3846171"/>
              <a:gd name="connsiteY263" fmla="*/ 667641 h 1560541"/>
              <a:gd name="connsiteX264" fmla="*/ 1876869 w 3846171"/>
              <a:gd name="connsiteY264" fmla="*/ 675013 h 1560541"/>
              <a:gd name="connsiteX265" fmla="*/ 1474027 w 3846171"/>
              <a:gd name="connsiteY265" fmla="*/ 666286 h 1560541"/>
              <a:gd name="connsiteX266" fmla="*/ 1257654 w 3846171"/>
              <a:gd name="connsiteY266" fmla="*/ 616332 h 1560541"/>
              <a:gd name="connsiteX267" fmla="*/ 1257825 w 3846171"/>
              <a:gd name="connsiteY267" fmla="*/ 612972 h 1560541"/>
              <a:gd name="connsiteX268" fmla="*/ 1010581 w 3846171"/>
              <a:gd name="connsiteY268" fmla="*/ 319467 h 1560541"/>
              <a:gd name="connsiteX269" fmla="*/ 845481 w 3846171"/>
              <a:gd name="connsiteY269" fmla="*/ 211676 h 1560541"/>
              <a:gd name="connsiteX270" fmla="*/ 701394 w 3846171"/>
              <a:gd name="connsiteY270" fmla="*/ 3697 h 1560541"/>
              <a:gd name="connsiteX271" fmla="*/ 693689 w 3846171"/>
              <a:gd name="connsiteY271" fmla="*/ 385 h 1560541"/>
              <a:gd name="connsiteX272" fmla="*/ 1591525 w 3846171"/>
              <a:gd name="connsiteY272" fmla="*/ 1050056 h 1560541"/>
              <a:gd name="connsiteX273" fmla="*/ 1527684 w 3846171"/>
              <a:gd name="connsiteY273" fmla="*/ 1154809 h 1560541"/>
              <a:gd name="connsiteX274" fmla="*/ 1245227 w 3846171"/>
              <a:gd name="connsiteY274" fmla="*/ 1299911 h 1560541"/>
              <a:gd name="connsiteX275" fmla="*/ 1126848 w 3846171"/>
              <a:gd name="connsiteY275" fmla="*/ 1311415 h 1560541"/>
              <a:gd name="connsiteX276" fmla="*/ 1414414 w 3846171"/>
              <a:gd name="connsiteY276" fmla="*/ 1074186 h 1560541"/>
              <a:gd name="connsiteX277" fmla="*/ 1420205 w 3846171"/>
              <a:gd name="connsiteY277" fmla="*/ 1063190 h 1560541"/>
              <a:gd name="connsiteX278" fmla="*/ 1775786 w 3846171"/>
              <a:gd name="connsiteY278" fmla="*/ 761612 h 1560541"/>
              <a:gd name="connsiteX279" fmla="*/ 1814324 w 3846171"/>
              <a:gd name="connsiteY279" fmla="*/ 746628 h 1560541"/>
              <a:gd name="connsiteX280" fmla="*/ 1591525 w 3846171"/>
              <a:gd name="connsiteY280" fmla="*/ 1050056 h 1560541"/>
              <a:gd name="connsiteX281" fmla="*/ 2137631 w 3846171"/>
              <a:gd name="connsiteY281" fmla="*/ 721990 h 1560541"/>
              <a:gd name="connsiteX282" fmla="*/ 1839730 w 3846171"/>
              <a:gd name="connsiteY282" fmla="*/ 1212714 h 1560541"/>
              <a:gd name="connsiteX283" fmla="*/ 1649804 w 3846171"/>
              <a:gd name="connsiteY283" fmla="*/ 1311939 h 1560541"/>
              <a:gd name="connsiteX284" fmla="*/ 1830057 w 3846171"/>
              <a:gd name="connsiteY284" fmla="*/ 992912 h 1560541"/>
              <a:gd name="connsiteX285" fmla="*/ 1864881 w 3846171"/>
              <a:gd name="connsiteY285" fmla="*/ 914182 h 1560541"/>
              <a:gd name="connsiteX286" fmla="*/ 2140055 w 3846171"/>
              <a:gd name="connsiteY286" fmla="*/ 718157 h 1560541"/>
              <a:gd name="connsiteX287" fmla="*/ 2137631 w 3846171"/>
              <a:gd name="connsiteY287" fmla="*/ 721990 h 1560541"/>
              <a:gd name="connsiteX288" fmla="*/ 3040946 w 3846171"/>
              <a:gd name="connsiteY288" fmla="*/ 302987 h 1560541"/>
              <a:gd name="connsiteX289" fmla="*/ 3177966 w 3846171"/>
              <a:gd name="connsiteY289" fmla="*/ 335840 h 1560541"/>
              <a:gd name="connsiteX290" fmla="*/ 3214015 w 3846171"/>
              <a:gd name="connsiteY290" fmla="*/ 334613 h 1560541"/>
              <a:gd name="connsiteX291" fmla="*/ 3447941 w 3846171"/>
              <a:gd name="connsiteY291" fmla="*/ 465306 h 1560541"/>
              <a:gd name="connsiteX292" fmla="*/ 3451703 w 3846171"/>
              <a:gd name="connsiteY292" fmla="*/ 469331 h 1560541"/>
              <a:gd name="connsiteX293" fmla="*/ 3040946 w 3846171"/>
              <a:gd name="connsiteY293" fmla="*/ 302987 h 1560541"/>
              <a:gd name="connsiteX294" fmla="*/ 836853 w 3846171"/>
              <a:gd name="connsiteY294" fmla="*/ 220280 h 1560541"/>
              <a:gd name="connsiteX295" fmla="*/ 1006051 w 3846171"/>
              <a:gd name="connsiteY295" fmla="*/ 330786 h 1560541"/>
              <a:gd name="connsiteX296" fmla="*/ 1244942 w 3846171"/>
              <a:gd name="connsiteY296" fmla="*/ 611422 h 1560541"/>
              <a:gd name="connsiteX297" fmla="*/ 928332 w 3846171"/>
              <a:gd name="connsiteY297" fmla="*/ 389223 h 1560541"/>
              <a:gd name="connsiteX298" fmla="*/ 731957 w 3846171"/>
              <a:gd name="connsiteY298" fmla="*/ 85835 h 1560541"/>
              <a:gd name="connsiteX299" fmla="*/ 836853 w 3846171"/>
              <a:gd name="connsiteY299" fmla="*/ 220280 h 1560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Lst>
            <a:rect l="l" t="t" r="r" b="b"/>
            <a:pathLst>
              <a:path w="3846171" h="1560541">
                <a:moveTo>
                  <a:pt x="693689" y="385"/>
                </a:moveTo>
                <a:cubicBezTo>
                  <a:pt x="690641" y="1520"/>
                  <a:pt x="689012" y="4842"/>
                  <a:pt x="690003" y="7946"/>
                </a:cubicBezTo>
                <a:cubicBezTo>
                  <a:pt x="732818" y="142839"/>
                  <a:pt x="809933" y="273837"/>
                  <a:pt x="919204" y="397302"/>
                </a:cubicBezTo>
                <a:cubicBezTo>
                  <a:pt x="1039696" y="533443"/>
                  <a:pt x="1199014" y="625851"/>
                  <a:pt x="1375210" y="663420"/>
                </a:cubicBezTo>
                <a:cubicBezTo>
                  <a:pt x="1296127" y="668752"/>
                  <a:pt x="1122767" y="674667"/>
                  <a:pt x="935523" y="643946"/>
                </a:cubicBezTo>
                <a:cubicBezTo>
                  <a:pt x="727660" y="609845"/>
                  <a:pt x="453035" y="520708"/>
                  <a:pt x="314860" y="290200"/>
                </a:cubicBezTo>
                <a:cubicBezTo>
                  <a:pt x="342169" y="318534"/>
                  <a:pt x="386111" y="353181"/>
                  <a:pt x="451115" y="375473"/>
                </a:cubicBezTo>
                <a:cubicBezTo>
                  <a:pt x="477988" y="384690"/>
                  <a:pt x="507285" y="390461"/>
                  <a:pt x="538195" y="392628"/>
                </a:cubicBezTo>
                <a:cubicBezTo>
                  <a:pt x="597214" y="396763"/>
                  <a:pt x="740488" y="425005"/>
                  <a:pt x="796011" y="597490"/>
                </a:cubicBezTo>
                <a:cubicBezTo>
                  <a:pt x="797040" y="600693"/>
                  <a:pt x="800482" y="602459"/>
                  <a:pt x="803682" y="601427"/>
                </a:cubicBezTo>
                <a:cubicBezTo>
                  <a:pt x="805235" y="600926"/>
                  <a:pt x="806500" y="599853"/>
                  <a:pt x="807241" y="598402"/>
                </a:cubicBezTo>
                <a:cubicBezTo>
                  <a:pt x="807985" y="596952"/>
                  <a:pt x="808118" y="595302"/>
                  <a:pt x="807614" y="593753"/>
                </a:cubicBezTo>
                <a:cubicBezTo>
                  <a:pt x="749819" y="414193"/>
                  <a:pt x="600540" y="384772"/>
                  <a:pt x="539041" y="380458"/>
                </a:cubicBezTo>
                <a:cubicBezTo>
                  <a:pt x="509188" y="378367"/>
                  <a:pt x="480934" y="372805"/>
                  <a:pt x="455065" y="363931"/>
                </a:cubicBezTo>
                <a:cubicBezTo>
                  <a:pt x="322716" y="318548"/>
                  <a:pt x="280248" y="222745"/>
                  <a:pt x="278472" y="218613"/>
                </a:cubicBezTo>
                <a:cubicBezTo>
                  <a:pt x="277162" y="215530"/>
                  <a:pt x="273585" y="214076"/>
                  <a:pt x="270499" y="215373"/>
                </a:cubicBezTo>
                <a:cubicBezTo>
                  <a:pt x="267420" y="216662"/>
                  <a:pt x="265956" y="220228"/>
                  <a:pt x="267245" y="223376"/>
                </a:cubicBezTo>
                <a:cubicBezTo>
                  <a:pt x="321094" y="350318"/>
                  <a:pt x="415495" y="452882"/>
                  <a:pt x="547830" y="528228"/>
                </a:cubicBezTo>
                <a:cubicBezTo>
                  <a:pt x="634621" y="577643"/>
                  <a:pt x="737828" y="615458"/>
                  <a:pt x="855374" y="641069"/>
                </a:cubicBezTo>
                <a:cubicBezTo>
                  <a:pt x="828792" y="642012"/>
                  <a:pt x="796120" y="644557"/>
                  <a:pt x="759975" y="650362"/>
                </a:cubicBezTo>
                <a:cubicBezTo>
                  <a:pt x="759314" y="650468"/>
                  <a:pt x="758628" y="650588"/>
                  <a:pt x="757959" y="650698"/>
                </a:cubicBezTo>
                <a:cubicBezTo>
                  <a:pt x="756745" y="650180"/>
                  <a:pt x="755367" y="650026"/>
                  <a:pt x="753995" y="650396"/>
                </a:cubicBezTo>
                <a:cubicBezTo>
                  <a:pt x="752956" y="650674"/>
                  <a:pt x="648636" y="678271"/>
                  <a:pt x="505321" y="673724"/>
                </a:cubicBezTo>
                <a:cubicBezTo>
                  <a:pt x="394571" y="670205"/>
                  <a:pt x="232132" y="645719"/>
                  <a:pt x="79051" y="550434"/>
                </a:cubicBezTo>
                <a:cubicBezTo>
                  <a:pt x="115731" y="564520"/>
                  <a:pt x="166501" y="578127"/>
                  <a:pt x="221952" y="575647"/>
                </a:cubicBezTo>
                <a:cubicBezTo>
                  <a:pt x="230349" y="575274"/>
                  <a:pt x="239354" y="574344"/>
                  <a:pt x="250285" y="572726"/>
                </a:cubicBezTo>
                <a:cubicBezTo>
                  <a:pt x="276538" y="568837"/>
                  <a:pt x="368387" y="560018"/>
                  <a:pt x="448125" y="609824"/>
                </a:cubicBezTo>
                <a:cubicBezTo>
                  <a:pt x="479469" y="629407"/>
                  <a:pt x="509223" y="644104"/>
                  <a:pt x="539096" y="654765"/>
                </a:cubicBezTo>
                <a:cubicBezTo>
                  <a:pt x="550734" y="658921"/>
                  <a:pt x="563065" y="663025"/>
                  <a:pt x="575759" y="666969"/>
                </a:cubicBezTo>
                <a:cubicBezTo>
                  <a:pt x="577312" y="667452"/>
                  <a:pt x="578965" y="667301"/>
                  <a:pt x="580406" y="666543"/>
                </a:cubicBezTo>
                <a:cubicBezTo>
                  <a:pt x="581849" y="665785"/>
                  <a:pt x="582909" y="664510"/>
                  <a:pt x="583392" y="662957"/>
                </a:cubicBezTo>
                <a:cubicBezTo>
                  <a:pt x="583876" y="661403"/>
                  <a:pt x="583725" y="659751"/>
                  <a:pt x="582964" y="658307"/>
                </a:cubicBezTo>
                <a:cubicBezTo>
                  <a:pt x="582206" y="656863"/>
                  <a:pt x="580930" y="655804"/>
                  <a:pt x="579380" y="655327"/>
                </a:cubicBezTo>
                <a:cubicBezTo>
                  <a:pt x="566861" y="651439"/>
                  <a:pt x="554688" y="647385"/>
                  <a:pt x="543197" y="643284"/>
                </a:cubicBezTo>
                <a:cubicBezTo>
                  <a:pt x="514161" y="632919"/>
                  <a:pt x="485175" y="618592"/>
                  <a:pt x="454585" y="599486"/>
                </a:cubicBezTo>
                <a:cubicBezTo>
                  <a:pt x="371309" y="547464"/>
                  <a:pt x="275790" y="556623"/>
                  <a:pt x="248499" y="560666"/>
                </a:cubicBezTo>
                <a:cubicBezTo>
                  <a:pt x="237958" y="562226"/>
                  <a:pt x="229348" y="563118"/>
                  <a:pt x="221406" y="563471"/>
                </a:cubicBezTo>
                <a:cubicBezTo>
                  <a:pt x="105708" y="568645"/>
                  <a:pt x="10585" y="502250"/>
                  <a:pt x="9635" y="501578"/>
                </a:cubicBezTo>
                <a:cubicBezTo>
                  <a:pt x="6919" y="499654"/>
                  <a:pt x="3226" y="500233"/>
                  <a:pt x="1230" y="502894"/>
                </a:cubicBezTo>
                <a:cubicBezTo>
                  <a:pt x="-765" y="505559"/>
                  <a:pt x="-285" y="509265"/>
                  <a:pt x="2324" y="511330"/>
                </a:cubicBezTo>
                <a:cubicBezTo>
                  <a:pt x="174827" y="647917"/>
                  <a:pt x="370859" y="681658"/>
                  <a:pt x="504930" y="685917"/>
                </a:cubicBezTo>
                <a:cubicBezTo>
                  <a:pt x="554451" y="687488"/>
                  <a:pt x="599368" y="685266"/>
                  <a:pt x="637131" y="681641"/>
                </a:cubicBezTo>
                <a:cubicBezTo>
                  <a:pt x="575176" y="703793"/>
                  <a:pt x="509415" y="738161"/>
                  <a:pt x="452109" y="791506"/>
                </a:cubicBezTo>
                <a:cubicBezTo>
                  <a:pt x="406109" y="834331"/>
                  <a:pt x="351801" y="865487"/>
                  <a:pt x="295054" y="881607"/>
                </a:cubicBezTo>
                <a:cubicBezTo>
                  <a:pt x="247981" y="894976"/>
                  <a:pt x="199605" y="900494"/>
                  <a:pt x="151273" y="898004"/>
                </a:cubicBezTo>
                <a:cubicBezTo>
                  <a:pt x="148101" y="897843"/>
                  <a:pt x="145307" y="900185"/>
                  <a:pt x="144912" y="903333"/>
                </a:cubicBezTo>
                <a:cubicBezTo>
                  <a:pt x="144511" y="906477"/>
                  <a:pt x="146640" y="909443"/>
                  <a:pt x="149750" y="910071"/>
                </a:cubicBezTo>
                <a:cubicBezTo>
                  <a:pt x="150649" y="910253"/>
                  <a:pt x="241079" y="928125"/>
                  <a:pt x="359838" y="908771"/>
                </a:cubicBezTo>
                <a:cubicBezTo>
                  <a:pt x="469237" y="890944"/>
                  <a:pt x="625552" y="836971"/>
                  <a:pt x="748982" y="681082"/>
                </a:cubicBezTo>
                <a:cubicBezTo>
                  <a:pt x="751070" y="678449"/>
                  <a:pt x="750625" y="674602"/>
                  <a:pt x="747987" y="672517"/>
                </a:cubicBezTo>
                <a:cubicBezTo>
                  <a:pt x="746712" y="671505"/>
                  <a:pt x="745117" y="671052"/>
                  <a:pt x="743499" y="671241"/>
                </a:cubicBezTo>
                <a:cubicBezTo>
                  <a:pt x="741881" y="671430"/>
                  <a:pt x="740433" y="672235"/>
                  <a:pt x="739422" y="673514"/>
                </a:cubicBezTo>
                <a:cubicBezTo>
                  <a:pt x="618515" y="826218"/>
                  <a:pt x="465386" y="879155"/>
                  <a:pt x="358223" y="896677"/>
                </a:cubicBezTo>
                <a:cubicBezTo>
                  <a:pt x="320110" y="902908"/>
                  <a:pt x="281239" y="905881"/>
                  <a:pt x="242399" y="905541"/>
                </a:cubicBezTo>
                <a:cubicBezTo>
                  <a:pt x="261231" y="902647"/>
                  <a:pt x="279991" y="898560"/>
                  <a:pt x="298387" y="893334"/>
                </a:cubicBezTo>
                <a:cubicBezTo>
                  <a:pt x="356975" y="876693"/>
                  <a:pt x="413005" y="844567"/>
                  <a:pt x="460421" y="800429"/>
                </a:cubicBezTo>
                <a:cubicBezTo>
                  <a:pt x="556485" y="710994"/>
                  <a:pt x="677254" y="676028"/>
                  <a:pt x="761645" y="662446"/>
                </a:cubicBezTo>
                <a:cubicBezTo>
                  <a:pt x="853584" y="647650"/>
                  <a:pt x="923110" y="654264"/>
                  <a:pt x="923803" y="654333"/>
                </a:cubicBezTo>
                <a:cubicBezTo>
                  <a:pt x="923878" y="654340"/>
                  <a:pt x="923950" y="654329"/>
                  <a:pt x="924022" y="654333"/>
                </a:cubicBezTo>
                <a:cubicBezTo>
                  <a:pt x="927204" y="654874"/>
                  <a:pt x="930339" y="655454"/>
                  <a:pt x="933538" y="655982"/>
                </a:cubicBezTo>
                <a:cubicBezTo>
                  <a:pt x="1181989" y="696746"/>
                  <a:pt x="1406366" y="673405"/>
                  <a:pt x="1420853" y="671821"/>
                </a:cubicBezTo>
                <a:cubicBezTo>
                  <a:pt x="1429313" y="673148"/>
                  <a:pt x="1437806" y="674358"/>
                  <a:pt x="1446334" y="675435"/>
                </a:cubicBezTo>
                <a:cubicBezTo>
                  <a:pt x="1382551" y="680424"/>
                  <a:pt x="1291453" y="691650"/>
                  <a:pt x="1193061" y="716836"/>
                </a:cubicBezTo>
                <a:cubicBezTo>
                  <a:pt x="1084623" y="744601"/>
                  <a:pt x="988508" y="783637"/>
                  <a:pt x="907392" y="832860"/>
                </a:cubicBezTo>
                <a:cubicBezTo>
                  <a:pt x="805735" y="894548"/>
                  <a:pt x="727462" y="972496"/>
                  <a:pt x="674744" y="1064534"/>
                </a:cubicBezTo>
                <a:cubicBezTo>
                  <a:pt x="673119" y="1067383"/>
                  <a:pt x="674017" y="1070980"/>
                  <a:pt x="676798" y="1072729"/>
                </a:cubicBezTo>
                <a:cubicBezTo>
                  <a:pt x="679582" y="1074471"/>
                  <a:pt x="683217" y="1073713"/>
                  <a:pt x="685072" y="1071001"/>
                </a:cubicBezTo>
                <a:cubicBezTo>
                  <a:pt x="685744" y="1070020"/>
                  <a:pt x="754348" y="972558"/>
                  <a:pt x="944144" y="935614"/>
                </a:cubicBezTo>
                <a:cubicBezTo>
                  <a:pt x="966192" y="931320"/>
                  <a:pt x="989749" y="928214"/>
                  <a:pt x="1016159" y="926108"/>
                </a:cubicBezTo>
                <a:cubicBezTo>
                  <a:pt x="1077957" y="921191"/>
                  <a:pt x="1282212" y="892175"/>
                  <a:pt x="1316008" y="725234"/>
                </a:cubicBezTo>
                <a:cubicBezTo>
                  <a:pt x="1316338" y="723643"/>
                  <a:pt x="1316022" y="722018"/>
                  <a:pt x="1315127" y="720660"/>
                </a:cubicBezTo>
                <a:cubicBezTo>
                  <a:pt x="1314225" y="719295"/>
                  <a:pt x="1312843" y="718366"/>
                  <a:pt x="1311242" y="718044"/>
                </a:cubicBezTo>
                <a:cubicBezTo>
                  <a:pt x="1307947" y="717378"/>
                  <a:pt x="1304724" y="719515"/>
                  <a:pt x="1304058" y="722806"/>
                </a:cubicBezTo>
                <a:cubicBezTo>
                  <a:pt x="1271953" y="881391"/>
                  <a:pt x="1074840" y="909203"/>
                  <a:pt x="1015192" y="913949"/>
                </a:cubicBezTo>
                <a:cubicBezTo>
                  <a:pt x="988343" y="916085"/>
                  <a:pt x="964340" y="919254"/>
                  <a:pt x="941818" y="923639"/>
                </a:cubicBezTo>
                <a:cubicBezTo>
                  <a:pt x="829334" y="945534"/>
                  <a:pt x="758573" y="987251"/>
                  <a:pt x="717233" y="1021092"/>
                </a:cubicBezTo>
                <a:cubicBezTo>
                  <a:pt x="840985" y="849330"/>
                  <a:pt x="1045073" y="767342"/>
                  <a:pt x="1195873" y="728708"/>
                </a:cubicBezTo>
                <a:cubicBezTo>
                  <a:pt x="1379122" y="681761"/>
                  <a:pt x="1535825" y="683651"/>
                  <a:pt x="1537388" y="683675"/>
                </a:cubicBezTo>
                <a:cubicBezTo>
                  <a:pt x="1537395" y="683675"/>
                  <a:pt x="1537402" y="683675"/>
                  <a:pt x="1537408" y="683675"/>
                </a:cubicBezTo>
                <a:cubicBezTo>
                  <a:pt x="1734645" y="697168"/>
                  <a:pt x="1902230" y="686003"/>
                  <a:pt x="1915583" y="685067"/>
                </a:cubicBezTo>
                <a:cubicBezTo>
                  <a:pt x="1930437" y="688547"/>
                  <a:pt x="1945004" y="691534"/>
                  <a:pt x="1959203" y="694088"/>
                </a:cubicBezTo>
                <a:cubicBezTo>
                  <a:pt x="1918395" y="701780"/>
                  <a:pt x="1848837" y="718119"/>
                  <a:pt x="1771366" y="750232"/>
                </a:cubicBezTo>
                <a:cubicBezTo>
                  <a:pt x="1658010" y="797223"/>
                  <a:pt x="1503218" y="888636"/>
                  <a:pt x="1409538" y="1057261"/>
                </a:cubicBezTo>
                <a:cubicBezTo>
                  <a:pt x="1407494" y="1060944"/>
                  <a:pt x="1405615" y="1064589"/>
                  <a:pt x="1403547" y="1068631"/>
                </a:cubicBezTo>
                <a:cubicBezTo>
                  <a:pt x="1387242" y="1100531"/>
                  <a:pt x="1295188" y="1262113"/>
                  <a:pt x="1083512" y="1310558"/>
                </a:cubicBezTo>
                <a:cubicBezTo>
                  <a:pt x="1080566" y="1311233"/>
                  <a:pt x="1078581" y="1313911"/>
                  <a:pt x="1078790" y="1316939"/>
                </a:cubicBezTo>
                <a:cubicBezTo>
                  <a:pt x="1079020" y="1319905"/>
                  <a:pt x="1081410" y="1322326"/>
                  <a:pt x="1084345" y="1322580"/>
                </a:cubicBezTo>
                <a:cubicBezTo>
                  <a:pt x="1085055" y="1322641"/>
                  <a:pt x="1156282" y="1328574"/>
                  <a:pt x="1247164" y="1311950"/>
                </a:cubicBezTo>
                <a:cubicBezTo>
                  <a:pt x="1331120" y="1296588"/>
                  <a:pt x="1449496" y="1258286"/>
                  <a:pt x="1536678" y="1163039"/>
                </a:cubicBezTo>
                <a:cubicBezTo>
                  <a:pt x="1564717" y="1132400"/>
                  <a:pt x="1587002" y="1095854"/>
                  <a:pt x="1602909" y="1054418"/>
                </a:cubicBezTo>
                <a:cubicBezTo>
                  <a:pt x="1630050" y="983716"/>
                  <a:pt x="1707813" y="811981"/>
                  <a:pt x="1843330" y="744471"/>
                </a:cubicBezTo>
                <a:cubicBezTo>
                  <a:pt x="1846334" y="742976"/>
                  <a:pt x="1847568" y="739310"/>
                  <a:pt x="1846067" y="736293"/>
                </a:cubicBezTo>
                <a:cubicBezTo>
                  <a:pt x="1845981" y="736121"/>
                  <a:pt x="1845885" y="735950"/>
                  <a:pt x="1845785" y="735785"/>
                </a:cubicBezTo>
                <a:cubicBezTo>
                  <a:pt x="1930969" y="708110"/>
                  <a:pt x="1993562" y="700710"/>
                  <a:pt x="1998133" y="700196"/>
                </a:cubicBezTo>
                <a:cubicBezTo>
                  <a:pt x="2051892" y="707417"/>
                  <a:pt x="2098294" y="708696"/>
                  <a:pt x="2131514" y="708130"/>
                </a:cubicBezTo>
                <a:cubicBezTo>
                  <a:pt x="2030986" y="741021"/>
                  <a:pt x="1923524" y="800401"/>
                  <a:pt x="1854622" y="907585"/>
                </a:cubicBezTo>
                <a:cubicBezTo>
                  <a:pt x="1839058" y="931794"/>
                  <a:pt x="1826847" y="959387"/>
                  <a:pt x="1818319" y="989593"/>
                </a:cubicBezTo>
                <a:cubicBezTo>
                  <a:pt x="1796301" y="1067637"/>
                  <a:pt x="1731946" y="1256424"/>
                  <a:pt x="1610240" y="1323763"/>
                </a:cubicBezTo>
                <a:cubicBezTo>
                  <a:pt x="1607562" y="1325244"/>
                  <a:pt x="1606410" y="1328399"/>
                  <a:pt x="1607484" y="1331245"/>
                </a:cubicBezTo>
                <a:cubicBezTo>
                  <a:pt x="1608540" y="1334057"/>
                  <a:pt x="1611551" y="1335696"/>
                  <a:pt x="1614486" y="1335058"/>
                </a:cubicBezTo>
                <a:cubicBezTo>
                  <a:pt x="1615590" y="1334818"/>
                  <a:pt x="1726144" y="1310112"/>
                  <a:pt x="1846557" y="1222820"/>
                </a:cubicBezTo>
                <a:cubicBezTo>
                  <a:pt x="1917280" y="1171549"/>
                  <a:pt x="1977637" y="1109008"/>
                  <a:pt x="2025952" y="1036934"/>
                </a:cubicBezTo>
                <a:cubicBezTo>
                  <a:pt x="2086309" y="946898"/>
                  <a:pt x="2127917" y="841676"/>
                  <a:pt x="2149622" y="724195"/>
                </a:cubicBezTo>
                <a:cubicBezTo>
                  <a:pt x="2150229" y="720890"/>
                  <a:pt x="2148031" y="717701"/>
                  <a:pt x="2144736" y="717094"/>
                </a:cubicBezTo>
                <a:cubicBezTo>
                  <a:pt x="2144393" y="717032"/>
                  <a:pt x="2144050" y="716998"/>
                  <a:pt x="2143714" y="716994"/>
                </a:cubicBezTo>
                <a:cubicBezTo>
                  <a:pt x="2176276" y="706779"/>
                  <a:pt x="2207956" y="699352"/>
                  <a:pt x="2237134" y="693955"/>
                </a:cubicBezTo>
                <a:cubicBezTo>
                  <a:pt x="2322951" y="678075"/>
                  <a:pt x="2399744" y="676988"/>
                  <a:pt x="2442449" y="678120"/>
                </a:cubicBezTo>
                <a:cubicBezTo>
                  <a:pt x="2520760" y="684669"/>
                  <a:pt x="2593143" y="683747"/>
                  <a:pt x="2653455" y="679930"/>
                </a:cubicBezTo>
                <a:cubicBezTo>
                  <a:pt x="2660121" y="680568"/>
                  <a:pt x="2663811" y="680794"/>
                  <a:pt x="2664044" y="680808"/>
                </a:cubicBezTo>
                <a:cubicBezTo>
                  <a:pt x="2665903" y="680907"/>
                  <a:pt x="2667597" y="680143"/>
                  <a:pt x="2668787" y="678884"/>
                </a:cubicBezTo>
                <a:cubicBezTo>
                  <a:pt x="2705100" y="676213"/>
                  <a:pt x="2736499" y="672571"/>
                  <a:pt x="2761517" y="669077"/>
                </a:cubicBezTo>
                <a:cubicBezTo>
                  <a:pt x="2744190" y="675932"/>
                  <a:pt x="2726774" y="683212"/>
                  <a:pt x="2709328" y="690954"/>
                </a:cubicBezTo>
                <a:cubicBezTo>
                  <a:pt x="2544077" y="764301"/>
                  <a:pt x="2408800" y="863817"/>
                  <a:pt x="2307253" y="986740"/>
                </a:cubicBezTo>
                <a:cubicBezTo>
                  <a:pt x="2184756" y="1135027"/>
                  <a:pt x="2111290" y="1318067"/>
                  <a:pt x="2088915" y="1530624"/>
                </a:cubicBezTo>
                <a:cubicBezTo>
                  <a:pt x="2085894" y="1545105"/>
                  <a:pt x="2086580" y="1554020"/>
                  <a:pt x="2086683" y="1555152"/>
                </a:cubicBezTo>
                <a:cubicBezTo>
                  <a:pt x="2087040" y="1558227"/>
                  <a:pt x="2089646" y="1560545"/>
                  <a:pt x="2092745" y="1560542"/>
                </a:cubicBezTo>
                <a:cubicBezTo>
                  <a:pt x="2095927" y="1560539"/>
                  <a:pt x="2098537" y="1558145"/>
                  <a:pt x="2098815" y="1554973"/>
                </a:cubicBezTo>
                <a:cubicBezTo>
                  <a:pt x="2099398" y="1548280"/>
                  <a:pt x="2100029" y="1541645"/>
                  <a:pt x="2100684" y="1535191"/>
                </a:cubicBezTo>
                <a:cubicBezTo>
                  <a:pt x="2106304" y="1506977"/>
                  <a:pt x="2128009" y="1450992"/>
                  <a:pt x="2210206" y="1393001"/>
                </a:cubicBezTo>
                <a:cubicBezTo>
                  <a:pt x="2222859" y="1384072"/>
                  <a:pt x="2236949" y="1375297"/>
                  <a:pt x="2253278" y="1366169"/>
                </a:cubicBezTo>
                <a:cubicBezTo>
                  <a:pt x="2288881" y="1346260"/>
                  <a:pt x="2461781" y="1233045"/>
                  <a:pt x="2368831" y="958049"/>
                </a:cubicBezTo>
                <a:cubicBezTo>
                  <a:pt x="2367755" y="954864"/>
                  <a:pt x="2364288" y="953149"/>
                  <a:pt x="2361102" y="954226"/>
                </a:cubicBezTo>
                <a:cubicBezTo>
                  <a:pt x="2357934" y="955293"/>
                  <a:pt x="2356220" y="958756"/>
                  <a:pt x="2357282" y="961955"/>
                </a:cubicBezTo>
                <a:cubicBezTo>
                  <a:pt x="2395286" y="1074437"/>
                  <a:pt x="2392687" y="1171566"/>
                  <a:pt x="2349543" y="1250646"/>
                </a:cubicBezTo>
                <a:cubicBezTo>
                  <a:pt x="2315720" y="1312632"/>
                  <a:pt x="2266791" y="1344638"/>
                  <a:pt x="2247328" y="1355522"/>
                </a:cubicBezTo>
                <a:cubicBezTo>
                  <a:pt x="2230609" y="1364866"/>
                  <a:pt x="2216165" y="1373867"/>
                  <a:pt x="2203173" y="1383033"/>
                </a:cubicBezTo>
                <a:cubicBezTo>
                  <a:pt x="2159162" y="1414082"/>
                  <a:pt x="2126898" y="1447783"/>
                  <a:pt x="2107147" y="1483314"/>
                </a:cubicBezTo>
                <a:cubicBezTo>
                  <a:pt x="2173375" y="1031348"/>
                  <a:pt x="2473258" y="809131"/>
                  <a:pt x="2714008" y="702219"/>
                </a:cubicBezTo>
                <a:cubicBezTo>
                  <a:pt x="2869637" y="633104"/>
                  <a:pt x="3023530" y="600785"/>
                  <a:pt x="3129401" y="585708"/>
                </a:cubicBezTo>
                <a:cubicBezTo>
                  <a:pt x="3039921" y="625783"/>
                  <a:pt x="2957111" y="681333"/>
                  <a:pt x="2882743" y="751322"/>
                </a:cubicBezTo>
                <a:cubicBezTo>
                  <a:pt x="2813946" y="816065"/>
                  <a:pt x="2752177" y="893197"/>
                  <a:pt x="2699151" y="980581"/>
                </a:cubicBezTo>
                <a:cubicBezTo>
                  <a:pt x="2638560" y="1080424"/>
                  <a:pt x="2603279" y="1171217"/>
                  <a:pt x="2586515" y="1220570"/>
                </a:cubicBezTo>
                <a:cubicBezTo>
                  <a:pt x="2575905" y="1233518"/>
                  <a:pt x="2558171" y="1258886"/>
                  <a:pt x="2558949" y="1283012"/>
                </a:cubicBezTo>
                <a:cubicBezTo>
                  <a:pt x="2559408" y="1297929"/>
                  <a:pt x="2571139" y="1305328"/>
                  <a:pt x="2581814" y="1305843"/>
                </a:cubicBezTo>
                <a:cubicBezTo>
                  <a:pt x="2592148" y="1306340"/>
                  <a:pt x="2604119" y="1300319"/>
                  <a:pt x="2605978" y="1285927"/>
                </a:cubicBezTo>
                <a:cubicBezTo>
                  <a:pt x="2606410" y="1282570"/>
                  <a:pt x="2606403" y="1278953"/>
                  <a:pt x="2605953" y="1275098"/>
                </a:cubicBezTo>
                <a:cubicBezTo>
                  <a:pt x="2605545" y="1271577"/>
                  <a:pt x="2604767" y="1267860"/>
                  <a:pt x="2603629" y="1263968"/>
                </a:cubicBezTo>
                <a:cubicBezTo>
                  <a:pt x="2601143" y="1255481"/>
                  <a:pt x="2599627" y="1248873"/>
                  <a:pt x="2598712" y="1242550"/>
                </a:cubicBezTo>
                <a:cubicBezTo>
                  <a:pt x="2597964" y="1237403"/>
                  <a:pt x="2597426" y="1232328"/>
                  <a:pt x="2597103" y="1227363"/>
                </a:cubicBezTo>
                <a:cubicBezTo>
                  <a:pt x="2613261" y="1179323"/>
                  <a:pt x="2648456" y="1087559"/>
                  <a:pt x="2709722" y="986664"/>
                </a:cubicBezTo>
                <a:cubicBezTo>
                  <a:pt x="2791946" y="851246"/>
                  <a:pt x="2939393" y="670891"/>
                  <a:pt x="3175092" y="579858"/>
                </a:cubicBezTo>
                <a:cubicBezTo>
                  <a:pt x="3176841" y="579659"/>
                  <a:pt x="3178586" y="579460"/>
                  <a:pt x="3180294" y="579275"/>
                </a:cubicBezTo>
                <a:cubicBezTo>
                  <a:pt x="3186267" y="578963"/>
                  <a:pt x="3192114" y="578624"/>
                  <a:pt x="3197854" y="578264"/>
                </a:cubicBezTo>
                <a:cubicBezTo>
                  <a:pt x="3085949" y="634071"/>
                  <a:pt x="2991479" y="710873"/>
                  <a:pt x="2916806" y="807012"/>
                </a:cubicBezTo>
                <a:cubicBezTo>
                  <a:pt x="2852005" y="890436"/>
                  <a:pt x="2801873" y="988458"/>
                  <a:pt x="2767795" y="1098357"/>
                </a:cubicBezTo>
                <a:cubicBezTo>
                  <a:pt x="2721929" y="1246298"/>
                  <a:pt x="2717907" y="1377207"/>
                  <a:pt x="2718250" y="1425799"/>
                </a:cubicBezTo>
                <a:cubicBezTo>
                  <a:pt x="2711087" y="1441549"/>
                  <a:pt x="2701863" y="1467863"/>
                  <a:pt x="2707808" y="1489418"/>
                </a:cubicBezTo>
                <a:cubicBezTo>
                  <a:pt x="2711793" y="1503837"/>
                  <a:pt x="2724906" y="1508243"/>
                  <a:pt x="2735405" y="1506230"/>
                </a:cubicBezTo>
                <a:cubicBezTo>
                  <a:pt x="2745569" y="1504282"/>
                  <a:pt x="2755784" y="1495617"/>
                  <a:pt x="2754206" y="1481188"/>
                </a:cubicBezTo>
                <a:cubicBezTo>
                  <a:pt x="2754196" y="1481106"/>
                  <a:pt x="2754189" y="1481027"/>
                  <a:pt x="2754179" y="1480948"/>
                </a:cubicBezTo>
                <a:cubicBezTo>
                  <a:pt x="2753438" y="1474580"/>
                  <a:pt x="2750942" y="1467667"/>
                  <a:pt x="2746755" y="1460398"/>
                </a:cubicBezTo>
                <a:cubicBezTo>
                  <a:pt x="2742342" y="1452731"/>
                  <a:pt x="2739314" y="1446668"/>
                  <a:pt x="2736934" y="1440740"/>
                </a:cubicBezTo>
                <a:cubicBezTo>
                  <a:pt x="2734332" y="1434255"/>
                  <a:pt x="2732168" y="1427822"/>
                  <a:pt x="2730395" y="1421496"/>
                </a:cubicBezTo>
                <a:cubicBezTo>
                  <a:pt x="2730275" y="1370850"/>
                  <a:pt x="2735145" y="1244707"/>
                  <a:pt x="2779537" y="1101673"/>
                </a:cubicBezTo>
                <a:cubicBezTo>
                  <a:pt x="2832343" y="931550"/>
                  <a:pt x="2953544" y="702315"/>
                  <a:pt x="3231074" y="575860"/>
                </a:cubicBezTo>
                <a:cubicBezTo>
                  <a:pt x="3243134" y="574869"/>
                  <a:pt x="3254532" y="573806"/>
                  <a:pt x="3265172" y="572705"/>
                </a:cubicBezTo>
                <a:cubicBezTo>
                  <a:pt x="3266591" y="572661"/>
                  <a:pt x="3267411" y="572644"/>
                  <a:pt x="3267545" y="572640"/>
                </a:cubicBezTo>
                <a:cubicBezTo>
                  <a:pt x="3268244" y="572630"/>
                  <a:pt x="3268920" y="572479"/>
                  <a:pt x="3269557" y="572242"/>
                </a:cubicBezTo>
                <a:cubicBezTo>
                  <a:pt x="3295083" y="569534"/>
                  <a:pt x="3316144" y="566674"/>
                  <a:pt x="3331870" y="564284"/>
                </a:cubicBezTo>
                <a:cubicBezTo>
                  <a:pt x="3249663" y="615379"/>
                  <a:pt x="3182393" y="677358"/>
                  <a:pt x="3131743" y="748760"/>
                </a:cubicBezTo>
                <a:cubicBezTo>
                  <a:pt x="3063780" y="844574"/>
                  <a:pt x="3025756" y="957597"/>
                  <a:pt x="3018716" y="1084700"/>
                </a:cubicBezTo>
                <a:cubicBezTo>
                  <a:pt x="3018545" y="1087806"/>
                  <a:pt x="3020729" y="1090529"/>
                  <a:pt x="3023798" y="1091047"/>
                </a:cubicBezTo>
                <a:cubicBezTo>
                  <a:pt x="3026867" y="1091561"/>
                  <a:pt x="3029823" y="1089692"/>
                  <a:pt x="3030673" y="1086699"/>
                </a:cubicBezTo>
                <a:cubicBezTo>
                  <a:pt x="3030875" y="1085999"/>
                  <a:pt x="3052324" y="1015499"/>
                  <a:pt x="3175977" y="918753"/>
                </a:cubicBezTo>
                <a:cubicBezTo>
                  <a:pt x="3196990" y="902311"/>
                  <a:pt x="3220146" y="886894"/>
                  <a:pt x="3246768" y="871622"/>
                </a:cubicBezTo>
                <a:cubicBezTo>
                  <a:pt x="3295618" y="843586"/>
                  <a:pt x="3407949" y="756983"/>
                  <a:pt x="3396002" y="558773"/>
                </a:cubicBezTo>
                <a:cubicBezTo>
                  <a:pt x="3395769" y="555423"/>
                  <a:pt x="3392912" y="552875"/>
                  <a:pt x="3389549" y="553074"/>
                </a:cubicBezTo>
                <a:cubicBezTo>
                  <a:pt x="3387923" y="553170"/>
                  <a:pt x="3386432" y="553897"/>
                  <a:pt x="3385352" y="555118"/>
                </a:cubicBezTo>
                <a:cubicBezTo>
                  <a:pt x="3384272" y="556339"/>
                  <a:pt x="3383730" y="557906"/>
                  <a:pt x="3383829" y="559531"/>
                </a:cubicBezTo>
                <a:cubicBezTo>
                  <a:pt x="3395364" y="750914"/>
                  <a:pt x="3287574" y="834143"/>
                  <a:pt x="3240696" y="861040"/>
                </a:cubicBezTo>
                <a:cubicBezTo>
                  <a:pt x="3213562" y="876607"/>
                  <a:pt x="3189933" y="892343"/>
                  <a:pt x="3168453" y="909145"/>
                </a:cubicBezTo>
                <a:cubicBezTo>
                  <a:pt x="3091249" y="969550"/>
                  <a:pt x="3052622" y="1019453"/>
                  <a:pt x="3033464" y="1052368"/>
                </a:cubicBezTo>
                <a:cubicBezTo>
                  <a:pt x="3060028" y="789819"/>
                  <a:pt x="3223129" y="641944"/>
                  <a:pt x="3355945" y="563958"/>
                </a:cubicBezTo>
                <a:cubicBezTo>
                  <a:pt x="3439815" y="514711"/>
                  <a:pt x="3523159" y="485835"/>
                  <a:pt x="3581223" y="469811"/>
                </a:cubicBezTo>
                <a:cubicBezTo>
                  <a:pt x="3608727" y="464939"/>
                  <a:pt x="3634883" y="458873"/>
                  <a:pt x="3659281" y="452196"/>
                </a:cubicBezTo>
                <a:cubicBezTo>
                  <a:pt x="3659315" y="452190"/>
                  <a:pt x="3659366" y="452183"/>
                  <a:pt x="3659377" y="452183"/>
                </a:cubicBezTo>
                <a:cubicBezTo>
                  <a:pt x="3659884" y="452111"/>
                  <a:pt x="3660358" y="451960"/>
                  <a:pt x="3660810" y="451778"/>
                </a:cubicBezTo>
                <a:cubicBezTo>
                  <a:pt x="3769005" y="421973"/>
                  <a:pt x="3842146" y="380489"/>
                  <a:pt x="3843106" y="379941"/>
                </a:cubicBezTo>
                <a:cubicBezTo>
                  <a:pt x="3845225" y="378723"/>
                  <a:pt x="3846411" y="376371"/>
                  <a:pt x="3846131" y="373943"/>
                </a:cubicBezTo>
                <a:cubicBezTo>
                  <a:pt x="3846034" y="373124"/>
                  <a:pt x="3845777" y="372342"/>
                  <a:pt x="3845362" y="371618"/>
                </a:cubicBezTo>
                <a:cubicBezTo>
                  <a:pt x="3844553" y="370206"/>
                  <a:pt x="3843240" y="369191"/>
                  <a:pt x="3841669" y="368766"/>
                </a:cubicBezTo>
                <a:cubicBezTo>
                  <a:pt x="3840099" y="368337"/>
                  <a:pt x="3838453" y="368550"/>
                  <a:pt x="3837036" y="369362"/>
                </a:cubicBezTo>
                <a:cubicBezTo>
                  <a:pt x="3836090" y="369904"/>
                  <a:pt x="3763907" y="410874"/>
                  <a:pt x="3656925" y="440226"/>
                </a:cubicBezTo>
                <a:cubicBezTo>
                  <a:pt x="3652066" y="440980"/>
                  <a:pt x="3622515" y="445819"/>
                  <a:pt x="3578679" y="457885"/>
                </a:cubicBezTo>
                <a:cubicBezTo>
                  <a:pt x="3567431" y="459871"/>
                  <a:pt x="3555965" y="461657"/>
                  <a:pt x="3544293" y="463193"/>
                </a:cubicBezTo>
                <a:cubicBezTo>
                  <a:pt x="3516970" y="466787"/>
                  <a:pt x="3487278" y="469143"/>
                  <a:pt x="3455924" y="469321"/>
                </a:cubicBezTo>
                <a:cubicBezTo>
                  <a:pt x="3458849" y="468224"/>
                  <a:pt x="3460502" y="465031"/>
                  <a:pt x="3459644" y="461911"/>
                </a:cubicBezTo>
                <a:cubicBezTo>
                  <a:pt x="3416843" y="314251"/>
                  <a:pt x="3246721" y="319834"/>
                  <a:pt x="3213051" y="322453"/>
                </a:cubicBezTo>
                <a:cubicBezTo>
                  <a:pt x="3200398" y="323441"/>
                  <a:pt x="3188983" y="323828"/>
                  <a:pt x="3178154" y="323643"/>
                </a:cubicBezTo>
                <a:cubicBezTo>
                  <a:pt x="3058198" y="321610"/>
                  <a:pt x="3000440" y="259212"/>
                  <a:pt x="2999867" y="258581"/>
                </a:cubicBezTo>
                <a:cubicBezTo>
                  <a:pt x="2997652" y="256126"/>
                  <a:pt x="2993818" y="255897"/>
                  <a:pt x="2991325" y="258074"/>
                </a:cubicBezTo>
                <a:cubicBezTo>
                  <a:pt x="2988836" y="260251"/>
                  <a:pt x="2988548" y="264075"/>
                  <a:pt x="2990680" y="266602"/>
                </a:cubicBezTo>
                <a:cubicBezTo>
                  <a:pt x="3068927" y="359096"/>
                  <a:pt x="3162511" y="422611"/>
                  <a:pt x="3268834" y="455389"/>
                </a:cubicBezTo>
                <a:cubicBezTo>
                  <a:pt x="3343847" y="478514"/>
                  <a:pt x="3425268" y="486418"/>
                  <a:pt x="3511306" y="479022"/>
                </a:cubicBezTo>
                <a:cubicBezTo>
                  <a:pt x="3465813" y="495062"/>
                  <a:pt x="3413706" y="517111"/>
                  <a:pt x="3360985" y="546984"/>
                </a:cubicBezTo>
                <a:cubicBezTo>
                  <a:pt x="3354933" y="548167"/>
                  <a:pt x="3319803" y="554782"/>
                  <a:pt x="3264105" y="560536"/>
                </a:cubicBezTo>
                <a:cubicBezTo>
                  <a:pt x="3254511" y="560844"/>
                  <a:pt x="3223986" y="562154"/>
                  <a:pt x="3178665" y="567130"/>
                </a:cubicBezTo>
                <a:cubicBezTo>
                  <a:pt x="3087622" y="571858"/>
                  <a:pt x="2969921" y="570795"/>
                  <a:pt x="2842579" y="551343"/>
                </a:cubicBezTo>
                <a:cubicBezTo>
                  <a:pt x="2588397" y="512513"/>
                  <a:pt x="2240844" y="390001"/>
                  <a:pt x="2025252" y="27151"/>
                </a:cubicBezTo>
                <a:cubicBezTo>
                  <a:pt x="2066435" y="50856"/>
                  <a:pt x="2165104" y="100631"/>
                  <a:pt x="2290462" y="116347"/>
                </a:cubicBezTo>
                <a:cubicBezTo>
                  <a:pt x="2302230" y="117821"/>
                  <a:pt x="2314876" y="118764"/>
                  <a:pt x="2330258" y="119306"/>
                </a:cubicBezTo>
                <a:cubicBezTo>
                  <a:pt x="2365865" y="120571"/>
                  <a:pt x="2485195" y="136595"/>
                  <a:pt x="2525756" y="289659"/>
                </a:cubicBezTo>
                <a:cubicBezTo>
                  <a:pt x="2526253" y="291346"/>
                  <a:pt x="2577174" y="459147"/>
                  <a:pt x="2725413" y="521363"/>
                </a:cubicBezTo>
                <a:cubicBezTo>
                  <a:pt x="2726915" y="521994"/>
                  <a:pt x="2728571" y="522004"/>
                  <a:pt x="2730080" y="521387"/>
                </a:cubicBezTo>
                <a:cubicBezTo>
                  <a:pt x="2731589" y="520770"/>
                  <a:pt x="2732768" y="519604"/>
                  <a:pt x="2733396" y="518105"/>
                </a:cubicBezTo>
                <a:cubicBezTo>
                  <a:pt x="2734030" y="516607"/>
                  <a:pt x="2734040" y="514947"/>
                  <a:pt x="2733423" y="513438"/>
                </a:cubicBezTo>
                <a:cubicBezTo>
                  <a:pt x="2732806" y="511926"/>
                  <a:pt x="2731637" y="510750"/>
                  <a:pt x="2730135" y="510119"/>
                </a:cubicBezTo>
                <a:cubicBezTo>
                  <a:pt x="2587482" y="450245"/>
                  <a:pt x="2537970" y="287965"/>
                  <a:pt x="2537497" y="286377"/>
                </a:cubicBezTo>
                <a:cubicBezTo>
                  <a:pt x="2494830" y="125348"/>
                  <a:pt x="2368417" y="108463"/>
                  <a:pt x="2330687" y="107126"/>
                </a:cubicBezTo>
                <a:cubicBezTo>
                  <a:pt x="2315665" y="106591"/>
                  <a:pt x="2303365" y="105676"/>
                  <a:pt x="2291977" y="104246"/>
                </a:cubicBezTo>
                <a:cubicBezTo>
                  <a:pt x="2129213" y="83843"/>
                  <a:pt x="2012500" y="5154"/>
                  <a:pt x="2011341" y="4362"/>
                </a:cubicBezTo>
                <a:cubicBezTo>
                  <a:pt x="2008985" y="2751"/>
                  <a:pt x="2005872" y="2977"/>
                  <a:pt x="2003773" y="4911"/>
                </a:cubicBezTo>
                <a:cubicBezTo>
                  <a:pt x="2001661" y="6852"/>
                  <a:pt x="2001181" y="9934"/>
                  <a:pt x="2002593" y="12400"/>
                </a:cubicBezTo>
                <a:cubicBezTo>
                  <a:pt x="2098280" y="181432"/>
                  <a:pt x="2229484" y="315349"/>
                  <a:pt x="2392560" y="410438"/>
                </a:cubicBezTo>
                <a:cubicBezTo>
                  <a:pt x="2522931" y="486456"/>
                  <a:pt x="2673814" y="537935"/>
                  <a:pt x="2841022" y="563447"/>
                </a:cubicBezTo>
                <a:cubicBezTo>
                  <a:pt x="2925355" y="576313"/>
                  <a:pt x="3005439" y="581185"/>
                  <a:pt x="3076457" y="581662"/>
                </a:cubicBezTo>
                <a:cubicBezTo>
                  <a:pt x="3003927" y="594250"/>
                  <a:pt x="2916329" y="614278"/>
                  <a:pt x="2823767" y="646103"/>
                </a:cubicBezTo>
                <a:cubicBezTo>
                  <a:pt x="2823757" y="646107"/>
                  <a:pt x="2823743" y="646107"/>
                  <a:pt x="2823733" y="646107"/>
                </a:cubicBezTo>
                <a:cubicBezTo>
                  <a:pt x="2822646" y="646353"/>
                  <a:pt x="2755959" y="661218"/>
                  <a:pt x="2653836" y="667747"/>
                </a:cubicBezTo>
                <a:cubicBezTo>
                  <a:pt x="2616052" y="664136"/>
                  <a:pt x="2484416" y="647348"/>
                  <a:pt x="2335303" y="579728"/>
                </a:cubicBezTo>
                <a:cubicBezTo>
                  <a:pt x="2180000" y="509303"/>
                  <a:pt x="1975426" y="368361"/>
                  <a:pt x="1863880" y="94020"/>
                </a:cubicBezTo>
                <a:cubicBezTo>
                  <a:pt x="1863884" y="87406"/>
                  <a:pt x="1864240" y="80572"/>
                  <a:pt x="1865009" y="73566"/>
                </a:cubicBezTo>
                <a:cubicBezTo>
                  <a:pt x="1865708" y="67212"/>
                  <a:pt x="1866997" y="60557"/>
                  <a:pt x="1869185" y="51995"/>
                </a:cubicBezTo>
                <a:cubicBezTo>
                  <a:pt x="1871098" y="44509"/>
                  <a:pt x="1871715" y="37702"/>
                  <a:pt x="1871019" y="31729"/>
                </a:cubicBezTo>
                <a:cubicBezTo>
                  <a:pt x="1870951" y="31132"/>
                  <a:pt x="1870869" y="30546"/>
                  <a:pt x="1870772" y="29967"/>
                </a:cubicBezTo>
                <a:cubicBezTo>
                  <a:pt x="1868417" y="15644"/>
                  <a:pt x="1856244" y="10041"/>
                  <a:pt x="1845933" y="10894"/>
                </a:cubicBezTo>
                <a:cubicBezTo>
                  <a:pt x="1835279" y="11776"/>
                  <a:pt x="1823833" y="19542"/>
                  <a:pt x="1823867" y="34503"/>
                </a:cubicBezTo>
                <a:cubicBezTo>
                  <a:pt x="1823915" y="56024"/>
                  <a:pt x="1838680" y="77990"/>
                  <a:pt x="1849715" y="91418"/>
                </a:cubicBezTo>
                <a:cubicBezTo>
                  <a:pt x="1897735" y="212365"/>
                  <a:pt x="1967103" y="317862"/>
                  <a:pt x="2056316" y="405298"/>
                </a:cubicBezTo>
                <a:cubicBezTo>
                  <a:pt x="2133574" y="481021"/>
                  <a:pt x="2225743" y="543446"/>
                  <a:pt x="2330258" y="590838"/>
                </a:cubicBezTo>
                <a:cubicBezTo>
                  <a:pt x="2431105" y="636570"/>
                  <a:pt x="2524597" y="659349"/>
                  <a:pt x="2586826" y="670514"/>
                </a:cubicBezTo>
                <a:cubicBezTo>
                  <a:pt x="2553874" y="671128"/>
                  <a:pt x="2518542" y="670675"/>
                  <a:pt x="2481515" y="668628"/>
                </a:cubicBezTo>
                <a:cubicBezTo>
                  <a:pt x="2480761" y="668182"/>
                  <a:pt x="2479917" y="667874"/>
                  <a:pt x="2479008" y="667788"/>
                </a:cubicBezTo>
                <a:cubicBezTo>
                  <a:pt x="2478631" y="667754"/>
                  <a:pt x="2465495" y="666557"/>
                  <a:pt x="2443152" y="665954"/>
                </a:cubicBezTo>
                <a:cubicBezTo>
                  <a:pt x="2434816" y="665254"/>
                  <a:pt x="2426422" y="664479"/>
                  <a:pt x="2417955" y="663605"/>
                </a:cubicBezTo>
                <a:cubicBezTo>
                  <a:pt x="2217931" y="642911"/>
                  <a:pt x="1943097" y="565779"/>
                  <a:pt x="1754344" y="318119"/>
                </a:cubicBezTo>
                <a:cubicBezTo>
                  <a:pt x="1753113" y="314347"/>
                  <a:pt x="1751954" y="310497"/>
                  <a:pt x="1750926" y="306522"/>
                </a:cubicBezTo>
                <a:cubicBezTo>
                  <a:pt x="1749324" y="300330"/>
                  <a:pt x="1748127" y="293640"/>
                  <a:pt x="1747174" y="284868"/>
                </a:cubicBezTo>
                <a:cubicBezTo>
                  <a:pt x="1746266" y="276364"/>
                  <a:pt x="1744088" y="269307"/>
                  <a:pt x="1740841" y="263711"/>
                </a:cubicBezTo>
                <a:cubicBezTo>
                  <a:pt x="1733554" y="251158"/>
                  <a:pt x="1720188" y="250239"/>
                  <a:pt x="1710848" y="254700"/>
                </a:cubicBezTo>
                <a:cubicBezTo>
                  <a:pt x="1701205" y="259308"/>
                  <a:pt x="1693257" y="270638"/>
                  <a:pt x="1698602" y="284604"/>
                </a:cubicBezTo>
                <a:cubicBezTo>
                  <a:pt x="1707614" y="308172"/>
                  <a:pt x="1735804" y="325166"/>
                  <a:pt x="1750127" y="332521"/>
                </a:cubicBezTo>
                <a:cubicBezTo>
                  <a:pt x="1831627" y="437270"/>
                  <a:pt x="1934552" y="519912"/>
                  <a:pt x="2056672" y="578336"/>
                </a:cubicBezTo>
                <a:cubicBezTo>
                  <a:pt x="2146022" y="621082"/>
                  <a:pt x="2245734" y="650979"/>
                  <a:pt x="2353757" y="667600"/>
                </a:cubicBezTo>
                <a:cubicBezTo>
                  <a:pt x="2318429" y="669767"/>
                  <a:pt x="2277894" y="674025"/>
                  <a:pt x="2235117" y="681929"/>
                </a:cubicBezTo>
                <a:cubicBezTo>
                  <a:pt x="2218875" y="684930"/>
                  <a:pt x="2201849" y="688575"/>
                  <a:pt x="2184344" y="692943"/>
                </a:cubicBezTo>
                <a:cubicBezTo>
                  <a:pt x="2184310" y="692947"/>
                  <a:pt x="2184279" y="692943"/>
                  <a:pt x="2184245" y="692947"/>
                </a:cubicBezTo>
                <a:cubicBezTo>
                  <a:pt x="2182722" y="693142"/>
                  <a:pt x="2029803" y="711810"/>
                  <a:pt x="1856333" y="656033"/>
                </a:cubicBezTo>
                <a:cubicBezTo>
                  <a:pt x="1710789" y="609235"/>
                  <a:pt x="1517092" y="497236"/>
                  <a:pt x="1414363" y="229384"/>
                </a:cubicBezTo>
                <a:cubicBezTo>
                  <a:pt x="1442970" y="271121"/>
                  <a:pt x="1490668" y="323153"/>
                  <a:pt x="1563925" y="355146"/>
                </a:cubicBezTo>
                <a:cubicBezTo>
                  <a:pt x="1570502" y="358019"/>
                  <a:pt x="1577189" y="360471"/>
                  <a:pt x="1583693" y="362854"/>
                </a:cubicBezTo>
                <a:cubicBezTo>
                  <a:pt x="1599268" y="368563"/>
                  <a:pt x="1651560" y="394096"/>
                  <a:pt x="1670591" y="483057"/>
                </a:cubicBezTo>
                <a:cubicBezTo>
                  <a:pt x="1671273" y="485616"/>
                  <a:pt x="1687890" y="546381"/>
                  <a:pt x="1741218" y="606402"/>
                </a:cubicBezTo>
                <a:cubicBezTo>
                  <a:pt x="1742302" y="607619"/>
                  <a:pt x="1743793" y="608343"/>
                  <a:pt x="1745418" y="608439"/>
                </a:cubicBezTo>
                <a:cubicBezTo>
                  <a:pt x="1747044" y="608535"/>
                  <a:pt x="1748611" y="607993"/>
                  <a:pt x="1749828" y="606906"/>
                </a:cubicBezTo>
                <a:cubicBezTo>
                  <a:pt x="1752335" y="604674"/>
                  <a:pt x="1752564" y="600813"/>
                  <a:pt x="1750336" y="598299"/>
                </a:cubicBezTo>
                <a:cubicBezTo>
                  <a:pt x="1700008" y="541659"/>
                  <a:pt x="1683120" y="482622"/>
                  <a:pt x="1682441" y="480208"/>
                </a:cubicBezTo>
                <a:cubicBezTo>
                  <a:pt x="1662176" y="385430"/>
                  <a:pt x="1604946" y="357656"/>
                  <a:pt x="1587794" y="351367"/>
                </a:cubicBezTo>
                <a:cubicBezTo>
                  <a:pt x="1581516" y="349066"/>
                  <a:pt x="1575028" y="346690"/>
                  <a:pt x="1568804" y="343970"/>
                </a:cubicBezTo>
                <a:cubicBezTo>
                  <a:pt x="1438756" y="287176"/>
                  <a:pt x="1392389" y="164747"/>
                  <a:pt x="1391937" y="163516"/>
                </a:cubicBezTo>
                <a:cubicBezTo>
                  <a:pt x="1390791" y="160406"/>
                  <a:pt x="1387431" y="158791"/>
                  <a:pt x="1384283" y="159840"/>
                </a:cubicBezTo>
                <a:cubicBezTo>
                  <a:pt x="1381142" y="160886"/>
                  <a:pt x="1379438" y="164205"/>
                  <a:pt x="1380374" y="167377"/>
                </a:cubicBezTo>
                <a:cubicBezTo>
                  <a:pt x="1422565" y="308028"/>
                  <a:pt x="1491176" y="423846"/>
                  <a:pt x="1584300" y="511618"/>
                </a:cubicBezTo>
                <a:cubicBezTo>
                  <a:pt x="1658840" y="581871"/>
                  <a:pt x="1749108" y="634366"/>
                  <a:pt x="1852599" y="667641"/>
                </a:cubicBezTo>
                <a:cubicBezTo>
                  <a:pt x="1860736" y="670257"/>
                  <a:pt x="1868832" y="672709"/>
                  <a:pt x="1876869" y="675013"/>
                </a:cubicBezTo>
                <a:cubicBezTo>
                  <a:pt x="1805783" y="678305"/>
                  <a:pt x="1645734" y="682591"/>
                  <a:pt x="1474027" y="666286"/>
                </a:cubicBezTo>
                <a:cubicBezTo>
                  <a:pt x="1399738" y="659233"/>
                  <a:pt x="1326947" y="642427"/>
                  <a:pt x="1257654" y="616332"/>
                </a:cubicBezTo>
                <a:cubicBezTo>
                  <a:pt x="1258020" y="615256"/>
                  <a:pt x="1258086" y="614083"/>
                  <a:pt x="1257825" y="612972"/>
                </a:cubicBezTo>
                <a:cubicBezTo>
                  <a:pt x="1214438" y="426678"/>
                  <a:pt x="1084294" y="349121"/>
                  <a:pt x="1010581" y="319467"/>
                </a:cubicBezTo>
                <a:cubicBezTo>
                  <a:pt x="946509" y="293691"/>
                  <a:pt x="890963" y="257426"/>
                  <a:pt x="845481" y="211676"/>
                </a:cubicBezTo>
                <a:cubicBezTo>
                  <a:pt x="750131" y="115767"/>
                  <a:pt x="701871" y="4805"/>
                  <a:pt x="701394" y="3697"/>
                </a:cubicBezTo>
                <a:cubicBezTo>
                  <a:pt x="700136" y="707"/>
                  <a:pt x="696741" y="-750"/>
                  <a:pt x="693689" y="385"/>
                </a:cubicBezTo>
                <a:close/>
                <a:moveTo>
                  <a:pt x="1591525" y="1050056"/>
                </a:moveTo>
                <a:cubicBezTo>
                  <a:pt x="1576166" y="1090066"/>
                  <a:pt x="1554687" y="1125309"/>
                  <a:pt x="1527684" y="1154809"/>
                </a:cubicBezTo>
                <a:cubicBezTo>
                  <a:pt x="1442854" y="1247485"/>
                  <a:pt x="1327262" y="1284867"/>
                  <a:pt x="1245227" y="1299911"/>
                </a:cubicBezTo>
                <a:cubicBezTo>
                  <a:pt x="1198054" y="1308559"/>
                  <a:pt x="1156248" y="1311038"/>
                  <a:pt x="1126848" y="1311415"/>
                </a:cubicBezTo>
                <a:cubicBezTo>
                  <a:pt x="1315549" y="1251737"/>
                  <a:pt x="1399330" y="1103703"/>
                  <a:pt x="1414414" y="1074186"/>
                </a:cubicBezTo>
                <a:cubicBezTo>
                  <a:pt x="1416437" y="1070226"/>
                  <a:pt x="1418271" y="1066663"/>
                  <a:pt x="1420205" y="1063190"/>
                </a:cubicBezTo>
                <a:cubicBezTo>
                  <a:pt x="1512127" y="897730"/>
                  <a:pt x="1664306" y="807863"/>
                  <a:pt x="1775786" y="761612"/>
                </a:cubicBezTo>
                <a:cubicBezTo>
                  <a:pt x="1788367" y="756393"/>
                  <a:pt x="1801274" y="751373"/>
                  <a:pt x="1814324" y="746628"/>
                </a:cubicBezTo>
                <a:cubicBezTo>
                  <a:pt x="1689317" y="823026"/>
                  <a:pt x="1617267" y="982999"/>
                  <a:pt x="1591525" y="1050056"/>
                </a:cubicBezTo>
                <a:close/>
                <a:moveTo>
                  <a:pt x="2137631" y="721990"/>
                </a:moveTo>
                <a:cubicBezTo>
                  <a:pt x="2089224" y="984007"/>
                  <a:pt x="1948913" y="1133470"/>
                  <a:pt x="1839730" y="1212714"/>
                </a:cubicBezTo>
                <a:cubicBezTo>
                  <a:pt x="1763318" y="1268175"/>
                  <a:pt x="1690860" y="1297959"/>
                  <a:pt x="1649804" y="1311939"/>
                </a:cubicBezTo>
                <a:cubicBezTo>
                  <a:pt x="1754396" y="1229407"/>
                  <a:pt x="1810525" y="1062144"/>
                  <a:pt x="1830057" y="992912"/>
                </a:cubicBezTo>
                <a:cubicBezTo>
                  <a:pt x="1838252" y="963869"/>
                  <a:pt x="1849969" y="937383"/>
                  <a:pt x="1864881" y="914182"/>
                </a:cubicBezTo>
                <a:cubicBezTo>
                  <a:pt x="1933026" y="808175"/>
                  <a:pt x="2040333" y="750019"/>
                  <a:pt x="2140055" y="718157"/>
                </a:cubicBezTo>
                <a:cubicBezTo>
                  <a:pt x="2138828" y="719048"/>
                  <a:pt x="2137926" y="720389"/>
                  <a:pt x="2137631" y="721990"/>
                </a:cubicBezTo>
                <a:close/>
                <a:moveTo>
                  <a:pt x="3040946" y="302987"/>
                </a:moveTo>
                <a:cubicBezTo>
                  <a:pt x="3070381" y="318421"/>
                  <a:pt x="3115966" y="334788"/>
                  <a:pt x="3177966" y="335840"/>
                </a:cubicBezTo>
                <a:cubicBezTo>
                  <a:pt x="3189189" y="336029"/>
                  <a:pt x="3200981" y="335628"/>
                  <a:pt x="3214015" y="334613"/>
                </a:cubicBezTo>
                <a:cubicBezTo>
                  <a:pt x="3246028" y="332120"/>
                  <a:pt x="3407770" y="326702"/>
                  <a:pt x="3447941" y="465306"/>
                </a:cubicBezTo>
                <a:cubicBezTo>
                  <a:pt x="3448503" y="467240"/>
                  <a:pt x="3449944" y="468687"/>
                  <a:pt x="3451703" y="469331"/>
                </a:cubicBezTo>
                <a:cubicBezTo>
                  <a:pt x="3325632" y="469266"/>
                  <a:pt x="3173477" y="433714"/>
                  <a:pt x="3040946" y="302987"/>
                </a:cubicBezTo>
                <a:close/>
                <a:moveTo>
                  <a:pt x="836853" y="220280"/>
                </a:moveTo>
                <a:cubicBezTo>
                  <a:pt x="883508" y="267209"/>
                  <a:pt x="940437" y="304390"/>
                  <a:pt x="1006051" y="330786"/>
                </a:cubicBezTo>
                <a:cubicBezTo>
                  <a:pt x="1076911" y="359291"/>
                  <a:pt x="1201806" y="433570"/>
                  <a:pt x="1244942" y="611422"/>
                </a:cubicBezTo>
                <a:cubicBezTo>
                  <a:pt x="1124180" y="563653"/>
                  <a:pt x="1014753" y="486867"/>
                  <a:pt x="928332" y="389223"/>
                </a:cubicBezTo>
                <a:cubicBezTo>
                  <a:pt x="842570" y="292319"/>
                  <a:pt x="776575" y="190344"/>
                  <a:pt x="731957" y="85835"/>
                </a:cubicBezTo>
                <a:cubicBezTo>
                  <a:pt x="755600" y="124086"/>
                  <a:pt x="790761" y="173916"/>
                  <a:pt x="836853" y="220280"/>
                </a:cubicBezTo>
                <a:close/>
              </a:path>
            </a:pathLst>
          </a:custGeom>
          <a:solidFill>
            <a:schemeClr val="tx2">
              <a:lumMod val="20000"/>
              <a:lumOff val="80000"/>
              <a:alpha val="22000"/>
            </a:schemeClr>
          </a:solidFill>
          <a:ln w="3429" cap="flat">
            <a:noFill/>
            <a:prstDash val="solid"/>
            <a:miter/>
          </a:ln>
        </p:spPr>
        <p:txBody>
          <a:bodyPr rtlCol="0" anchor="ctr"/>
          <a:lstStyle/>
          <a:p>
            <a:endParaRPr lang="zh-CN" altLang="en-US"/>
          </a:p>
        </p:txBody>
      </p:sp>
    </p:spTree>
    <p:extLst>
      <p:ext uri="{BB962C8B-B14F-4D97-AF65-F5344CB8AC3E}">
        <p14:creationId xmlns:p14="http://schemas.microsoft.com/office/powerpoint/2010/main" val="234124614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内容页 www.51pptmoban.com">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1F6633D7-75E4-E468-ACBF-5E7170249227}"/>
              </a:ext>
            </a:extLst>
          </p:cNvPr>
          <p:cNvGrpSpPr/>
          <p:nvPr userDrawn="1"/>
        </p:nvGrpSpPr>
        <p:grpSpPr>
          <a:xfrm>
            <a:off x="9683870" y="-1"/>
            <a:ext cx="3146351" cy="1300409"/>
            <a:chOff x="8437173" y="-1"/>
            <a:chExt cx="4695543" cy="1940701"/>
          </a:xfrm>
        </p:grpSpPr>
        <p:sp>
          <p:nvSpPr>
            <p:cNvPr id="18" name="任意多边形: 形状 17" descr="D:\51PPT模板网\51pptmoban.com\图片.jpg">
              <a:extLst>
                <a:ext uri="{FF2B5EF4-FFF2-40B4-BE49-F238E27FC236}">
                  <a16:creationId xmlns:a16="http://schemas.microsoft.com/office/drawing/2014/main" id="{944492BB-399C-034D-FFB7-C4F8BAC56091}"/>
                </a:ext>
              </a:extLst>
            </p:cNvPr>
            <p:cNvSpPr/>
            <p:nvPr userDrawn="1"/>
          </p:nvSpPr>
          <p:spPr>
            <a:xfrm>
              <a:off x="8726429" y="-1"/>
              <a:ext cx="3465571" cy="1646110"/>
            </a:xfrm>
            <a:custGeom>
              <a:avLst/>
              <a:gdLst>
                <a:gd name="connsiteX0" fmla="*/ 2570 w 3465571"/>
                <a:gd name="connsiteY0" fmla="*/ 0 h 1646110"/>
                <a:gd name="connsiteX1" fmla="*/ 3465571 w 3465571"/>
                <a:gd name="connsiteY1" fmla="*/ 0 h 1646110"/>
                <a:gd name="connsiteX2" fmla="*/ 3465571 w 3465571"/>
                <a:gd name="connsiteY2" fmla="*/ 1119665 h 1646110"/>
                <a:gd name="connsiteX3" fmla="*/ 3421671 w 3465571"/>
                <a:gd name="connsiteY3" fmla="*/ 1145755 h 1646110"/>
                <a:gd name="connsiteX4" fmla="*/ 2869468 w 3465571"/>
                <a:gd name="connsiteY4" fmla="*/ 1116643 h 1646110"/>
                <a:gd name="connsiteX5" fmla="*/ 2331176 w 3465571"/>
                <a:gd name="connsiteY5" fmla="*/ 947388 h 1646110"/>
                <a:gd name="connsiteX6" fmla="*/ 1570728 w 3465571"/>
                <a:gd name="connsiteY6" fmla="*/ 1248802 h 1646110"/>
                <a:gd name="connsiteX7" fmla="*/ 845665 w 3465571"/>
                <a:gd name="connsiteY7" fmla="*/ 1638320 h 1646110"/>
                <a:gd name="connsiteX8" fmla="*/ 219355 w 3465571"/>
                <a:gd name="connsiteY8" fmla="*/ 1260395 h 1646110"/>
                <a:gd name="connsiteX9" fmla="*/ 298136 w 3465571"/>
                <a:gd name="connsiteY9" fmla="*/ 873322 h 1646110"/>
                <a:gd name="connsiteX10" fmla="*/ 64026 w 3465571"/>
                <a:gd name="connsiteY10" fmla="*/ 308367 h 1646110"/>
                <a:gd name="connsiteX11" fmla="*/ 2570 w 3465571"/>
                <a:gd name="connsiteY11" fmla="*/ 0 h 164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465571" h="1646110">
                  <a:moveTo>
                    <a:pt x="2570" y="0"/>
                  </a:moveTo>
                  <a:lnTo>
                    <a:pt x="3465571" y="0"/>
                  </a:lnTo>
                  <a:lnTo>
                    <a:pt x="3465571" y="1119665"/>
                  </a:lnTo>
                  <a:lnTo>
                    <a:pt x="3421671" y="1145755"/>
                  </a:lnTo>
                  <a:cubicBezTo>
                    <a:pt x="3252108" y="1226515"/>
                    <a:pt x="3045796" y="1183496"/>
                    <a:pt x="2869468" y="1116643"/>
                  </a:cubicBezTo>
                  <a:cubicBezTo>
                    <a:pt x="2693155" y="1049662"/>
                    <a:pt x="2521053" y="959368"/>
                    <a:pt x="2331176" y="947388"/>
                  </a:cubicBezTo>
                  <a:cubicBezTo>
                    <a:pt x="2049934" y="929613"/>
                    <a:pt x="1792651" y="1086373"/>
                    <a:pt x="1570728" y="1248802"/>
                  </a:cubicBezTo>
                  <a:cubicBezTo>
                    <a:pt x="1348804" y="1411228"/>
                    <a:pt x="1123248" y="1592461"/>
                    <a:pt x="845665" y="1638320"/>
                  </a:cubicBezTo>
                  <a:cubicBezTo>
                    <a:pt x="568082" y="1684175"/>
                    <a:pt x="229212" y="1523681"/>
                    <a:pt x="219355" y="1260395"/>
                  </a:cubicBezTo>
                  <a:cubicBezTo>
                    <a:pt x="214423" y="1128622"/>
                    <a:pt x="290769" y="1004967"/>
                    <a:pt x="298136" y="873322"/>
                  </a:cubicBezTo>
                  <a:cubicBezTo>
                    <a:pt x="309563" y="668904"/>
                    <a:pt x="158084" y="493211"/>
                    <a:pt x="64026" y="308367"/>
                  </a:cubicBezTo>
                  <a:cubicBezTo>
                    <a:pt x="16999" y="216011"/>
                    <a:pt x="-8507" y="101890"/>
                    <a:pt x="2570" y="0"/>
                  </a:cubicBezTo>
                  <a:close/>
                </a:path>
              </a:pathLst>
            </a:custGeom>
            <a:solidFill>
              <a:srgbClr val="FEB112"/>
            </a:solidFill>
            <a:ln w="342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478" name="任意多边形: 形状 477">
              <a:extLst>
                <a:ext uri="{FF2B5EF4-FFF2-40B4-BE49-F238E27FC236}">
                  <a16:creationId xmlns:a16="http://schemas.microsoft.com/office/drawing/2014/main" id="{817992EF-E57B-9155-EA18-51612F1FA776}"/>
                </a:ext>
              </a:extLst>
            </p:cNvPr>
            <p:cNvSpPr/>
            <p:nvPr userDrawn="1"/>
          </p:nvSpPr>
          <p:spPr>
            <a:xfrm>
              <a:off x="8437173" y="0"/>
              <a:ext cx="4695543" cy="1940700"/>
            </a:xfrm>
            <a:custGeom>
              <a:avLst/>
              <a:gdLst>
                <a:gd name="connsiteX0" fmla="*/ 1243842 w 1249994"/>
                <a:gd name="connsiteY0" fmla="*/ 499914 h 516631"/>
                <a:gd name="connsiteX1" fmla="*/ 1157895 w 1249994"/>
                <a:gd name="connsiteY1" fmla="*/ 485958 h 516631"/>
                <a:gd name="connsiteX2" fmla="*/ 1128261 w 1249994"/>
                <a:gd name="connsiteY2" fmla="*/ 448719 h 516631"/>
                <a:gd name="connsiteX3" fmla="*/ 1114291 w 1249994"/>
                <a:gd name="connsiteY3" fmla="*/ 390255 h 516631"/>
                <a:gd name="connsiteX4" fmla="*/ 1116099 w 1249994"/>
                <a:gd name="connsiteY4" fmla="*/ 262559 h 516631"/>
                <a:gd name="connsiteX5" fmla="*/ 1089647 w 1249994"/>
                <a:gd name="connsiteY5" fmla="*/ 175702 h 516631"/>
                <a:gd name="connsiteX6" fmla="*/ 1017220 w 1249994"/>
                <a:gd name="connsiteY6" fmla="*/ 129994 h 516631"/>
                <a:gd name="connsiteX7" fmla="*/ 925271 w 1249994"/>
                <a:gd name="connsiteY7" fmla="*/ 170696 h 516631"/>
                <a:gd name="connsiteX8" fmla="*/ 811662 w 1249994"/>
                <a:gd name="connsiteY8" fmla="*/ 368995 h 516631"/>
                <a:gd name="connsiteX9" fmla="*/ 716339 w 1249994"/>
                <a:gd name="connsiteY9" fmla="*/ 405891 h 516631"/>
                <a:gd name="connsiteX10" fmla="*/ 629376 w 1249994"/>
                <a:gd name="connsiteY10" fmla="*/ 345403 h 516631"/>
                <a:gd name="connsiteX11" fmla="*/ 521935 w 1249994"/>
                <a:gd name="connsiteY11" fmla="*/ 141584 h 516631"/>
                <a:gd name="connsiteX12" fmla="*/ 434506 w 1249994"/>
                <a:gd name="connsiteY12" fmla="*/ 97178 h 516631"/>
                <a:gd name="connsiteX13" fmla="*/ 336718 w 1249994"/>
                <a:gd name="connsiteY13" fmla="*/ 131468 h 516631"/>
                <a:gd name="connsiteX14" fmla="*/ 252933 w 1249994"/>
                <a:gd name="connsiteY14" fmla="*/ 205500 h 516631"/>
                <a:gd name="connsiteX15" fmla="*/ 149384 w 1249994"/>
                <a:gd name="connsiteY15" fmla="*/ 262730 h 516631"/>
                <a:gd name="connsiteX16" fmla="*/ 55121 w 1249994"/>
                <a:gd name="connsiteY16" fmla="*/ 224942 h 516631"/>
                <a:gd name="connsiteX17" fmla="*/ 19182 w 1249994"/>
                <a:gd name="connsiteY17" fmla="*/ 123650 h 516631"/>
                <a:gd name="connsiteX18" fmla="*/ 8086 w 1249994"/>
                <a:gd name="connsiteY18" fmla="*/ 0 h 516631"/>
                <a:gd name="connsiteX19" fmla="*/ 0 w 1249994"/>
                <a:gd name="connsiteY19" fmla="*/ 0 h 516631"/>
                <a:gd name="connsiteX20" fmla="*/ 8195 w 1249994"/>
                <a:gd name="connsiteY20" fmla="*/ 84559 h 516631"/>
                <a:gd name="connsiteX21" fmla="*/ 29393 w 1249994"/>
                <a:gd name="connsiteY21" fmla="*/ 197888 h 516631"/>
                <a:gd name="connsiteX22" fmla="*/ 95004 w 1249994"/>
                <a:gd name="connsiteY22" fmla="*/ 265336 h 516631"/>
                <a:gd name="connsiteX23" fmla="*/ 291157 w 1249994"/>
                <a:gd name="connsiteY23" fmla="*/ 180811 h 516631"/>
                <a:gd name="connsiteX24" fmla="*/ 382961 w 1249994"/>
                <a:gd name="connsiteY24" fmla="*/ 114597 h 516631"/>
                <a:gd name="connsiteX25" fmla="*/ 486369 w 1249994"/>
                <a:gd name="connsiteY25" fmla="*/ 122450 h 516631"/>
                <a:gd name="connsiteX26" fmla="*/ 603007 w 1249994"/>
                <a:gd name="connsiteY26" fmla="*/ 317423 h 516631"/>
                <a:gd name="connsiteX27" fmla="*/ 673819 w 1249994"/>
                <a:gd name="connsiteY27" fmla="*/ 398175 h 516631"/>
                <a:gd name="connsiteX28" fmla="*/ 770918 w 1249994"/>
                <a:gd name="connsiteY28" fmla="*/ 407743 h 516631"/>
                <a:gd name="connsiteX29" fmla="*/ 894739 w 1249994"/>
                <a:gd name="connsiteY29" fmla="*/ 230532 h 516631"/>
                <a:gd name="connsiteX30" fmla="*/ 970620 w 1249994"/>
                <a:gd name="connsiteY30" fmla="*/ 147722 h 516631"/>
                <a:gd name="connsiteX31" fmla="*/ 1065346 w 1249994"/>
                <a:gd name="connsiteY31" fmla="*/ 159346 h 516631"/>
                <a:gd name="connsiteX32" fmla="*/ 1105558 w 1249994"/>
                <a:gd name="connsiteY32" fmla="*/ 242499 h 516631"/>
                <a:gd name="connsiteX33" fmla="*/ 1105287 w 1249994"/>
                <a:gd name="connsiteY33" fmla="*/ 364674 h 516631"/>
                <a:gd name="connsiteX34" fmla="*/ 1132671 w 1249994"/>
                <a:gd name="connsiteY34" fmla="*/ 471213 h 516631"/>
                <a:gd name="connsiteX35" fmla="*/ 1207670 w 1249994"/>
                <a:gd name="connsiteY35" fmla="*/ 516407 h 516631"/>
                <a:gd name="connsiteX36" fmla="*/ 1248015 w 1249994"/>
                <a:gd name="connsiteY36" fmla="*/ 506978 h 516631"/>
                <a:gd name="connsiteX37" fmla="*/ 1243842 w 1249994"/>
                <a:gd name="connsiteY37" fmla="*/ 499914 h 516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249994" h="516631">
                  <a:moveTo>
                    <a:pt x="1243842" y="499914"/>
                  </a:moveTo>
                  <a:cubicBezTo>
                    <a:pt x="1215347" y="516682"/>
                    <a:pt x="1181620" y="505949"/>
                    <a:pt x="1157895" y="485958"/>
                  </a:cubicBezTo>
                  <a:cubicBezTo>
                    <a:pt x="1145657" y="475637"/>
                    <a:pt x="1135472" y="462949"/>
                    <a:pt x="1128261" y="448719"/>
                  </a:cubicBezTo>
                  <a:cubicBezTo>
                    <a:pt x="1119164" y="430785"/>
                    <a:pt x="1115704" y="410108"/>
                    <a:pt x="1114291" y="390255"/>
                  </a:cubicBezTo>
                  <a:cubicBezTo>
                    <a:pt x="1111264" y="347666"/>
                    <a:pt x="1118759" y="305147"/>
                    <a:pt x="1116099" y="262559"/>
                  </a:cubicBezTo>
                  <a:cubicBezTo>
                    <a:pt x="1114209" y="232383"/>
                    <a:pt x="1106281" y="201351"/>
                    <a:pt x="1089647" y="175702"/>
                  </a:cubicBezTo>
                  <a:cubicBezTo>
                    <a:pt x="1073353" y="150533"/>
                    <a:pt x="1047933" y="132188"/>
                    <a:pt x="1017220" y="129994"/>
                  </a:cubicBezTo>
                  <a:cubicBezTo>
                    <a:pt x="982189" y="127490"/>
                    <a:pt x="948935" y="146521"/>
                    <a:pt x="925271" y="170696"/>
                  </a:cubicBezTo>
                  <a:cubicBezTo>
                    <a:pt x="870544" y="226589"/>
                    <a:pt x="865531" y="312348"/>
                    <a:pt x="811662" y="368995"/>
                  </a:cubicBezTo>
                  <a:cubicBezTo>
                    <a:pt x="787052" y="394884"/>
                    <a:pt x="753015" y="412475"/>
                    <a:pt x="716339" y="405891"/>
                  </a:cubicBezTo>
                  <a:cubicBezTo>
                    <a:pt x="680396" y="399444"/>
                    <a:pt x="650111" y="374138"/>
                    <a:pt x="629376" y="345403"/>
                  </a:cubicBezTo>
                  <a:cubicBezTo>
                    <a:pt x="583897" y="282344"/>
                    <a:pt x="576250" y="199431"/>
                    <a:pt x="521935" y="141584"/>
                  </a:cubicBezTo>
                  <a:cubicBezTo>
                    <a:pt x="498957" y="117066"/>
                    <a:pt x="468809" y="99064"/>
                    <a:pt x="434506" y="97178"/>
                  </a:cubicBezTo>
                  <a:cubicBezTo>
                    <a:pt x="398662" y="95189"/>
                    <a:pt x="365089" y="111134"/>
                    <a:pt x="336718" y="131468"/>
                  </a:cubicBezTo>
                  <a:cubicBezTo>
                    <a:pt x="306179" y="153311"/>
                    <a:pt x="280976" y="180811"/>
                    <a:pt x="252933" y="205500"/>
                  </a:cubicBezTo>
                  <a:cubicBezTo>
                    <a:pt x="223663" y="231286"/>
                    <a:pt x="188921" y="256215"/>
                    <a:pt x="149384" y="262730"/>
                  </a:cubicBezTo>
                  <a:cubicBezTo>
                    <a:pt x="112588" y="268765"/>
                    <a:pt x="77766" y="253746"/>
                    <a:pt x="55121" y="224942"/>
                  </a:cubicBezTo>
                  <a:cubicBezTo>
                    <a:pt x="32380" y="196036"/>
                    <a:pt x="22865" y="159517"/>
                    <a:pt x="19182" y="123650"/>
                  </a:cubicBezTo>
                  <a:cubicBezTo>
                    <a:pt x="15115" y="84113"/>
                    <a:pt x="16044" y="40394"/>
                    <a:pt x="8086" y="0"/>
                  </a:cubicBezTo>
                  <a:lnTo>
                    <a:pt x="0" y="0"/>
                  </a:lnTo>
                  <a:cubicBezTo>
                    <a:pt x="5888" y="27638"/>
                    <a:pt x="6796" y="56407"/>
                    <a:pt x="8195" y="84559"/>
                  </a:cubicBezTo>
                  <a:cubicBezTo>
                    <a:pt x="10119" y="123238"/>
                    <a:pt x="13226" y="162123"/>
                    <a:pt x="29393" y="197888"/>
                  </a:cubicBezTo>
                  <a:cubicBezTo>
                    <a:pt x="42595" y="227068"/>
                    <a:pt x="64362" y="253300"/>
                    <a:pt x="95004" y="265336"/>
                  </a:cubicBezTo>
                  <a:cubicBezTo>
                    <a:pt x="170884" y="295203"/>
                    <a:pt x="241313" y="228063"/>
                    <a:pt x="291157" y="180811"/>
                  </a:cubicBezTo>
                  <a:cubicBezTo>
                    <a:pt x="318331" y="155059"/>
                    <a:pt x="347673" y="128862"/>
                    <a:pt x="382961" y="114597"/>
                  </a:cubicBezTo>
                  <a:cubicBezTo>
                    <a:pt x="417385" y="100675"/>
                    <a:pt x="454744" y="102562"/>
                    <a:pt x="486369" y="122450"/>
                  </a:cubicBezTo>
                  <a:cubicBezTo>
                    <a:pt x="554685" y="165415"/>
                    <a:pt x="569039" y="250797"/>
                    <a:pt x="603007" y="317423"/>
                  </a:cubicBezTo>
                  <a:cubicBezTo>
                    <a:pt x="619428" y="349621"/>
                    <a:pt x="642255" y="379213"/>
                    <a:pt x="673819" y="398175"/>
                  </a:cubicBezTo>
                  <a:cubicBezTo>
                    <a:pt x="703284" y="415835"/>
                    <a:pt x="738627" y="420978"/>
                    <a:pt x="770918" y="407743"/>
                  </a:cubicBezTo>
                  <a:cubicBezTo>
                    <a:pt x="844042" y="377807"/>
                    <a:pt x="863343" y="293934"/>
                    <a:pt x="894739" y="230532"/>
                  </a:cubicBezTo>
                  <a:cubicBezTo>
                    <a:pt x="911685" y="196310"/>
                    <a:pt x="935119" y="164695"/>
                    <a:pt x="970620" y="147722"/>
                  </a:cubicBezTo>
                  <a:cubicBezTo>
                    <a:pt x="1002228" y="132600"/>
                    <a:pt x="1039097" y="135343"/>
                    <a:pt x="1065346" y="159346"/>
                  </a:cubicBezTo>
                  <a:cubicBezTo>
                    <a:pt x="1088656" y="180640"/>
                    <a:pt x="1100483" y="212152"/>
                    <a:pt x="1105558" y="242499"/>
                  </a:cubicBezTo>
                  <a:cubicBezTo>
                    <a:pt x="1112302" y="282824"/>
                    <a:pt x="1105541" y="324143"/>
                    <a:pt x="1105287" y="364674"/>
                  </a:cubicBezTo>
                  <a:cubicBezTo>
                    <a:pt x="1105054" y="401845"/>
                    <a:pt x="1109494" y="440695"/>
                    <a:pt x="1132671" y="471213"/>
                  </a:cubicBezTo>
                  <a:cubicBezTo>
                    <a:pt x="1150478" y="494668"/>
                    <a:pt x="1177399" y="514007"/>
                    <a:pt x="1207670" y="516407"/>
                  </a:cubicBezTo>
                  <a:cubicBezTo>
                    <a:pt x="1221856" y="517573"/>
                    <a:pt x="1235819" y="514144"/>
                    <a:pt x="1248015" y="506978"/>
                  </a:cubicBezTo>
                  <a:cubicBezTo>
                    <a:pt x="1252580" y="504269"/>
                    <a:pt x="1248427" y="497205"/>
                    <a:pt x="1243842" y="499914"/>
                  </a:cubicBezTo>
                  <a:close/>
                </a:path>
              </a:pathLst>
            </a:custGeom>
            <a:solidFill>
              <a:srgbClr val="5E7DAB"/>
            </a:solidFill>
            <a:ln w="342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grpSp>
      <p:grpSp>
        <p:nvGrpSpPr>
          <p:cNvPr id="4" name="组合 3">
            <a:extLst>
              <a:ext uri="{FF2B5EF4-FFF2-40B4-BE49-F238E27FC236}">
                <a16:creationId xmlns:a16="http://schemas.microsoft.com/office/drawing/2014/main" id="{F63ECD5D-B27B-7AEF-CF02-CCB81B04347E}"/>
              </a:ext>
            </a:extLst>
          </p:cNvPr>
          <p:cNvGrpSpPr/>
          <p:nvPr userDrawn="1"/>
        </p:nvGrpSpPr>
        <p:grpSpPr>
          <a:xfrm>
            <a:off x="0" y="5606264"/>
            <a:ext cx="2547684" cy="1254088"/>
            <a:chOff x="0" y="4781250"/>
            <a:chExt cx="4223702" cy="2079102"/>
          </a:xfrm>
        </p:grpSpPr>
        <p:sp>
          <p:nvSpPr>
            <p:cNvPr id="475" name="任意多边形: 形状 474">
              <a:extLst>
                <a:ext uri="{FF2B5EF4-FFF2-40B4-BE49-F238E27FC236}">
                  <a16:creationId xmlns:a16="http://schemas.microsoft.com/office/drawing/2014/main" id="{536F93B6-AA3F-8145-0ED8-B883F750180F}"/>
                </a:ext>
              </a:extLst>
            </p:cNvPr>
            <p:cNvSpPr/>
            <p:nvPr userDrawn="1"/>
          </p:nvSpPr>
          <p:spPr>
            <a:xfrm>
              <a:off x="0" y="4955143"/>
              <a:ext cx="3270724" cy="1905209"/>
            </a:xfrm>
            <a:custGeom>
              <a:avLst/>
              <a:gdLst>
                <a:gd name="connsiteX0" fmla="*/ 870695 w 870695"/>
                <a:gd name="connsiteY0" fmla="*/ 507149 h 507183"/>
                <a:gd name="connsiteX1" fmla="*/ 788848 w 870695"/>
                <a:gd name="connsiteY1" fmla="*/ 398347 h 507183"/>
                <a:gd name="connsiteX2" fmla="*/ 645338 w 870695"/>
                <a:gd name="connsiteY2" fmla="*/ 300757 h 507183"/>
                <a:gd name="connsiteX3" fmla="*/ 565274 w 870695"/>
                <a:gd name="connsiteY3" fmla="*/ 100710 h 507183"/>
                <a:gd name="connsiteX4" fmla="*/ 366070 w 870695"/>
                <a:gd name="connsiteY4" fmla="*/ 104996 h 507183"/>
                <a:gd name="connsiteX5" fmla="*/ 164633 w 870695"/>
                <a:gd name="connsiteY5" fmla="*/ 140726 h 507183"/>
                <a:gd name="connsiteX6" fmla="*/ 61400 w 870695"/>
                <a:gd name="connsiteY6" fmla="*/ 43445 h 507183"/>
                <a:gd name="connsiteX7" fmla="*/ 0 w 870695"/>
                <a:gd name="connsiteY7" fmla="*/ 0 h 507183"/>
                <a:gd name="connsiteX8" fmla="*/ 0 w 870695"/>
                <a:gd name="connsiteY8" fmla="*/ 507183 h 507183"/>
                <a:gd name="connsiteX9" fmla="*/ 870695 w 870695"/>
                <a:gd name="connsiteY9" fmla="*/ 507183 h 507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0695" h="507183">
                  <a:moveTo>
                    <a:pt x="870695" y="507149"/>
                  </a:moveTo>
                  <a:cubicBezTo>
                    <a:pt x="868483" y="463669"/>
                    <a:pt x="829722" y="422041"/>
                    <a:pt x="788848" y="398347"/>
                  </a:cubicBezTo>
                  <a:cubicBezTo>
                    <a:pt x="738181" y="368995"/>
                    <a:pt x="677612" y="349141"/>
                    <a:pt x="645338" y="300757"/>
                  </a:cubicBezTo>
                  <a:cubicBezTo>
                    <a:pt x="604821" y="239996"/>
                    <a:pt x="620258" y="149196"/>
                    <a:pt x="565274" y="100710"/>
                  </a:cubicBezTo>
                  <a:cubicBezTo>
                    <a:pt x="512756" y="54384"/>
                    <a:pt x="430099" y="75952"/>
                    <a:pt x="366070" y="104996"/>
                  </a:cubicBezTo>
                  <a:cubicBezTo>
                    <a:pt x="302040" y="134040"/>
                    <a:pt x="229170" y="168638"/>
                    <a:pt x="164633" y="140726"/>
                  </a:cubicBezTo>
                  <a:cubicBezTo>
                    <a:pt x="120632" y="121661"/>
                    <a:pt x="93841" y="78387"/>
                    <a:pt x="61400" y="43445"/>
                  </a:cubicBezTo>
                  <a:cubicBezTo>
                    <a:pt x="44666" y="25443"/>
                    <a:pt x="23005" y="8950"/>
                    <a:pt x="0" y="0"/>
                  </a:cubicBezTo>
                  <a:lnTo>
                    <a:pt x="0" y="507183"/>
                  </a:lnTo>
                  <a:lnTo>
                    <a:pt x="870695" y="507183"/>
                  </a:lnTo>
                  <a:close/>
                </a:path>
              </a:pathLst>
            </a:custGeom>
            <a:solidFill>
              <a:srgbClr val="560E39"/>
            </a:solidFill>
            <a:ln w="342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479" name="任意多边形: 形状 478">
              <a:extLst>
                <a:ext uri="{FF2B5EF4-FFF2-40B4-BE49-F238E27FC236}">
                  <a16:creationId xmlns:a16="http://schemas.microsoft.com/office/drawing/2014/main" id="{DDB7E966-E13C-416D-99F6-892BB553CD05}"/>
                </a:ext>
              </a:extLst>
            </p:cNvPr>
            <p:cNvSpPr/>
            <p:nvPr userDrawn="1"/>
          </p:nvSpPr>
          <p:spPr>
            <a:xfrm>
              <a:off x="4" y="4781250"/>
              <a:ext cx="4223698" cy="2078975"/>
            </a:xfrm>
            <a:custGeom>
              <a:avLst/>
              <a:gdLst>
                <a:gd name="connsiteX0" fmla="*/ 689167 w 1124385"/>
                <a:gd name="connsiteY0" fmla="*/ 191099 h 553441"/>
                <a:gd name="connsiteX1" fmla="*/ 715697 w 1124385"/>
                <a:gd name="connsiteY1" fmla="*/ 263485 h 553441"/>
                <a:gd name="connsiteX2" fmla="*/ 730836 w 1124385"/>
                <a:gd name="connsiteY2" fmla="*/ 342214 h 553441"/>
                <a:gd name="connsiteX3" fmla="*/ 775533 w 1124385"/>
                <a:gd name="connsiteY3" fmla="*/ 398039 h 553441"/>
                <a:gd name="connsiteX4" fmla="*/ 873825 w 1124385"/>
                <a:gd name="connsiteY4" fmla="*/ 388643 h 553441"/>
                <a:gd name="connsiteX5" fmla="*/ 969107 w 1124385"/>
                <a:gd name="connsiteY5" fmla="*/ 328053 h 553441"/>
                <a:gd name="connsiteX6" fmla="*/ 1074943 w 1124385"/>
                <a:gd name="connsiteY6" fmla="*/ 320269 h 553441"/>
                <a:gd name="connsiteX7" fmla="*/ 1115944 w 1124385"/>
                <a:gd name="connsiteY7" fmla="*/ 406062 h 553441"/>
                <a:gd name="connsiteX8" fmla="*/ 1113245 w 1124385"/>
                <a:gd name="connsiteY8" fmla="*/ 531941 h 553441"/>
                <a:gd name="connsiteX9" fmla="*/ 1117206 w 1124385"/>
                <a:gd name="connsiteY9" fmla="*/ 553441 h 553441"/>
                <a:gd name="connsiteX10" fmla="*/ 1124386 w 1124385"/>
                <a:gd name="connsiteY10" fmla="*/ 553441 h 553441"/>
                <a:gd name="connsiteX11" fmla="*/ 1118625 w 1124385"/>
                <a:gd name="connsiteY11" fmla="*/ 509790 h 553441"/>
                <a:gd name="connsiteX12" fmla="*/ 1122322 w 1124385"/>
                <a:gd name="connsiteY12" fmla="*/ 443233 h 553441"/>
                <a:gd name="connsiteX13" fmla="*/ 1104529 w 1124385"/>
                <a:gd name="connsiteY13" fmla="*/ 341632 h 553441"/>
                <a:gd name="connsiteX14" fmla="*/ 1022822 w 1124385"/>
                <a:gd name="connsiteY14" fmla="*/ 302198 h 553441"/>
                <a:gd name="connsiteX15" fmla="*/ 923793 w 1124385"/>
                <a:gd name="connsiteY15" fmla="*/ 348798 h 553441"/>
                <a:gd name="connsiteX16" fmla="*/ 822497 w 1124385"/>
                <a:gd name="connsiteY16" fmla="*/ 398313 h 553441"/>
                <a:gd name="connsiteX17" fmla="*/ 746335 w 1124385"/>
                <a:gd name="connsiteY17" fmla="*/ 360697 h 553441"/>
                <a:gd name="connsiteX18" fmla="*/ 726162 w 1124385"/>
                <a:gd name="connsiteY18" fmla="*/ 285430 h 553441"/>
                <a:gd name="connsiteX19" fmla="*/ 707824 w 1124385"/>
                <a:gd name="connsiteY19" fmla="*/ 208552 h 553441"/>
                <a:gd name="connsiteX20" fmla="*/ 648242 w 1124385"/>
                <a:gd name="connsiteY20" fmla="*/ 157837 h 553441"/>
                <a:gd name="connsiteX21" fmla="*/ 555995 w 1124385"/>
                <a:gd name="connsiteY21" fmla="*/ 176834 h 553441"/>
                <a:gd name="connsiteX22" fmla="*/ 416774 w 1124385"/>
                <a:gd name="connsiteY22" fmla="*/ 344786 h 553441"/>
                <a:gd name="connsiteX23" fmla="*/ 321585 w 1124385"/>
                <a:gd name="connsiteY23" fmla="*/ 387958 h 553441"/>
                <a:gd name="connsiteX24" fmla="*/ 239820 w 1124385"/>
                <a:gd name="connsiteY24" fmla="*/ 343037 h 553441"/>
                <a:gd name="connsiteX25" fmla="*/ 173757 w 1124385"/>
                <a:gd name="connsiteY25" fmla="*/ 133148 h 553441"/>
                <a:gd name="connsiteX26" fmla="*/ 125090 w 1124385"/>
                <a:gd name="connsiteY26" fmla="*/ 40394 h 553441"/>
                <a:gd name="connsiteX27" fmla="*/ 43843 w 1124385"/>
                <a:gd name="connsiteY27" fmla="*/ 172 h 553441"/>
                <a:gd name="connsiteX28" fmla="*/ 1817 w 1124385"/>
                <a:gd name="connsiteY28" fmla="*/ 8059 h 553441"/>
                <a:gd name="connsiteX29" fmla="*/ 5352 w 1124385"/>
                <a:gd name="connsiteY29" fmla="*/ 14059 h 553441"/>
                <a:gd name="connsiteX30" fmla="*/ 96468 w 1124385"/>
                <a:gd name="connsiteY30" fmla="*/ 25992 h 553441"/>
                <a:gd name="connsiteX31" fmla="*/ 158289 w 1124385"/>
                <a:gd name="connsiteY31" fmla="*/ 106711 h 553441"/>
                <a:gd name="connsiteX32" fmla="*/ 216994 w 1124385"/>
                <a:gd name="connsiteY32" fmla="*/ 322326 h 553441"/>
                <a:gd name="connsiteX33" fmla="*/ 283036 w 1124385"/>
                <a:gd name="connsiteY33" fmla="*/ 385866 h 553441"/>
                <a:gd name="connsiteX34" fmla="*/ 374522 w 1124385"/>
                <a:gd name="connsiteY34" fmla="*/ 383294 h 553441"/>
                <a:gd name="connsiteX35" fmla="*/ 516777 w 1124385"/>
                <a:gd name="connsiteY35" fmla="*/ 221582 h 553441"/>
                <a:gd name="connsiteX36" fmla="*/ 603600 w 1124385"/>
                <a:gd name="connsiteY36" fmla="*/ 164935 h 553441"/>
                <a:gd name="connsiteX37" fmla="*/ 689167 w 1124385"/>
                <a:gd name="connsiteY37" fmla="*/ 191099 h 553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124385" h="553441">
                  <a:moveTo>
                    <a:pt x="689167" y="191099"/>
                  </a:moveTo>
                  <a:cubicBezTo>
                    <a:pt x="705626" y="211501"/>
                    <a:pt x="711431" y="238316"/>
                    <a:pt x="715697" y="263485"/>
                  </a:cubicBezTo>
                  <a:cubicBezTo>
                    <a:pt x="720155" y="289751"/>
                    <a:pt x="722466" y="316737"/>
                    <a:pt x="730836" y="342214"/>
                  </a:cubicBezTo>
                  <a:cubicBezTo>
                    <a:pt x="738548" y="365669"/>
                    <a:pt x="752552" y="386929"/>
                    <a:pt x="775533" y="398039"/>
                  </a:cubicBezTo>
                  <a:cubicBezTo>
                    <a:pt x="807498" y="413469"/>
                    <a:pt x="843726" y="403662"/>
                    <a:pt x="873825" y="388643"/>
                  </a:cubicBezTo>
                  <a:cubicBezTo>
                    <a:pt x="907738" y="371738"/>
                    <a:pt x="935832" y="345987"/>
                    <a:pt x="969107" y="328053"/>
                  </a:cubicBezTo>
                  <a:cubicBezTo>
                    <a:pt x="1001244" y="310736"/>
                    <a:pt x="1041720" y="298563"/>
                    <a:pt x="1074943" y="320269"/>
                  </a:cubicBezTo>
                  <a:cubicBezTo>
                    <a:pt x="1103023" y="338580"/>
                    <a:pt x="1114219" y="374378"/>
                    <a:pt x="1115944" y="406062"/>
                  </a:cubicBezTo>
                  <a:cubicBezTo>
                    <a:pt x="1118234" y="448102"/>
                    <a:pt x="1107827" y="489936"/>
                    <a:pt x="1113245" y="531941"/>
                  </a:cubicBezTo>
                  <a:cubicBezTo>
                    <a:pt x="1114181" y="539176"/>
                    <a:pt x="1115512" y="546377"/>
                    <a:pt x="1117206" y="553441"/>
                  </a:cubicBezTo>
                  <a:lnTo>
                    <a:pt x="1124386" y="553441"/>
                  </a:lnTo>
                  <a:cubicBezTo>
                    <a:pt x="1120861" y="539142"/>
                    <a:pt x="1118923" y="524535"/>
                    <a:pt x="1118625" y="509790"/>
                  </a:cubicBezTo>
                  <a:cubicBezTo>
                    <a:pt x="1118176" y="487535"/>
                    <a:pt x="1120847" y="465419"/>
                    <a:pt x="1122322" y="443233"/>
                  </a:cubicBezTo>
                  <a:cubicBezTo>
                    <a:pt x="1124626" y="408600"/>
                    <a:pt x="1123210" y="372184"/>
                    <a:pt x="1104529" y="341632"/>
                  </a:cubicBezTo>
                  <a:cubicBezTo>
                    <a:pt x="1087144" y="313205"/>
                    <a:pt x="1056211" y="298255"/>
                    <a:pt x="1022822" y="302198"/>
                  </a:cubicBezTo>
                  <a:cubicBezTo>
                    <a:pt x="986136" y="306553"/>
                    <a:pt x="952994" y="327710"/>
                    <a:pt x="923793" y="348798"/>
                  </a:cubicBezTo>
                  <a:cubicBezTo>
                    <a:pt x="893717" y="370469"/>
                    <a:pt x="860439" y="393615"/>
                    <a:pt x="822497" y="398313"/>
                  </a:cubicBezTo>
                  <a:cubicBezTo>
                    <a:pt x="790981" y="402188"/>
                    <a:pt x="761749" y="388163"/>
                    <a:pt x="746335" y="360697"/>
                  </a:cubicBezTo>
                  <a:cubicBezTo>
                    <a:pt x="733545" y="337860"/>
                    <a:pt x="729996" y="310839"/>
                    <a:pt x="726162" y="285430"/>
                  </a:cubicBezTo>
                  <a:cubicBezTo>
                    <a:pt x="722243" y="259438"/>
                    <a:pt x="718766" y="232761"/>
                    <a:pt x="707824" y="208552"/>
                  </a:cubicBezTo>
                  <a:cubicBezTo>
                    <a:pt x="696519" y="183555"/>
                    <a:pt x="675708" y="163975"/>
                    <a:pt x="648242" y="157837"/>
                  </a:cubicBezTo>
                  <a:cubicBezTo>
                    <a:pt x="616736" y="150774"/>
                    <a:pt x="582885" y="160238"/>
                    <a:pt x="555995" y="176834"/>
                  </a:cubicBezTo>
                  <a:cubicBezTo>
                    <a:pt x="492157" y="216267"/>
                    <a:pt x="469149" y="294243"/>
                    <a:pt x="416774" y="344786"/>
                  </a:cubicBezTo>
                  <a:cubicBezTo>
                    <a:pt x="391341" y="369304"/>
                    <a:pt x="358265" y="389295"/>
                    <a:pt x="321585" y="387958"/>
                  </a:cubicBezTo>
                  <a:cubicBezTo>
                    <a:pt x="288536" y="386723"/>
                    <a:pt x="260230" y="367761"/>
                    <a:pt x="239820" y="343037"/>
                  </a:cubicBezTo>
                  <a:cubicBezTo>
                    <a:pt x="190573" y="283441"/>
                    <a:pt x="192161" y="204266"/>
                    <a:pt x="173757" y="133148"/>
                  </a:cubicBezTo>
                  <a:cubicBezTo>
                    <a:pt x="164832" y="98653"/>
                    <a:pt x="150738" y="65974"/>
                    <a:pt x="125090" y="40394"/>
                  </a:cubicBezTo>
                  <a:cubicBezTo>
                    <a:pt x="103535" y="18894"/>
                    <a:pt x="74916" y="2161"/>
                    <a:pt x="43843" y="172"/>
                  </a:cubicBezTo>
                  <a:cubicBezTo>
                    <a:pt x="29294" y="-754"/>
                    <a:pt x="15049" y="2092"/>
                    <a:pt x="1817" y="8059"/>
                  </a:cubicBezTo>
                  <a:cubicBezTo>
                    <a:pt x="-2281" y="9910"/>
                    <a:pt x="1275" y="15877"/>
                    <a:pt x="5352" y="14059"/>
                  </a:cubicBezTo>
                  <a:cubicBezTo>
                    <a:pt x="35764" y="343"/>
                    <a:pt x="69550" y="8401"/>
                    <a:pt x="96468" y="25992"/>
                  </a:cubicBezTo>
                  <a:cubicBezTo>
                    <a:pt x="125971" y="45263"/>
                    <a:pt x="146367" y="74101"/>
                    <a:pt x="158289" y="106711"/>
                  </a:cubicBezTo>
                  <a:cubicBezTo>
                    <a:pt x="184020" y="177074"/>
                    <a:pt x="178338" y="256318"/>
                    <a:pt x="216994" y="322326"/>
                  </a:cubicBezTo>
                  <a:cubicBezTo>
                    <a:pt x="232458" y="348764"/>
                    <a:pt x="254418" y="373213"/>
                    <a:pt x="283036" y="385866"/>
                  </a:cubicBezTo>
                  <a:cubicBezTo>
                    <a:pt x="312666" y="398965"/>
                    <a:pt x="345478" y="396942"/>
                    <a:pt x="374522" y="383294"/>
                  </a:cubicBezTo>
                  <a:cubicBezTo>
                    <a:pt x="443428" y="350856"/>
                    <a:pt x="470805" y="276549"/>
                    <a:pt x="516777" y="221582"/>
                  </a:cubicBezTo>
                  <a:cubicBezTo>
                    <a:pt x="539587" y="194287"/>
                    <a:pt x="568020" y="172513"/>
                    <a:pt x="603600" y="164935"/>
                  </a:cubicBezTo>
                  <a:cubicBezTo>
                    <a:pt x="635098" y="158215"/>
                    <a:pt x="668442" y="165415"/>
                    <a:pt x="689167" y="191099"/>
                  </a:cubicBezTo>
                  <a:close/>
                </a:path>
              </a:pathLst>
            </a:custGeom>
            <a:solidFill>
              <a:srgbClr val="5E7DAB"/>
            </a:solidFill>
            <a:ln w="342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grpSp>
    </p:spTree>
    <p:extLst>
      <p:ext uri="{BB962C8B-B14F-4D97-AF65-F5344CB8AC3E}">
        <p14:creationId xmlns:p14="http://schemas.microsoft.com/office/powerpoint/2010/main" val="265916443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6706EAB-7E38-413E-9191-7263DA2E0A5F}" type="datetimeFigureOut">
              <a:rPr lang="zh-CN" altLang="en-US" smtClean="0"/>
              <a:t>2026/3/6</a:t>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472C617-C80D-42FC-B6D2-FCEB6F893825}" type="slidenum">
              <a:rPr lang="zh-CN" altLang="en-US" smtClean="0"/>
              <a:t>‹#›</a:t>
            </a:fld>
            <a:endParaRPr lang="zh-CN" altLang="en-US"/>
          </a:p>
        </p:txBody>
      </p:sp>
    </p:spTree>
    <p:extLst>
      <p:ext uri="{BB962C8B-B14F-4D97-AF65-F5344CB8AC3E}">
        <p14:creationId xmlns:p14="http://schemas.microsoft.com/office/powerpoint/2010/main" val="114392115"/>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jpeg"/><Relationship Id="rId7"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jpeg"/></Relationships>
</file>

<file path=ppt/slides/_rels/slide4.xml.rels><?xml version="1.0" encoding="UTF-8" standalone="yes"?>
<Relationships xmlns="http://schemas.openxmlformats.org/package/2006/relationships"><Relationship Id="rId8" Type="http://schemas.openxmlformats.org/officeDocument/2006/relationships/image" Target="../media/image17.svg"/><Relationship Id="rId13" Type="http://schemas.openxmlformats.org/officeDocument/2006/relationships/image" Target="../media/image22.pn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1.svg"/><Relationship Id="rId2" Type="http://schemas.openxmlformats.org/officeDocument/2006/relationships/notesSlide" Target="../notesSlides/notesSlide4.xml"/><Relationship Id="rId16" Type="http://schemas.openxmlformats.org/officeDocument/2006/relationships/image" Target="../media/image25.svg"/><Relationship Id="rId1" Type="http://schemas.openxmlformats.org/officeDocument/2006/relationships/slideLayout" Target="../slideLayouts/slideLayout13.xml"/><Relationship Id="rId6" Type="http://schemas.openxmlformats.org/officeDocument/2006/relationships/image" Target="../media/image15.svg"/><Relationship Id="rId11" Type="http://schemas.openxmlformats.org/officeDocument/2006/relationships/image" Target="../media/image20.png"/><Relationship Id="rId5" Type="http://schemas.openxmlformats.org/officeDocument/2006/relationships/image" Target="../media/image14.png"/><Relationship Id="rId15" Type="http://schemas.openxmlformats.org/officeDocument/2006/relationships/image" Target="../media/image24.png"/><Relationship Id="rId10" Type="http://schemas.openxmlformats.org/officeDocument/2006/relationships/image" Target="../media/image19.svg"/><Relationship Id="rId4" Type="http://schemas.openxmlformats.org/officeDocument/2006/relationships/image" Target="../media/image13.svg"/><Relationship Id="rId9" Type="http://schemas.openxmlformats.org/officeDocument/2006/relationships/image" Target="../media/image18.png"/><Relationship Id="rId14" Type="http://schemas.openxmlformats.org/officeDocument/2006/relationships/image" Target="../media/image23.svg"/></Relationships>
</file>

<file path=ppt/slides/_rels/slide5.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notesSlide" Target="../notesSlides/notesSlide5.xml"/><Relationship Id="rId1" Type="http://schemas.openxmlformats.org/officeDocument/2006/relationships/slideLayout" Target="../slideLayouts/slideLayout13.xml"/><Relationship Id="rId6" Type="http://schemas.openxmlformats.org/officeDocument/2006/relationships/image" Target="../media/image29.svg"/><Relationship Id="rId5" Type="http://schemas.openxmlformats.org/officeDocument/2006/relationships/image" Target="../media/image28.png"/><Relationship Id="rId10" Type="http://schemas.openxmlformats.org/officeDocument/2006/relationships/image" Target="../media/image33.svg"/><Relationship Id="rId4" Type="http://schemas.openxmlformats.org/officeDocument/2006/relationships/image" Target="../media/image27.svg"/><Relationship Id="rId9" Type="http://schemas.openxmlformats.org/officeDocument/2006/relationships/image" Target="../media/image32.png"/></Relationships>
</file>

<file path=ppt/slides/_rels/slide6.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4.png"/><Relationship Id="rId7" Type="http://schemas.openxmlformats.org/officeDocument/2006/relationships/image" Target="../media/image38.png"/><Relationship Id="rId12" Type="http://schemas.openxmlformats.org/officeDocument/2006/relationships/image" Target="../media/image43.svg"/><Relationship Id="rId2" Type="http://schemas.openxmlformats.org/officeDocument/2006/relationships/notesSlide" Target="../notesSlides/notesSlide6.xml"/><Relationship Id="rId1" Type="http://schemas.openxmlformats.org/officeDocument/2006/relationships/slideLayout" Target="../slideLayouts/slideLayout13.xml"/><Relationship Id="rId6" Type="http://schemas.openxmlformats.org/officeDocument/2006/relationships/image" Target="../media/image37.jpeg"/><Relationship Id="rId11" Type="http://schemas.openxmlformats.org/officeDocument/2006/relationships/image" Target="../media/image42.png"/><Relationship Id="rId5" Type="http://schemas.openxmlformats.org/officeDocument/2006/relationships/image" Target="../media/image36.jpeg"/><Relationship Id="rId10" Type="http://schemas.openxmlformats.org/officeDocument/2006/relationships/image" Target="../media/image41.svg"/><Relationship Id="rId4" Type="http://schemas.openxmlformats.org/officeDocument/2006/relationships/image" Target="../media/image35.svg"/><Relationship Id="rId9" Type="http://schemas.openxmlformats.org/officeDocument/2006/relationships/image" Target="../media/image40.png"/></Relationships>
</file>

<file path=ppt/slides/_rels/slide7.xml.rels><?xml version="1.0" encoding="UTF-8" standalone="yes"?>
<Relationships xmlns="http://schemas.openxmlformats.org/package/2006/relationships"><Relationship Id="rId8" Type="http://schemas.openxmlformats.org/officeDocument/2006/relationships/image" Target="../media/image35.svg"/><Relationship Id="rId13" Type="http://schemas.openxmlformats.org/officeDocument/2006/relationships/image" Target="../media/image48.png"/><Relationship Id="rId3" Type="http://schemas.openxmlformats.org/officeDocument/2006/relationships/image" Target="../media/image36.jpeg"/><Relationship Id="rId7" Type="http://schemas.openxmlformats.org/officeDocument/2006/relationships/image" Target="../media/image34.png"/><Relationship Id="rId12" Type="http://schemas.openxmlformats.org/officeDocument/2006/relationships/image" Target="../media/image47.svg"/><Relationship Id="rId2" Type="http://schemas.openxmlformats.org/officeDocument/2006/relationships/notesSlide" Target="../notesSlides/notesSlide7.xml"/><Relationship Id="rId16" Type="http://schemas.openxmlformats.org/officeDocument/2006/relationships/image" Target="../media/image51.svg"/><Relationship Id="rId1" Type="http://schemas.openxmlformats.org/officeDocument/2006/relationships/slideLayout" Target="../slideLayouts/slideLayout13.xml"/><Relationship Id="rId6" Type="http://schemas.openxmlformats.org/officeDocument/2006/relationships/image" Target="../media/image45.svg"/><Relationship Id="rId11" Type="http://schemas.openxmlformats.org/officeDocument/2006/relationships/image" Target="../media/image46.png"/><Relationship Id="rId5" Type="http://schemas.openxmlformats.org/officeDocument/2006/relationships/image" Target="../media/image44.png"/><Relationship Id="rId15" Type="http://schemas.openxmlformats.org/officeDocument/2006/relationships/image" Target="../media/image50.png"/><Relationship Id="rId10" Type="http://schemas.openxmlformats.org/officeDocument/2006/relationships/image" Target="../media/image39.png"/><Relationship Id="rId4" Type="http://schemas.openxmlformats.org/officeDocument/2006/relationships/image" Target="../media/image37.jpeg"/><Relationship Id="rId9" Type="http://schemas.openxmlformats.org/officeDocument/2006/relationships/image" Target="../media/image38.png"/><Relationship Id="rId14" Type="http://schemas.openxmlformats.org/officeDocument/2006/relationships/image" Target="../media/image49.svg"/></Relationships>
</file>

<file path=ppt/slides/_rels/slide8.xml.rels><?xml version="1.0" encoding="UTF-8" standalone="yes"?>
<Relationships xmlns="http://schemas.openxmlformats.org/package/2006/relationships"><Relationship Id="rId8" Type="http://schemas.openxmlformats.org/officeDocument/2006/relationships/image" Target="../media/image57.svg"/><Relationship Id="rId13" Type="http://schemas.openxmlformats.org/officeDocument/2006/relationships/image" Target="../media/image62.png"/><Relationship Id="rId18" Type="http://schemas.openxmlformats.org/officeDocument/2006/relationships/image" Target="../media/image67.svg"/><Relationship Id="rId3" Type="http://schemas.openxmlformats.org/officeDocument/2006/relationships/image" Target="../media/image52.png"/><Relationship Id="rId7" Type="http://schemas.openxmlformats.org/officeDocument/2006/relationships/image" Target="../media/image56.png"/><Relationship Id="rId12" Type="http://schemas.openxmlformats.org/officeDocument/2006/relationships/image" Target="../media/image61.svg"/><Relationship Id="rId17" Type="http://schemas.openxmlformats.org/officeDocument/2006/relationships/image" Target="../media/image66.png"/><Relationship Id="rId2" Type="http://schemas.openxmlformats.org/officeDocument/2006/relationships/notesSlide" Target="../notesSlides/notesSlide8.xml"/><Relationship Id="rId16" Type="http://schemas.openxmlformats.org/officeDocument/2006/relationships/image" Target="../media/image65.svg"/><Relationship Id="rId1" Type="http://schemas.openxmlformats.org/officeDocument/2006/relationships/slideLayout" Target="../slideLayouts/slideLayout13.xml"/><Relationship Id="rId6" Type="http://schemas.openxmlformats.org/officeDocument/2006/relationships/image" Target="../media/image55.svg"/><Relationship Id="rId11" Type="http://schemas.openxmlformats.org/officeDocument/2006/relationships/image" Target="../media/image60.png"/><Relationship Id="rId5" Type="http://schemas.openxmlformats.org/officeDocument/2006/relationships/image" Target="../media/image54.png"/><Relationship Id="rId15" Type="http://schemas.openxmlformats.org/officeDocument/2006/relationships/image" Target="../media/image64.png"/><Relationship Id="rId10" Type="http://schemas.openxmlformats.org/officeDocument/2006/relationships/image" Target="../media/image59.svg"/><Relationship Id="rId4" Type="http://schemas.openxmlformats.org/officeDocument/2006/relationships/image" Target="../media/image53.svg"/><Relationship Id="rId9" Type="http://schemas.openxmlformats.org/officeDocument/2006/relationships/image" Target="../media/image58.png"/><Relationship Id="rId14" Type="http://schemas.openxmlformats.org/officeDocument/2006/relationships/image" Target="../media/image63.svg"/></Relationships>
</file>

<file path=ppt/slides/_rels/slide9.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9.xml"/><Relationship Id="rId1" Type="http://schemas.openxmlformats.org/officeDocument/2006/relationships/slideLayout" Target="../slideLayouts/slideLayout13.x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image" Target="../media/image69.png"/></Relationships>
</file>

<file path=ppt/slides/_rels/slide10.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0.xml"/><Relationship Id="rId1" Type="http://schemas.openxmlformats.org/officeDocument/2006/relationships/slideLayout" Target="../slideLayouts/slideLayout13.xml"/><Relationship Id="rId6" Type="http://schemas.openxmlformats.org/officeDocument/2006/relationships/diagramColors" Target="../diagrams/colors1.xml"/><Relationship Id="rId11" Type="http://schemas.openxmlformats.org/officeDocument/2006/relationships/image" Target="../media/image75.png"/><Relationship Id="rId5" Type="http://schemas.openxmlformats.org/officeDocument/2006/relationships/diagramQuickStyle" Target="../diagrams/quickStyle1.xml"/><Relationship Id="rId10" Type="http://schemas.openxmlformats.org/officeDocument/2006/relationships/image" Target="../media/image74.png"/><Relationship Id="rId4" Type="http://schemas.openxmlformats.org/officeDocument/2006/relationships/diagramLayout" Target="../diagrams/layout1.xml"/><Relationship Id="rId9" Type="http://schemas.openxmlformats.org/officeDocument/2006/relationships/image" Target="../media/image73.png"/></Relationships>
</file>

<file path=ppt/slides/_rels/slide11.xml.rels><?xml version="1.0" encoding="UTF-8" standalone="yes"?>
<Relationships xmlns="http://schemas.openxmlformats.org/package/2006/relationships"><Relationship Id="rId8" Type="http://schemas.openxmlformats.org/officeDocument/2006/relationships/image" Target="../media/image81.svg"/><Relationship Id="rId3" Type="http://schemas.openxmlformats.org/officeDocument/2006/relationships/image" Target="../media/image76.png"/><Relationship Id="rId7" Type="http://schemas.openxmlformats.org/officeDocument/2006/relationships/image" Target="../media/image80.png"/><Relationship Id="rId2" Type="http://schemas.openxmlformats.org/officeDocument/2006/relationships/notesSlide" Target="../notesSlides/notesSlide11.xml"/><Relationship Id="rId1" Type="http://schemas.openxmlformats.org/officeDocument/2006/relationships/slideLayout" Target="../slideLayouts/slideLayout13.xml"/><Relationship Id="rId6" Type="http://schemas.openxmlformats.org/officeDocument/2006/relationships/image" Target="../media/image79.svg"/><Relationship Id="rId5" Type="http://schemas.openxmlformats.org/officeDocument/2006/relationships/image" Target="../media/image78.png"/><Relationship Id="rId4" Type="http://schemas.openxmlformats.org/officeDocument/2006/relationships/image" Target="../media/image77.sv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3085F06-6D95-4625-8181-DE02B26AF47C}"/>
            </a:ext>
          </a:extLst>
        </p:cNvPr>
        <p:cNvGrpSpPr/>
        <p:nvPr/>
      </p:nvGrpSpPr>
      <p:grpSpPr>
        <a:xfrm>
          <a:off x="0" y="0"/>
          <a:ext cx="0" cy="0"/>
          <a:chOff x="0" y="0"/>
          <a:chExt cx="0" cy="0"/>
        </a:xfrm>
      </p:grpSpPr>
      <p:sp>
        <p:nvSpPr>
          <p:cNvPr id="12" name="椭圆 11">
            <a:extLst>
              <a:ext uri="{FF2B5EF4-FFF2-40B4-BE49-F238E27FC236}">
                <a16:creationId xmlns:a16="http://schemas.microsoft.com/office/drawing/2014/main" id="{42693D55-DBED-072A-295A-9F21792EDF58}"/>
              </a:ext>
            </a:extLst>
          </p:cNvPr>
          <p:cNvSpPr/>
          <p:nvPr/>
        </p:nvSpPr>
        <p:spPr>
          <a:xfrm>
            <a:off x="0" y="-804685"/>
            <a:ext cx="417032" cy="417032"/>
          </a:xfrm>
          <a:prstGeom prst="ellipse">
            <a:avLst/>
          </a:prstGeom>
          <a:solidFill>
            <a:srgbClr val="474F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 name="椭圆 12">
            <a:extLst>
              <a:ext uri="{FF2B5EF4-FFF2-40B4-BE49-F238E27FC236}">
                <a16:creationId xmlns:a16="http://schemas.microsoft.com/office/drawing/2014/main" id="{6D44042A-9997-527C-8A31-3469E46EC99C}"/>
              </a:ext>
            </a:extLst>
          </p:cNvPr>
          <p:cNvSpPr/>
          <p:nvPr/>
        </p:nvSpPr>
        <p:spPr>
          <a:xfrm>
            <a:off x="530013" y="-804685"/>
            <a:ext cx="417032" cy="417032"/>
          </a:xfrm>
          <a:prstGeom prst="ellipse">
            <a:avLst/>
          </a:prstGeom>
          <a:solidFill>
            <a:srgbClr val="535B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4" name="椭圆 13">
            <a:extLst>
              <a:ext uri="{FF2B5EF4-FFF2-40B4-BE49-F238E27FC236}">
                <a16:creationId xmlns:a16="http://schemas.microsoft.com/office/drawing/2014/main" id="{A5767F2F-2EC9-3B6F-C73C-D540A506B492}"/>
              </a:ext>
            </a:extLst>
          </p:cNvPr>
          <p:cNvSpPr/>
          <p:nvPr/>
        </p:nvSpPr>
        <p:spPr>
          <a:xfrm>
            <a:off x="1060026" y="-804685"/>
            <a:ext cx="417032" cy="417032"/>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5" name="椭圆 14">
            <a:extLst>
              <a:ext uri="{FF2B5EF4-FFF2-40B4-BE49-F238E27FC236}">
                <a16:creationId xmlns:a16="http://schemas.microsoft.com/office/drawing/2014/main" id="{6137053C-6AEE-4677-4064-7093D5894C5C}"/>
              </a:ext>
            </a:extLst>
          </p:cNvPr>
          <p:cNvSpPr/>
          <p:nvPr/>
        </p:nvSpPr>
        <p:spPr>
          <a:xfrm>
            <a:off x="1590039" y="-804685"/>
            <a:ext cx="417032" cy="417032"/>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椭圆 15">
            <a:extLst>
              <a:ext uri="{FF2B5EF4-FFF2-40B4-BE49-F238E27FC236}">
                <a16:creationId xmlns:a16="http://schemas.microsoft.com/office/drawing/2014/main" id="{E793068C-648C-D81A-C3BF-90019BEDBD29}"/>
              </a:ext>
            </a:extLst>
          </p:cNvPr>
          <p:cNvSpPr/>
          <p:nvPr/>
        </p:nvSpPr>
        <p:spPr>
          <a:xfrm>
            <a:off x="2120052" y="-804685"/>
            <a:ext cx="417032" cy="417032"/>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58" name="文本框 457">
            <a:extLst>
              <a:ext uri="{FF2B5EF4-FFF2-40B4-BE49-F238E27FC236}">
                <a16:creationId xmlns:a16="http://schemas.microsoft.com/office/drawing/2014/main" id="{434108EC-4777-57DC-74E9-E8632DD77EC7}"/>
              </a:ext>
            </a:extLst>
          </p:cNvPr>
          <p:cNvSpPr txBox="1"/>
          <p:nvPr/>
        </p:nvSpPr>
        <p:spPr>
          <a:xfrm>
            <a:off x="3841320" y="1805300"/>
            <a:ext cx="4259499" cy="1446550"/>
          </a:xfrm>
          <a:prstGeom prst="rect">
            <a:avLst/>
          </a:prstGeom>
          <a:noFill/>
        </p:spPr>
        <p:txBody>
          <a:bodyPr wrap="none" rtlCol="0">
            <a:spAutoFit/>
          </a:bodyPr>
          <a:lstStyle/>
          <a:p>
            <a:r>
              <a:rPr lang="en-US" altLang="zh-CN" sz="8800" err="1">
                <a:solidFill>
                  <a:srgbClr val="560E39"/>
                </a:solidFill>
                <a:latin typeface="Aa厚底黑" panose="00020600040101010101" pitchFamily="18" charset="-122"/>
                <a:ea typeface="Aa厚底黑" panose="00020600040101010101" pitchFamily="18" charset="-122"/>
                <a:cs typeface="+mn-ea"/>
                <a:sym typeface="+mn-lt"/>
              </a:rPr>
              <a:t>AuraRA</a:t>
            </a:r>
            <a:endParaRPr lang="zh-CN" altLang="en-US" sz="8800" err="1">
              <a:solidFill>
                <a:srgbClr val="560E39"/>
              </a:solidFill>
              <a:latin typeface="Aa厚底黑" panose="00020600040101010101" pitchFamily="18" charset="-122"/>
              <a:ea typeface="Aa厚底黑" panose="00020600040101010101" pitchFamily="18" charset="-122"/>
              <a:cs typeface="+mn-ea"/>
              <a:sym typeface="+mn-lt"/>
            </a:endParaRPr>
          </a:p>
        </p:txBody>
      </p:sp>
      <p:sp>
        <p:nvSpPr>
          <p:cNvPr id="465" name="文本框 464">
            <a:extLst>
              <a:ext uri="{FF2B5EF4-FFF2-40B4-BE49-F238E27FC236}">
                <a16:creationId xmlns:a16="http://schemas.microsoft.com/office/drawing/2014/main" id="{12E509E8-5B13-05BA-4C66-9D72C2F0EDDC}"/>
              </a:ext>
            </a:extLst>
          </p:cNvPr>
          <p:cNvSpPr txBox="1"/>
          <p:nvPr/>
        </p:nvSpPr>
        <p:spPr>
          <a:xfrm>
            <a:off x="4129273" y="4859440"/>
            <a:ext cx="3971546" cy="1295868"/>
          </a:xfrm>
          <a:prstGeom prst="rect">
            <a:avLst/>
          </a:prstGeom>
          <a:noFill/>
        </p:spPr>
        <p:txBody>
          <a:bodyPr wrap="square" lIns="91440" tIns="45720" rIns="91440" bIns="45720" anchor="t">
            <a:spAutoFit/>
          </a:bodyPr>
          <a:lstStyle/>
          <a:p>
            <a:pPr algn="ctr">
              <a:lnSpc>
                <a:spcPct val="150000"/>
              </a:lnSpc>
            </a:pPr>
            <a:r>
              <a:rPr lang="sv-SE" altLang="zh-CN" b="1" err="1"/>
              <a:t>HealthXher</a:t>
            </a:r>
            <a:r>
              <a:rPr lang="sv-SE" altLang="zh-CN" b="1"/>
              <a:t> Hackathon</a:t>
            </a:r>
          </a:p>
          <a:p>
            <a:pPr algn="ctr">
              <a:lnSpc>
                <a:spcPct val="150000"/>
              </a:lnSpc>
            </a:pPr>
            <a:r>
              <a:rPr lang="sv-SE" altLang="zh-CN" b="1"/>
              <a:t>Team</a:t>
            </a:r>
            <a:r>
              <a:rPr lang="zh-CN" altLang="en-US" b="1"/>
              <a:t> </a:t>
            </a:r>
            <a:r>
              <a:rPr lang="en-US" altLang="zh-CN" b="1"/>
              <a:t>Auro</a:t>
            </a:r>
            <a:endParaRPr lang="sv-SE" altLang="zh-CN" b="1"/>
          </a:p>
          <a:p>
            <a:pPr algn="ctr">
              <a:lnSpc>
                <a:spcPct val="150000"/>
              </a:lnSpc>
            </a:pPr>
            <a:r>
              <a:rPr lang="sv-SE" altLang="zh-CN">
                <a:solidFill>
                  <a:srgbClr val="263238"/>
                </a:solidFill>
                <a:cs typeface="+mn-ea"/>
                <a:sym typeface="+mn-lt"/>
              </a:rPr>
              <a:t>2026/2/22</a:t>
            </a:r>
          </a:p>
        </p:txBody>
      </p:sp>
      <p:grpSp>
        <p:nvGrpSpPr>
          <p:cNvPr id="477" name="组合 476">
            <a:extLst>
              <a:ext uri="{FF2B5EF4-FFF2-40B4-BE49-F238E27FC236}">
                <a16:creationId xmlns:a16="http://schemas.microsoft.com/office/drawing/2014/main" id="{CA6C0479-5E89-6186-0D01-10DCC1C6FE44}"/>
              </a:ext>
            </a:extLst>
          </p:cNvPr>
          <p:cNvGrpSpPr/>
          <p:nvPr/>
        </p:nvGrpSpPr>
        <p:grpSpPr>
          <a:xfrm>
            <a:off x="2167878" y="3429000"/>
            <a:ext cx="7894336" cy="1253290"/>
            <a:chOff x="2949510" y="3329680"/>
            <a:chExt cx="6331072" cy="733657"/>
          </a:xfrm>
        </p:grpSpPr>
        <p:sp>
          <p:nvSpPr>
            <p:cNvPr id="472" name="任意多边形: 形状 471" descr="D:\51PPT模板网\51pptmoban.com\图片.jpg">
              <a:extLst>
                <a:ext uri="{FF2B5EF4-FFF2-40B4-BE49-F238E27FC236}">
                  <a16:creationId xmlns:a16="http://schemas.microsoft.com/office/drawing/2014/main" id="{99D105A9-3032-9EEA-4B04-649B4CEF10DC}"/>
                </a:ext>
              </a:extLst>
            </p:cNvPr>
            <p:cNvSpPr/>
            <p:nvPr/>
          </p:nvSpPr>
          <p:spPr>
            <a:xfrm flipH="1">
              <a:off x="2949510" y="3329680"/>
              <a:ext cx="6331072" cy="733657"/>
            </a:xfrm>
            <a:custGeom>
              <a:avLst/>
              <a:gdLst>
                <a:gd name="connsiteX0" fmla="*/ 245451 w 6127268"/>
                <a:gd name="connsiteY0" fmla="*/ 48 h 917430"/>
                <a:gd name="connsiteX1" fmla="*/ 408809 w 6127268"/>
                <a:gd name="connsiteY1" fmla="*/ 37739 h 917430"/>
                <a:gd name="connsiteX2" fmla="*/ 629531 w 6127268"/>
                <a:gd name="connsiteY2" fmla="*/ 130287 h 917430"/>
                <a:gd name="connsiteX3" fmla="*/ 974312 w 6127268"/>
                <a:gd name="connsiteY3" fmla="*/ 171387 h 917430"/>
                <a:gd name="connsiteX4" fmla="*/ 2055319 w 6127268"/>
                <a:gd name="connsiteY4" fmla="*/ 176513 h 917430"/>
                <a:gd name="connsiteX5" fmla="*/ 3186669 w 6127268"/>
                <a:gd name="connsiteY5" fmla="*/ 105385 h 917430"/>
                <a:gd name="connsiteX6" fmla="*/ 3887620 w 6127268"/>
                <a:gd name="connsiteY6" fmla="*/ 46104 h 917430"/>
                <a:gd name="connsiteX7" fmla="*/ 4556635 w 6127268"/>
                <a:gd name="connsiteY7" fmla="*/ 18881 h 917430"/>
                <a:gd name="connsiteX8" fmla="*/ 5167088 w 6127268"/>
                <a:gd name="connsiteY8" fmla="*/ 67138 h 917430"/>
                <a:gd name="connsiteX9" fmla="*/ 5906224 w 6127268"/>
                <a:gd name="connsiteY9" fmla="*/ 263839 h 917430"/>
                <a:gd name="connsiteX10" fmla="*/ 6059223 w 6127268"/>
                <a:gd name="connsiteY10" fmla="*/ 342074 h 917430"/>
                <a:gd name="connsiteX11" fmla="*/ 6113589 w 6127268"/>
                <a:gd name="connsiteY11" fmla="*/ 513776 h 917430"/>
                <a:gd name="connsiteX12" fmla="*/ 6090612 w 6127268"/>
                <a:gd name="connsiteY12" fmla="*/ 544202 h 917430"/>
                <a:gd name="connsiteX13" fmla="*/ 6121691 w 6127268"/>
                <a:gd name="connsiteY13" fmla="*/ 585147 h 917430"/>
                <a:gd name="connsiteX14" fmla="*/ 6113633 w 6127268"/>
                <a:gd name="connsiteY14" fmla="*/ 674072 h 917430"/>
                <a:gd name="connsiteX15" fmla="*/ 6121691 w 6127268"/>
                <a:gd name="connsiteY15" fmla="*/ 684688 h 917430"/>
                <a:gd name="connsiteX16" fmla="*/ 6113589 w 6127268"/>
                <a:gd name="connsiteY16" fmla="*/ 774093 h 917430"/>
                <a:gd name="connsiteX17" fmla="*/ 5874802 w 6127268"/>
                <a:gd name="connsiteY17" fmla="*/ 909531 h 917430"/>
                <a:gd name="connsiteX18" fmla="*/ 5545260 w 6127268"/>
                <a:gd name="connsiteY18" fmla="*/ 868962 h 917430"/>
                <a:gd name="connsiteX19" fmla="*/ 5124450 w 6127268"/>
                <a:gd name="connsiteY19" fmla="*/ 734347 h 917430"/>
                <a:gd name="connsiteX20" fmla="*/ 4649702 w 6127268"/>
                <a:gd name="connsiteY20" fmla="*/ 677725 h 917430"/>
                <a:gd name="connsiteX21" fmla="*/ 4025807 w 6127268"/>
                <a:gd name="connsiteY21" fmla="*/ 678354 h 917430"/>
                <a:gd name="connsiteX22" fmla="*/ 3229906 w 6127268"/>
                <a:gd name="connsiteY22" fmla="*/ 740971 h 917430"/>
                <a:gd name="connsiteX23" fmla="*/ 2356693 w 6127268"/>
                <a:gd name="connsiteY23" fmla="*/ 798222 h 917430"/>
                <a:gd name="connsiteX24" fmla="*/ 1620040 w 6127268"/>
                <a:gd name="connsiteY24" fmla="*/ 819884 h 917430"/>
                <a:gd name="connsiteX25" fmla="*/ 774053 w 6127268"/>
                <a:gd name="connsiteY25" fmla="*/ 785892 h 917430"/>
                <a:gd name="connsiteX26" fmla="*/ 301958 w 6127268"/>
                <a:gd name="connsiteY26" fmla="*/ 687541 h 917430"/>
                <a:gd name="connsiteX27" fmla="*/ 31235 w 6127268"/>
                <a:gd name="connsiteY27" fmla="*/ 507377 h 917430"/>
                <a:gd name="connsiteX28" fmla="*/ 681 w 6127268"/>
                <a:gd name="connsiteY28" fmla="*/ 430719 h 917430"/>
                <a:gd name="connsiteX29" fmla="*/ 15300 w 6127268"/>
                <a:gd name="connsiteY29" fmla="*/ 367855 h 917430"/>
                <a:gd name="connsiteX30" fmla="*/ 681 w 6127268"/>
                <a:gd name="connsiteY30" fmla="*/ 331178 h 917430"/>
                <a:gd name="connsiteX31" fmla="*/ 18735 w 6127268"/>
                <a:gd name="connsiteY31" fmla="*/ 253540 h 917430"/>
                <a:gd name="connsiteX32" fmla="*/ 29907 w 6127268"/>
                <a:gd name="connsiteY32" fmla="*/ 243727 h 917430"/>
                <a:gd name="connsiteX33" fmla="*/ 681 w 6127268"/>
                <a:gd name="connsiteY33" fmla="*/ 170402 h 917430"/>
                <a:gd name="connsiteX34" fmla="*/ 18735 w 6127268"/>
                <a:gd name="connsiteY34" fmla="*/ 92764 h 917430"/>
                <a:gd name="connsiteX35" fmla="*/ 185861 w 6127268"/>
                <a:gd name="connsiteY35" fmla="*/ 3843 h 917430"/>
                <a:gd name="connsiteX36" fmla="*/ 245451 w 6127268"/>
                <a:gd name="connsiteY36" fmla="*/ 48 h 917430"/>
                <a:gd name="connsiteX0" fmla="*/ 245451 w 6127268"/>
                <a:gd name="connsiteY0" fmla="*/ 48 h 917430"/>
                <a:gd name="connsiteX1" fmla="*/ 408809 w 6127268"/>
                <a:gd name="connsiteY1" fmla="*/ 37739 h 917430"/>
                <a:gd name="connsiteX2" fmla="*/ 629531 w 6127268"/>
                <a:gd name="connsiteY2" fmla="*/ 130287 h 917430"/>
                <a:gd name="connsiteX3" fmla="*/ 974312 w 6127268"/>
                <a:gd name="connsiteY3" fmla="*/ 171387 h 917430"/>
                <a:gd name="connsiteX4" fmla="*/ 2055319 w 6127268"/>
                <a:gd name="connsiteY4" fmla="*/ 176513 h 917430"/>
                <a:gd name="connsiteX5" fmla="*/ 3186669 w 6127268"/>
                <a:gd name="connsiteY5" fmla="*/ 105385 h 917430"/>
                <a:gd name="connsiteX6" fmla="*/ 3887620 w 6127268"/>
                <a:gd name="connsiteY6" fmla="*/ 46104 h 917430"/>
                <a:gd name="connsiteX7" fmla="*/ 4556635 w 6127268"/>
                <a:gd name="connsiteY7" fmla="*/ 18881 h 917430"/>
                <a:gd name="connsiteX8" fmla="*/ 5167088 w 6127268"/>
                <a:gd name="connsiteY8" fmla="*/ 67138 h 917430"/>
                <a:gd name="connsiteX9" fmla="*/ 5906224 w 6127268"/>
                <a:gd name="connsiteY9" fmla="*/ 263839 h 917430"/>
                <a:gd name="connsiteX10" fmla="*/ 6059223 w 6127268"/>
                <a:gd name="connsiteY10" fmla="*/ 342074 h 917430"/>
                <a:gd name="connsiteX11" fmla="*/ 6113589 w 6127268"/>
                <a:gd name="connsiteY11" fmla="*/ 513776 h 917430"/>
                <a:gd name="connsiteX12" fmla="*/ 6090612 w 6127268"/>
                <a:gd name="connsiteY12" fmla="*/ 544202 h 917430"/>
                <a:gd name="connsiteX13" fmla="*/ 6121691 w 6127268"/>
                <a:gd name="connsiteY13" fmla="*/ 585147 h 917430"/>
                <a:gd name="connsiteX14" fmla="*/ 6113633 w 6127268"/>
                <a:gd name="connsiteY14" fmla="*/ 674072 h 917430"/>
                <a:gd name="connsiteX15" fmla="*/ 6121691 w 6127268"/>
                <a:gd name="connsiteY15" fmla="*/ 684688 h 917430"/>
                <a:gd name="connsiteX16" fmla="*/ 6113589 w 6127268"/>
                <a:gd name="connsiteY16" fmla="*/ 774093 h 917430"/>
                <a:gd name="connsiteX17" fmla="*/ 5874802 w 6127268"/>
                <a:gd name="connsiteY17" fmla="*/ 909531 h 917430"/>
                <a:gd name="connsiteX18" fmla="*/ 5545260 w 6127268"/>
                <a:gd name="connsiteY18" fmla="*/ 868962 h 917430"/>
                <a:gd name="connsiteX19" fmla="*/ 5124450 w 6127268"/>
                <a:gd name="connsiteY19" fmla="*/ 734347 h 917430"/>
                <a:gd name="connsiteX20" fmla="*/ 4649702 w 6127268"/>
                <a:gd name="connsiteY20" fmla="*/ 677725 h 917430"/>
                <a:gd name="connsiteX21" fmla="*/ 4025807 w 6127268"/>
                <a:gd name="connsiteY21" fmla="*/ 678354 h 917430"/>
                <a:gd name="connsiteX22" fmla="*/ 3229906 w 6127268"/>
                <a:gd name="connsiteY22" fmla="*/ 740971 h 917430"/>
                <a:gd name="connsiteX23" fmla="*/ 2356693 w 6127268"/>
                <a:gd name="connsiteY23" fmla="*/ 798222 h 917430"/>
                <a:gd name="connsiteX24" fmla="*/ 1620040 w 6127268"/>
                <a:gd name="connsiteY24" fmla="*/ 819884 h 917430"/>
                <a:gd name="connsiteX25" fmla="*/ 774053 w 6127268"/>
                <a:gd name="connsiteY25" fmla="*/ 785892 h 917430"/>
                <a:gd name="connsiteX26" fmla="*/ 301958 w 6127268"/>
                <a:gd name="connsiteY26" fmla="*/ 687541 h 917430"/>
                <a:gd name="connsiteX27" fmla="*/ 31235 w 6127268"/>
                <a:gd name="connsiteY27" fmla="*/ 507377 h 917430"/>
                <a:gd name="connsiteX28" fmla="*/ 681 w 6127268"/>
                <a:gd name="connsiteY28" fmla="*/ 430719 h 917430"/>
                <a:gd name="connsiteX29" fmla="*/ 15300 w 6127268"/>
                <a:gd name="connsiteY29" fmla="*/ 367855 h 917430"/>
                <a:gd name="connsiteX30" fmla="*/ 681 w 6127268"/>
                <a:gd name="connsiteY30" fmla="*/ 331178 h 917430"/>
                <a:gd name="connsiteX31" fmla="*/ 18735 w 6127268"/>
                <a:gd name="connsiteY31" fmla="*/ 253540 h 917430"/>
                <a:gd name="connsiteX32" fmla="*/ 681 w 6127268"/>
                <a:gd name="connsiteY32" fmla="*/ 170402 h 917430"/>
                <a:gd name="connsiteX33" fmla="*/ 18735 w 6127268"/>
                <a:gd name="connsiteY33" fmla="*/ 92764 h 917430"/>
                <a:gd name="connsiteX34" fmla="*/ 185861 w 6127268"/>
                <a:gd name="connsiteY34" fmla="*/ 3843 h 917430"/>
                <a:gd name="connsiteX35" fmla="*/ 245451 w 6127268"/>
                <a:gd name="connsiteY35" fmla="*/ 48 h 917430"/>
                <a:gd name="connsiteX0" fmla="*/ 245451 w 6127268"/>
                <a:gd name="connsiteY0" fmla="*/ 48 h 917430"/>
                <a:gd name="connsiteX1" fmla="*/ 408809 w 6127268"/>
                <a:gd name="connsiteY1" fmla="*/ 37739 h 917430"/>
                <a:gd name="connsiteX2" fmla="*/ 629531 w 6127268"/>
                <a:gd name="connsiteY2" fmla="*/ 130287 h 917430"/>
                <a:gd name="connsiteX3" fmla="*/ 974312 w 6127268"/>
                <a:gd name="connsiteY3" fmla="*/ 171387 h 917430"/>
                <a:gd name="connsiteX4" fmla="*/ 2055319 w 6127268"/>
                <a:gd name="connsiteY4" fmla="*/ 176513 h 917430"/>
                <a:gd name="connsiteX5" fmla="*/ 3186669 w 6127268"/>
                <a:gd name="connsiteY5" fmla="*/ 105385 h 917430"/>
                <a:gd name="connsiteX6" fmla="*/ 3887620 w 6127268"/>
                <a:gd name="connsiteY6" fmla="*/ 46104 h 917430"/>
                <a:gd name="connsiteX7" fmla="*/ 4556635 w 6127268"/>
                <a:gd name="connsiteY7" fmla="*/ 18881 h 917430"/>
                <a:gd name="connsiteX8" fmla="*/ 5167088 w 6127268"/>
                <a:gd name="connsiteY8" fmla="*/ 67138 h 917430"/>
                <a:gd name="connsiteX9" fmla="*/ 5906224 w 6127268"/>
                <a:gd name="connsiteY9" fmla="*/ 263839 h 917430"/>
                <a:gd name="connsiteX10" fmla="*/ 6059223 w 6127268"/>
                <a:gd name="connsiteY10" fmla="*/ 342074 h 917430"/>
                <a:gd name="connsiteX11" fmla="*/ 6113589 w 6127268"/>
                <a:gd name="connsiteY11" fmla="*/ 513776 h 917430"/>
                <a:gd name="connsiteX12" fmla="*/ 6090612 w 6127268"/>
                <a:gd name="connsiteY12" fmla="*/ 544202 h 917430"/>
                <a:gd name="connsiteX13" fmla="*/ 6121691 w 6127268"/>
                <a:gd name="connsiteY13" fmla="*/ 585147 h 917430"/>
                <a:gd name="connsiteX14" fmla="*/ 6113633 w 6127268"/>
                <a:gd name="connsiteY14" fmla="*/ 674072 h 917430"/>
                <a:gd name="connsiteX15" fmla="*/ 6121691 w 6127268"/>
                <a:gd name="connsiteY15" fmla="*/ 684688 h 917430"/>
                <a:gd name="connsiteX16" fmla="*/ 6113589 w 6127268"/>
                <a:gd name="connsiteY16" fmla="*/ 774093 h 917430"/>
                <a:gd name="connsiteX17" fmla="*/ 5874802 w 6127268"/>
                <a:gd name="connsiteY17" fmla="*/ 909531 h 917430"/>
                <a:gd name="connsiteX18" fmla="*/ 5545260 w 6127268"/>
                <a:gd name="connsiteY18" fmla="*/ 868962 h 917430"/>
                <a:gd name="connsiteX19" fmla="*/ 5124450 w 6127268"/>
                <a:gd name="connsiteY19" fmla="*/ 734347 h 917430"/>
                <a:gd name="connsiteX20" fmla="*/ 4649702 w 6127268"/>
                <a:gd name="connsiteY20" fmla="*/ 677725 h 917430"/>
                <a:gd name="connsiteX21" fmla="*/ 4025807 w 6127268"/>
                <a:gd name="connsiteY21" fmla="*/ 678354 h 917430"/>
                <a:gd name="connsiteX22" fmla="*/ 3229906 w 6127268"/>
                <a:gd name="connsiteY22" fmla="*/ 740971 h 917430"/>
                <a:gd name="connsiteX23" fmla="*/ 2356693 w 6127268"/>
                <a:gd name="connsiteY23" fmla="*/ 798222 h 917430"/>
                <a:gd name="connsiteX24" fmla="*/ 1620040 w 6127268"/>
                <a:gd name="connsiteY24" fmla="*/ 819884 h 917430"/>
                <a:gd name="connsiteX25" fmla="*/ 774053 w 6127268"/>
                <a:gd name="connsiteY25" fmla="*/ 785892 h 917430"/>
                <a:gd name="connsiteX26" fmla="*/ 301958 w 6127268"/>
                <a:gd name="connsiteY26" fmla="*/ 687541 h 917430"/>
                <a:gd name="connsiteX27" fmla="*/ 31235 w 6127268"/>
                <a:gd name="connsiteY27" fmla="*/ 507377 h 917430"/>
                <a:gd name="connsiteX28" fmla="*/ 681 w 6127268"/>
                <a:gd name="connsiteY28" fmla="*/ 430719 h 917430"/>
                <a:gd name="connsiteX29" fmla="*/ 15300 w 6127268"/>
                <a:gd name="connsiteY29" fmla="*/ 367855 h 917430"/>
                <a:gd name="connsiteX30" fmla="*/ 681 w 6127268"/>
                <a:gd name="connsiteY30" fmla="*/ 331178 h 917430"/>
                <a:gd name="connsiteX31" fmla="*/ 18735 w 6127268"/>
                <a:gd name="connsiteY31" fmla="*/ 253540 h 917430"/>
                <a:gd name="connsiteX32" fmla="*/ 18735 w 6127268"/>
                <a:gd name="connsiteY32" fmla="*/ 92764 h 917430"/>
                <a:gd name="connsiteX33" fmla="*/ 185861 w 6127268"/>
                <a:gd name="connsiteY33" fmla="*/ 3843 h 917430"/>
                <a:gd name="connsiteX34" fmla="*/ 245451 w 6127268"/>
                <a:gd name="connsiteY34" fmla="*/ 48 h 917430"/>
                <a:gd name="connsiteX0" fmla="*/ 245451 w 6127268"/>
                <a:gd name="connsiteY0" fmla="*/ 48 h 917430"/>
                <a:gd name="connsiteX1" fmla="*/ 408809 w 6127268"/>
                <a:gd name="connsiteY1" fmla="*/ 37739 h 917430"/>
                <a:gd name="connsiteX2" fmla="*/ 629531 w 6127268"/>
                <a:gd name="connsiteY2" fmla="*/ 130287 h 917430"/>
                <a:gd name="connsiteX3" fmla="*/ 974312 w 6127268"/>
                <a:gd name="connsiteY3" fmla="*/ 171387 h 917430"/>
                <a:gd name="connsiteX4" fmla="*/ 2055319 w 6127268"/>
                <a:gd name="connsiteY4" fmla="*/ 176513 h 917430"/>
                <a:gd name="connsiteX5" fmla="*/ 3186669 w 6127268"/>
                <a:gd name="connsiteY5" fmla="*/ 105385 h 917430"/>
                <a:gd name="connsiteX6" fmla="*/ 3887620 w 6127268"/>
                <a:gd name="connsiteY6" fmla="*/ 46104 h 917430"/>
                <a:gd name="connsiteX7" fmla="*/ 4556635 w 6127268"/>
                <a:gd name="connsiteY7" fmla="*/ 18881 h 917430"/>
                <a:gd name="connsiteX8" fmla="*/ 5167088 w 6127268"/>
                <a:gd name="connsiteY8" fmla="*/ 67138 h 917430"/>
                <a:gd name="connsiteX9" fmla="*/ 5906224 w 6127268"/>
                <a:gd name="connsiteY9" fmla="*/ 263839 h 917430"/>
                <a:gd name="connsiteX10" fmla="*/ 6059223 w 6127268"/>
                <a:gd name="connsiteY10" fmla="*/ 342074 h 917430"/>
                <a:gd name="connsiteX11" fmla="*/ 6113589 w 6127268"/>
                <a:gd name="connsiteY11" fmla="*/ 513776 h 917430"/>
                <a:gd name="connsiteX12" fmla="*/ 6090612 w 6127268"/>
                <a:gd name="connsiteY12" fmla="*/ 544202 h 917430"/>
                <a:gd name="connsiteX13" fmla="*/ 6121691 w 6127268"/>
                <a:gd name="connsiteY13" fmla="*/ 585147 h 917430"/>
                <a:gd name="connsiteX14" fmla="*/ 6113633 w 6127268"/>
                <a:gd name="connsiteY14" fmla="*/ 674072 h 917430"/>
                <a:gd name="connsiteX15" fmla="*/ 6121691 w 6127268"/>
                <a:gd name="connsiteY15" fmla="*/ 684688 h 917430"/>
                <a:gd name="connsiteX16" fmla="*/ 6113589 w 6127268"/>
                <a:gd name="connsiteY16" fmla="*/ 774093 h 917430"/>
                <a:gd name="connsiteX17" fmla="*/ 5874802 w 6127268"/>
                <a:gd name="connsiteY17" fmla="*/ 909531 h 917430"/>
                <a:gd name="connsiteX18" fmla="*/ 5545260 w 6127268"/>
                <a:gd name="connsiteY18" fmla="*/ 868962 h 917430"/>
                <a:gd name="connsiteX19" fmla="*/ 5124450 w 6127268"/>
                <a:gd name="connsiteY19" fmla="*/ 734347 h 917430"/>
                <a:gd name="connsiteX20" fmla="*/ 4649702 w 6127268"/>
                <a:gd name="connsiteY20" fmla="*/ 677725 h 917430"/>
                <a:gd name="connsiteX21" fmla="*/ 4025807 w 6127268"/>
                <a:gd name="connsiteY21" fmla="*/ 678354 h 917430"/>
                <a:gd name="connsiteX22" fmla="*/ 3229906 w 6127268"/>
                <a:gd name="connsiteY22" fmla="*/ 740971 h 917430"/>
                <a:gd name="connsiteX23" fmla="*/ 2356693 w 6127268"/>
                <a:gd name="connsiteY23" fmla="*/ 798222 h 917430"/>
                <a:gd name="connsiteX24" fmla="*/ 1620040 w 6127268"/>
                <a:gd name="connsiteY24" fmla="*/ 819884 h 917430"/>
                <a:gd name="connsiteX25" fmla="*/ 774053 w 6127268"/>
                <a:gd name="connsiteY25" fmla="*/ 785892 h 917430"/>
                <a:gd name="connsiteX26" fmla="*/ 301958 w 6127268"/>
                <a:gd name="connsiteY26" fmla="*/ 687541 h 917430"/>
                <a:gd name="connsiteX27" fmla="*/ 31235 w 6127268"/>
                <a:gd name="connsiteY27" fmla="*/ 507377 h 917430"/>
                <a:gd name="connsiteX28" fmla="*/ 681 w 6127268"/>
                <a:gd name="connsiteY28" fmla="*/ 430719 h 917430"/>
                <a:gd name="connsiteX29" fmla="*/ 15300 w 6127268"/>
                <a:gd name="connsiteY29" fmla="*/ 367855 h 917430"/>
                <a:gd name="connsiteX30" fmla="*/ 681 w 6127268"/>
                <a:gd name="connsiteY30" fmla="*/ 331178 h 917430"/>
                <a:gd name="connsiteX31" fmla="*/ 18735 w 6127268"/>
                <a:gd name="connsiteY31" fmla="*/ 253540 h 917430"/>
                <a:gd name="connsiteX32" fmla="*/ 185861 w 6127268"/>
                <a:gd name="connsiteY32" fmla="*/ 3843 h 917430"/>
                <a:gd name="connsiteX33" fmla="*/ 245451 w 6127268"/>
                <a:gd name="connsiteY33" fmla="*/ 48 h 917430"/>
                <a:gd name="connsiteX0" fmla="*/ 245451 w 6127268"/>
                <a:gd name="connsiteY0" fmla="*/ 0 h 917382"/>
                <a:gd name="connsiteX1" fmla="*/ 408809 w 6127268"/>
                <a:gd name="connsiteY1" fmla="*/ 37691 h 917382"/>
                <a:gd name="connsiteX2" fmla="*/ 629531 w 6127268"/>
                <a:gd name="connsiteY2" fmla="*/ 130239 h 917382"/>
                <a:gd name="connsiteX3" fmla="*/ 974312 w 6127268"/>
                <a:gd name="connsiteY3" fmla="*/ 171339 h 917382"/>
                <a:gd name="connsiteX4" fmla="*/ 2055319 w 6127268"/>
                <a:gd name="connsiteY4" fmla="*/ 176465 h 917382"/>
                <a:gd name="connsiteX5" fmla="*/ 3186669 w 6127268"/>
                <a:gd name="connsiteY5" fmla="*/ 105337 h 917382"/>
                <a:gd name="connsiteX6" fmla="*/ 3887620 w 6127268"/>
                <a:gd name="connsiteY6" fmla="*/ 46056 h 917382"/>
                <a:gd name="connsiteX7" fmla="*/ 4556635 w 6127268"/>
                <a:gd name="connsiteY7" fmla="*/ 18833 h 917382"/>
                <a:gd name="connsiteX8" fmla="*/ 5167088 w 6127268"/>
                <a:gd name="connsiteY8" fmla="*/ 67090 h 917382"/>
                <a:gd name="connsiteX9" fmla="*/ 5906224 w 6127268"/>
                <a:gd name="connsiteY9" fmla="*/ 263791 h 917382"/>
                <a:gd name="connsiteX10" fmla="*/ 6059223 w 6127268"/>
                <a:gd name="connsiteY10" fmla="*/ 342026 h 917382"/>
                <a:gd name="connsiteX11" fmla="*/ 6113589 w 6127268"/>
                <a:gd name="connsiteY11" fmla="*/ 513728 h 917382"/>
                <a:gd name="connsiteX12" fmla="*/ 6090612 w 6127268"/>
                <a:gd name="connsiteY12" fmla="*/ 544154 h 917382"/>
                <a:gd name="connsiteX13" fmla="*/ 6121691 w 6127268"/>
                <a:gd name="connsiteY13" fmla="*/ 585099 h 917382"/>
                <a:gd name="connsiteX14" fmla="*/ 6113633 w 6127268"/>
                <a:gd name="connsiteY14" fmla="*/ 674024 h 917382"/>
                <a:gd name="connsiteX15" fmla="*/ 6121691 w 6127268"/>
                <a:gd name="connsiteY15" fmla="*/ 684640 h 917382"/>
                <a:gd name="connsiteX16" fmla="*/ 6113589 w 6127268"/>
                <a:gd name="connsiteY16" fmla="*/ 774045 h 917382"/>
                <a:gd name="connsiteX17" fmla="*/ 5874802 w 6127268"/>
                <a:gd name="connsiteY17" fmla="*/ 909483 h 917382"/>
                <a:gd name="connsiteX18" fmla="*/ 5545260 w 6127268"/>
                <a:gd name="connsiteY18" fmla="*/ 868914 h 917382"/>
                <a:gd name="connsiteX19" fmla="*/ 5124450 w 6127268"/>
                <a:gd name="connsiteY19" fmla="*/ 734299 h 917382"/>
                <a:gd name="connsiteX20" fmla="*/ 4649702 w 6127268"/>
                <a:gd name="connsiteY20" fmla="*/ 677677 h 917382"/>
                <a:gd name="connsiteX21" fmla="*/ 4025807 w 6127268"/>
                <a:gd name="connsiteY21" fmla="*/ 678306 h 917382"/>
                <a:gd name="connsiteX22" fmla="*/ 3229906 w 6127268"/>
                <a:gd name="connsiteY22" fmla="*/ 740923 h 917382"/>
                <a:gd name="connsiteX23" fmla="*/ 2356693 w 6127268"/>
                <a:gd name="connsiteY23" fmla="*/ 798174 h 917382"/>
                <a:gd name="connsiteX24" fmla="*/ 1620040 w 6127268"/>
                <a:gd name="connsiteY24" fmla="*/ 819836 h 917382"/>
                <a:gd name="connsiteX25" fmla="*/ 774053 w 6127268"/>
                <a:gd name="connsiteY25" fmla="*/ 785844 h 917382"/>
                <a:gd name="connsiteX26" fmla="*/ 301958 w 6127268"/>
                <a:gd name="connsiteY26" fmla="*/ 687493 h 917382"/>
                <a:gd name="connsiteX27" fmla="*/ 31235 w 6127268"/>
                <a:gd name="connsiteY27" fmla="*/ 507329 h 917382"/>
                <a:gd name="connsiteX28" fmla="*/ 681 w 6127268"/>
                <a:gd name="connsiteY28" fmla="*/ 430671 h 917382"/>
                <a:gd name="connsiteX29" fmla="*/ 15300 w 6127268"/>
                <a:gd name="connsiteY29" fmla="*/ 367807 h 917382"/>
                <a:gd name="connsiteX30" fmla="*/ 681 w 6127268"/>
                <a:gd name="connsiteY30" fmla="*/ 331130 h 917382"/>
                <a:gd name="connsiteX31" fmla="*/ 18735 w 6127268"/>
                <a:gd name="connsiteY31" fmla="*/ 253492 h 917382"/>
                <a:gd name="connsiteX32" fmla="*/ 245451 w 6127268"/>
                <a:gd name="connsiteY32" fmla="*/ 0 h 917382"/>
                <a:gd name="connsiteX0" fmla="*/ 244770 w 6126587"/>
                <a:gd name="connsiteY0" fmla="*/ 0 h 917382"/>
                <a:gd name="connsiteX1" fmla="*/ 408128 w 6126587"/>
                <a:gd name="connsiteY1" fmla="*/ 37691 h 917382"/>
                <a:gd name="connsiteX2" fmla="*/ 628850 w 6126587"/>
                <a:gd name="connsiteY2" fmla="*/ 130239 h 917382"/>
                <a:gd name="connsiteX3" fmla="*/ 973631 w 6126587"/>
                <a:gd name="connsiteY3" fmla="*/ 171339 h 917382"/>
                <a:gd name="connsiteX4" fmla="*/ 2054638 w 6126587"/>
                <a:gd name="connsiteY4" fmla="*/ 176465 h 917382"/>
                <a:gd name="connsiteX5" fmla="*/ 3185988 w 6126587"/>
                <a:gd name="connsiteY5" fmla="*/ 105337 h 917382"/>
                <a:gd name="connsiteX6" fmla="*/ 3886939 w 6126587"/>
                <a:gd name="connsiteY6" fmla="*/ 46056 h 917382"/>
                <a:gd name="connsiteX7" fmla="*/ 4555954 w 6126587"/>
                <a:gd name="connsiteY7" fmla="*/ 18833 h 917382"/>
                <a:gd name="connsiteX8" fmla="*/ 5166407 w 6126587"/>
                <a:gd name="connsiteY8" fmla="*/ 67090 h 917382"/>
                <a:gd name="connsiteX9" fmla="*/ 5905543 w 6126587"/>
                <a:gd name="connsiteY9" fmla="*/ 263791 h 917382"/>
                <a:gd name="connsiteX10" fmla="*/ 6058542 w 6126587"/>
                <a:gd name="connsiteY10" fmla="*/ 342026 h 917382"/>
                <a:gd name="connsiteX11" fmla="*/ 6112908 w 6126587"/>
                <a:gd name="connsiteY11" fmla="*/ 513728 h 917382"/>
                <a:gd name="connsiteX12" fmla="*/ 6089931 w 6126587"/>
                <a:gd name="connsiteY12" fmla="*/ 544154 h 917382"/>
                <a:gd name="connsiteX13" fmla="*/ 6121010 w 6126587"/>
                <a:gd name="connsiteY13" fmla="*/ 585099 h 917382"/>
                <a:gd name="connsiteX14" fmla="*/ 6112952 w 6126587"/>
                <a:gd name="connsiteY14" fmla="*/ 674024 h 917382"/>
                <a:gd name="connsiteX15" fmla="*/ 6121010 w 6126587"/>
                <a:gd name="connsiteY15" fmla="*/ 684640 h 917382"/>
                <a:gd name="connsiteX16" fmla="*/ 6112908 w 6126587"/>
                <a:gd name="connsiteY16" fmla="*/ 774045 h 917382"/>
                <a:gd name="connsiteX17" fmla="*/ 5874121 w 6126587"/>
                <a:gd name="connsiteY17" fmla="*/ 909483 h 917382"/>
                <a:gd name="connsiteX18" fmla="*/ 5544579 w 6126587"/>
                <a:gd name="connsiteY18" fmla="*/ 868914 h 917382"/>
                <a:gd name="connsiteX19" fmla="*/ 5123769 w 6126587"/>
                <a:gd name="connsiteY19" fmla="*/ 734299 h 917382"/>
                <a:gd name="connsiteX20" fmla="*/ 4649021 w 6126587"/>
                <a:gd name="connsiteY20" fmla="*/ 677677 h 917382"/>
                <a:gd name="connsiteX21" fmla="*/ 4025126 w 6126587"/>
                <a:gd name="connsiteY21" fmla="*/ 678306 h 917382"/>
                <a:gd name="connsiteX22" fmla="*/ 3229225 w 6126587"/>
                <a:gd name="connsiteY22" fmla="*/ 740923 h 917382"/>
                <a:gd name="connsiteX23" fmla="*/ 2356012 w 6126587"/>
                <a:gd name="connsiteY23" fmla="*/ 798174 h 917382"/>
                <a:gd name="connsiteX24" fmla="*/ 1619359 w 6126587"/>
                <a:gd name="connsiteY24" fmla="*/ 819836 h 917382"/>
                <a:gd name="connsiteX25" fmla="*/ 773372 w 6126587"/>
                <a:gd name="connsiteY25" fmla="*/ 785844 h 917382"/>
                <a:gd name="connsiteX26" fmla="*/ 301277 w 6126587"/>
                <a:gd name="connsiteY26" fmla="*/ 687493 h 917382"/>
                <a:gd name="connsiteX27" fmla="*/ 30554 w 6126587"/>
                <a:gd name="connsiteY27" fmla="*/ 507329 h 917382"/>
                <a:gd name="connsiteX28" fmla="*/ 0 w 6126587"/>
                <a:gd name="connsiteY28" fmla="*/ 430671 h 917382"/>
                <a:gd name="connsiteX29" fmla="*/ 14619 w 6126587"/>
                <a:gd name="connsiteY29" fmla="*/ 367807 h 917382"/>
                <a:gd name="connsiteX30" fmla="*/ 18054 w 6126587"/>
                <a:gd name="connsiteY30" fmla="*/ 253492 h 917382"/>
                <a:gd name="connsiteX31" fmla="*/ 244770 w 6126587"/>
                <a:gd name="connsiteY31" fmla="*/ 0 h 917382"/>
                <a:gd name="connsiteX0" fmla="*/ 244770 w 6126587"/>
                <a:gd name="connsiteY0" fmla="*/ 0 h 917382"/>
                <a:gd name="connsiteX1" fmla="*/ 408128 w 6126587"/>
                <a:gd name="connsiteY1" fmla="*/ 37691 h 917382"/>
                <a:gd name="connsiteX2" fmla="*/ 628850 w 6126587"/>
                <a:gd name="connsiteY2" fmla="*/ 130239 h 917382"/>
                <a:gd name="connsiteX3" fmla="*/ 973631 w 6126587"/>
                <a:gd name="connsiteY3" fmla="*/ 171339 h 917382"/>
                <a:gd name="connsiteX4" fmla="*/ 2054638 w 6126587"/>
                <a:gd name="connsiteY4" fmla="*/ 176465 h 917382"/>
                <a:gd name="connsiteX5" fmla="*/ 3185988 w 6126587"/>
                <a:gd name="connsiteY5" fmla="*/ 105337 h 917382"/>
                <a:gd name="connsiteX6" fmla="*/ 3886939 w 6126587"/>
                <a:gd name="connsiteY6" fmla="*/ 46056 h 917382"/>
                <a:gd name="connsiteX7" fmla="*/ 4555954 w 6126587"/>
                <a:gd name="connsiteY7" fmla="*/ 18833 h 917382"/>
                <a:gd name="connsiteX8" fmla="*/ 5166407 w 6126587"/>
                <a:gd name="connsiteY8" fmla="*/ 67090 h 917382"/>
                <a:gd name="connsiteX9" fmla="*/ 5905543 w 6126587"/>
                <a:gd name="connsiteY9" fmla="*/ 263791 h 917382"/>
                <a:gd name="connsiteX10" fmla="*/ 6058542 w 6126587"/>
                <a:gd name="connsiteY10" fmla="*/ 342026 h 917382"/>
                <a:gd name="connsiteX11" fmla="*/ 6112908 w 6126587"/>
                <a:gd name="connsiteY11" fmla="*/ 513728 h 917382"/>
                <a:gd name="connsiteX12" fmla="*/ 6089931 w 6126587"/>
                <a:gd name="connsiteY12" fmla="*/ 544154 h 917382"/>
                <a:gd name="connsiteX13" fmla="*/ 6121010 w 6126587"/>
                <a:gd name="connsiteY13" fmla="*/ 585099 h 917382"/>
                <a:gd name="connsiteX14" fmla="*/ 6112952 w 6126587"/>
                <a:gd name="connsiteY14" fmla="*/ 674024 h 917382"/>
                <a:gd name="connsiteX15" fmla="*/ 6121010 w 6126587"/>
                <a:gd name="connsiteY15" fmla="*/ 684640 h 917382"/>
                <a:gd name="connsiteX16" fmla="*/ 6112908 w 6126587"/>
                <a:gd name="connsiteY16" fmla="*/ 774045 h 917382"/>
                <a:gd name="connsiteX17" fmla="*/ 5874121 w 6126587"/>
                <a:gd name="connsiteY17" fmla="*/ 909483 h 917382"/>
                <a:gd name="connsiteX18" fmla="*/ 5544579 w 6126587"/>
                <a:gd name="connsiteY18" fmla="*/ 868914 h 917382"/>
                <a:gd name="connsiteX19" fmla="*/ 5123769 w 6126587"/>
                <a:gd name="connsiteY19" fmla="*/ 734299 h 917382"/>
                <a:gd name="connsiteX20" fmla="*/ 4649021 w 6126587"/>
                <a:gd name="connsiteY20" fmla="*/ 677677 h 917382"/>
                <a:gd name="connsiteX21" fmla="*/ 4025126 w 6126587"/>
                <a:gd name="connsiteY21" fmla="*/ 678306 h 917382"/>
                <a:gd name="connsiteX22" fmla="*/ 3229225 w 6126587"/>
                <a:gd name="connsiteY22" fmla="*/ 740923 h 917382"/>
                <a:gd name="connsiteX23" fmla="*/ 2356012 w 6126587"/>
                <a:gd name="connsiteY23" fmla="*/ 798174 h 917382"/>
                <a:gd name="connsiteX24" fmla="*/ 1619359 w 6126587"/>
                <a:gd name="connsiteY24" fmla="*/ 819836 h 917382"/>
                <a:gd name="connsiteX25" fmla="*/ 773372 w 6126587"/>
                <a:gd name="connsiteY25" fmla="*/ 785844 h 917382"/>
                <a:gd name="connsiteX26" fmla="*/ 301277 w 6126587"/>
                <a:gd name="connsiteY26" fmla="*/ 687493 h 917382"/>
                <a:gd name="connsiteX27" fmla="*/ 30554 w 6126587"/>
                <a:gd name="connsiteY27" fmla="*/ 507329 h 917382"/>
                <a:gd name="connsiteX28" fmla="*/ 0 w 6126587"/>
                <a:gd name="connsiteY28" fmla="*/ 430671 h 917382"/>
                <a:gd name="connsiteX29" fmla="*/ 18054 w 6126587"/>
                <a:gd name="connsiteY29" fmla="*/ 253492 h 917382"/>
                <a:gd name="connsiteX30" fmla="*/ 244770 w 6126587"/>
                <a:gd name="connsiteY30" fmla="*/ 0 h 917382"/>
                <a:gd name="connsiteX0" fmla="*/ 251762 w 6133579"/>
                <a:gd name="connsiteY0" fmla="*/ 0 h 917382"/>
                <a:gd name="connsiteX1" fmla="*/ 415120 w 6133579"/>
                <a:gd name="connsiteY1" fmla="*/ 37691 h 917382"/>
                <a:gd name="connsiteX2" fmla="*/ 635842 w 6133579"/>
                <a:gd name="connsiteY2" fmla="*/ 130239 h 917382"/>
                <a:gd name="connsiteX3" fmla="*/ 980623 w 6133579"/>
                <a:gd name="connsiteY3" fmla="*/ 171339 h 917382"/>
                <a:gd name="connsiteX4" fmla="*/ 2061630 w 6133579"/>
                <a:gd name="connsiteY4" fmla="*/ 176465 h 917382"/>
                <a:gd name="connsiteX5" fmla="*/ 3192980 w 6133579"/>
                <a:gd name="connsiteY5" fmla="*/ 105337 h 917382"/>
                <a:gd name="connsiteX6" fmla="*/ 3893931 w 6133579"/>
                <a:gd name="connsiteY6" fmla="*/ 46056 h 917382"/>
                <a:gd name="connsiteX7" fmla="*/ 4562946 w 6133579"/>
                <a:gd name="connsiteY7" fmla="*/ 18833 h 917382"/>
                <a:gd name="connsiteX8" fmla="*/ 5173399 w 6133579"/>
                <a:gd name="connsiteY8" fmla="*/ 67090 h 917382"/>
                <a:gd name="connsiteX9" fmla="*/ 5912535 w 6133579"/>
                <a:gd name="connsiteY9" fmla="*/ 263791 h 917382"/>
                <a:gd name="connsiteX10" fmla="*/ 6065534 w 6133579"/>
                <a:gd name="connsiteY10" fmla="*/ 342026 h 917382"/>
                <a:gd name="connsiteX11" fmla="*/ 6119900 w 6133579"/>
                <a:gd name="connsiteY11" fmla="*/ 513728 h 917382"/>
                <a:gd name="connsiteX12" fmla="*/ 6096923 w 6133579"/>
                <a:gd name="connsiteY12" fmla="*/ 544154 h 917382"/>
                <a:gd name="connsiteX13" fmla="*/ 6128002 w 6133579"/>
                <a:gd name="connsiteY13" fmla="*/ 585099 h 917382"/>
                <a:gd name="connsiteX14" fmla="*/ 6119944 w 6133579"/>
                <a:gd name="connsiteY14" fmla="*/ 674024 h 917382"/>
                <a:gd name="connsiteX15" fmla="*/ 6128002 w 6133579"/>
                <a:gd name="connsiteY15" fmla="*/ 684640 h 917382"/>
                <a:gd name="connsiteX16" fmla="*/ 6119900 w 6133579"/>
                <a:gd name="connsiteY16" fmla="*/ 774045 h 917382"/>
                <a:gd name="connsiteX17" fmla="*/ 5881113 w 6133579"/>
                <a:gd name="connsiteY17" fmla="*/ 909483 h 917382"/>
                <a:gd name="connsiteX18" fmla="*/ 5551571 w 6133579"/>
                <a:gd name="connsiteY18" fmla="*/ 868914 h 917382"/>
                <a:gd name="connsiteX19" fmla="*/ 5130761 w 6133579"/>
                <a:gd name="connsiteY19" fmla="*/ 734299 h 917382"/>
                <a:gd name="connsiteX20" fmla="*/ 4656013 w 6133579"/>
                <a:gd name="connsiteY20" fmla="*/ 677677 h 917382"/>
                <a:gd name="connsiteX21" fmla="*/ 4032118 w 6133579"/>
                <a:gd name="connsiteY21" fmla="*/ 678306 h 917382"/>
                <a:gd name="connsiteX22" fmla="*/ 3236217 w 6133579"/>
                <a:gd name="connsiteY22" fmla="*/ 740923 h 917382"/>
                <a:gd name="connsiteX23" fmla="*/ 2363004 w 6133579"/>
                <a:gd name="connsiteY23" fmla="*/ 798174 h 917382"/>
                <a:gd name="connsiteX24" fmla="*/ 1626351 w 6133579"/>
                <a:gd name="connsiteY24" fmla="*/ 819836 h 917382"/>
                <a:gd name="connsiteX25" fmla="*/ 780364 w 6133579"/>
                <a:gd name="connsiteY25" fmla="*/ 785844 h 917382"/>
                <a:gd name="connsiteX26" fmla="*/ 308269 w 6133579"/>
                <a:gd name="connsiteY26" fmla="*/ 687493 h 917382"/>
                <a:gd name="connsiteX27" fmla="*/ 37546 w 6133579"/>
                <a:gd name="connsiteY27" fmla="*/ 507329 h 917382"/>
                <a:gd name="connsiteX28" fmla="*/ 25046 w 6133579"/>
                <a:gd name="connsiteY28" fmla="*/ 253492 h 917382"/>
                <a:gd name="connsiteX29" fmla="*/ 251762 w 6133579"/>
                <a:gd name="connsiteY29" fmla="*/ 0 h 917382"/>
                <a:gd name="connsiteX0" fmla="*/ 226716 w 6108533"/>
                <a:gd name="connsiteY0" fmla="*/ 0 h 917382"/>
                <a:gd name="connsiteX1" fmla="*/ 390074 w 6108533"/>
                <a:gd name="connsiteY1" fmla="*/ 37691 h 917382"/>
                <a:gd name="connsiteX2" fmla="*/ 610796 w 6108533"/>
                <a:gd name="connsiteY2" fmla="*/ 130239 h 917382"/>
                <a:gd name="connsiteX3" fmla="*/ 955577 w 6108533"/>
                <a:gd name="connsiteY3" fmla="*/ 171339 h 917382"/>
                <a:gd name="connsiteX4" fmla="*/ 2036584 w 6108533"/>
                <a:gd name="connsiteY4" fmla="*/ 176465 h 917382"/>
                <a:gd name="connsiteX5" fmla="*/ 3167934 w 6108533"/>
                <a:gd name="connsiteY5" fmla="*/ 105337 h 917382"/>
                <a:gd name="connsiteX6" fmla="*/ 3868885 w 6108533"/>
                <a:gd name="connsiteY6" fmla="*/ 46056 h 917382"/>
                <a:gd name="connsiteX7" fmla="*/ 4537900 w 6108533"/>
                <a:gd name="connsiteY7" fmla="*/ 18833 h 917382"/>
                <a:gd name="connsiteX8" fmla="*/ 5148353 w 6108533"/>
                <a:gd name="connsiteY8" fmla="*/ 67090 h 917382"/>
                <a:gd name="connsiteX9" fmla="*/ 5887489 w 6108533"/>
                <a:gd name="connsiteY9" fmla="*/ 263791 h 917382"/>
                <a:gd name="connsiteX10" fmla="*/ 6040488 w 6108533"/>
                <a:gd name="connsiteY10" fmla="*/ 342026 h 917382"/>
                <a:gd name="connsiteX11" fmla="*/ 6094854 w 6108533"/>
                <a:gd name="connsiteY11" fmla="*/ 513728 h 917382"/>
                <a:gd name="connsiteX12" fmla="*/ 6071877 w 6108533"/>
                <a:gd name="connsiteY12" fmla="*/ 544154 h 917382"/>
                <a:gd name="connsiteX13" fmla="*/ 6102956 w 6108533"/>
                <a:gd name="connsiteY13" fmla="*/ 585099 h 917382"/>
                <a:gd name="connsiteX14" fmla="*/ 6094898 w 6108533"/>
                <a:gd name="connsiteY14" fmla="*/ 674024 h 917382"/>
                <a:gd name="connsiteX15" fmla="*/ 6102956 w 6108533"/>
                <a:gd name="connsiteY15" fmla="*/ 684640 h 917382"/>
                <a:gd name="connsiteX16" fmla="*/ 6094854 w 6108533"/>
                <a:gd name="connsiteY16" fmla="*/ 774045 h 917382"/>
                <a:gd name="connsiteX17" fmla="*/ 5856067 w 6108533"/>
                <a:gd name="connsiteY17" fmla="*/ 909483 h 917382"/>
                <a:gd name="connsiteX18" fmla="*/ 5526525 w 6108533"/>
                <a:gd name="connsiteY18" fmla="*/ 868914 h 917382"/>
                <a:gd name="connsiteX19" fmla="*/ 5105715 w 6108533"/>
                <a:gd name="connsiteY19" fmla="*/ 734299 h 917382"/>
                <a:gd name="connsiteX20" fmla="*/ 4630967 w 6108533"/>
                <a:gd name="connsiteY20" fmla="*/ 677677 h 917382"/>
                <a:gd name="connsiteX21" fmla="*/ 4007072 w 6108533"/>
                <a:gd name="connsiteY21" fmla="*/ 678306 h 917382"/>
                <a:gd name="connsiteX22" fmla="*/ 3211171 w 6108533"/>
                <a:gd name="connsiteY22" fmla="*/ 740923 h 917382"/>
                <a:gd name="connsiteX23" fmla="*/ 2337958 w 6108533"/>
                <a:gd name="connsiteY23" fmla="*/ 798174 h 917382"/>
                <a:gd name="connsiteX24" fmla="*/ 1601305 w 6108533"/>
                <a:gd name="connsiteY24" fmla="*/ 819836 h 917382"/>
                <a:gd name="connsiteX25" fmla="*/ 755318 w 6108533"/>
                <a:gd name="connsiteY25" fmla="*/ 785844 h 917382"/>
                <a:gd name="connsiteX26" fmla="*/ 283223 w 6108533"/>
                <a:gd name="connsiteY26" fmla="*/ 687493 h 917382"/>
                <a:gd name="connsiteX27" fmla="*/ 0 w 6108533"/>
                <a:gd name="connsiteY27" fmla="*/ 253492 h 917382"/>
                <a:gd name="connsiteX28" fmla="*/ 226716 w 6108533"/>
                <a:gd name="connsiteY28" fmla="*/ 0 h 917382"/>
                <a:gd name="connsiteX0" fmla="*/ 13196 w 5895013"/>
                <a:gd name="connsiteY0" fmla="*/ 0 h 917382"/>
                <a:gd name="connsiteX1" fmla="*/ 176554 w 5895013"/>
                <a:gd name="connsiteY1" fmla="*/ 37691 h 917382"/>
                <a:gd name="connsiteX2" fmla="*/ 397276 w 5895013"/>
                <a:gd name="connsiteY2" fmla="*/ 130239 h 917382"/>
                <a:gd name="connsiteX3" fmla="*/ 742057 w 5895013"/>
                <a:gd name="connsiteY3" fmla="*/ 171339 h 917382"/>
                <a:gd name="connsiteX4" fmla="*/ 1823064 w 5895013"/>
                <a:gd name="connsiteY4" fmla="*/ 176465 h 917382"/>
                <a:gd name="connsiteX5" fmla="*/ 2954414 w 5895013"/>
                <a:gd name="connsiteY5" fmla="*/ 105337 h 917382"/>
                <a:gd name="connsiteX6" fmla="*/ 3655365 w 5895013"/>
                <a:gd name="connsiteY6" fmla="*/ 46056 h 917382"/>
                <a:gd name="connsiteX7" fmla="*/ 4324380 w 5895013"/>
                <a:gd name="connsiteY7" fmla="*/ 18833 h 917382"/>
                <a:gd name="connsiteX8" fmla="*/ 4934833 w 5895013"/>
                <a:gd name="connsiteY8" fmla="*/ 67090 h 917382"/>
                <a:gd name="connsiteX9" fmla="*/ 5673969 w 5895013"/>
                <a:gd name="connsiteY9" fmla="*/ 263791 h 917382"/>
                <a:gd name="connsiteX10" fmla="*/ 5826968 w 5895013"/>
                <a:gd name="connsiteY10" fmla="*/ 342026 h 917382"/>
                <a:gd name="connsiteX11" fmla="*/ 5881334 w 5895013"/>
                <a:gd name="connsiteY11" fmla="*/ 513728 h 917382"/>
                <a:gd name="connsiteX12" fmla="*/ 5858357 w 5895013"/>
                <a:gd name="connsiteY12" fmla="*/ 544154 h 917382"/>
                <a:gd name="connsiteX13" fmla="*/ 5889436 w 5895013"/>
                <a:gd name="connsiteY13" fmla="*/ 585099 h 917382"/>
                <a:gd name="connsiteX14" fmla="*/ 5881378 w 5895013"/>
                <a:gd name="connsiteY14" fmla="*/ 674024 h 917382"/>
                <a:gd name="connsiteX15" fmla="*/ 5889436 w 5895013"/>
                <a:gd name="connsiteY15" fmla="*/ 684640 h 917382"/>
                <a:gd name="connsiteX16" fmla="*/ 5881334 w 5895013"/>
                <a:gd name="connsiteY16" fmla="*/ 774045 h 917382"/>
                <a:gd name="connsiteX17" fmla="*/ 5642547 w 5895013"/>
                <a:gd name="connsiteY17" fmla="*/ 909483 h 917382"/>
                <a:gd name="connsiteX18" fmla="*/ 5313005 w 5895013"/>
                <a:gd name="connsiteY18" fmla="*/ 868914 h 917382"/>
                <a:gd name="connsiteX19" fmla="*/ 4892195 w 5895013"/>
                <a:gd name="connsiteY19" fmla="*/ 734299 h 917382"/>
                <a:gd name="connsiteX20" fmla="*/ 4417447 w 5895013"/>
                <a:gd name="connsiteY20" fmla="*/ 677677 h 917382"/>
                <a:gd name="connsiteX21" fmla="*/ 3793552 w 5895013"/>
                <a:gd name="connsiteY21" fmla="*/ 678306 h 917382"/>
                <a:gd name="connsiteX22" fmla="*/ 2997651 w 5895013"/>
                <a:gd name="connsiteY22" fmla="*/ 740923 h 917382"/>
                <a:gd name="connsiteX23" fmla="*/ 2124438 w 5895013"/>
                <a:gd name="connsiteY23" fmla="*/ 798174 h 917382"/>
                <a:gd name="connsiteX24" fmla="*/ 1387785 w 5895013"/>
                <a:gd name="connsiteY24" fmla="*/ 819836 h 917382"/>
                <a:gd name="connsiteX25" fmla="*/ 541798 w 5895013"/>
                <a:gd name="connsiteY25" fmla="*/ 785844 h 917382"/>
                <a:gd name="connsiteX26" fmla="*/ 69703 w 5895013"/>
                <a:gd name="connsiteY26" fmla="*/ 687493 h 917382"/>
                <a:gd name="connsiteX27" fmla="*/ 13196 w 5895013"/>
                <a:gd name="connsiteY27" fmla="*/ 0 h 917382"/>
                <a:gd name="connsiteX0" fmla="*/ 17507 w 5842817"/>
                <a:gd name="connsiteY0" fmla="*/ 678091 h 907980"/>
                <a:gd name="connsiteX1" fmla="*/ 124358 w 5842817"/>
                <a:gd name="connsiteY1" fmla="*/ 28289 h 907980"/>
                <a:gd name="connsiteX2" fmla="*/ 345080 w 5842817"/>
                <a:gd name="connsiteY2" fmla="*/ 120837 h 907980"/>
                <a:gd name="connsiteX3" fmla="*/ 689861 w 5842817"/>
                <a:gd name="connsiteY3" fmla="*/ 161937 h 907980"/>
                <a:gd name="connsiteX4" fmla="*/ 1770868 w 5842817"/>
                <a:gd name="connsiteY4" fmla="*/ 167063 h 907980"/>
                <a:gd name="connsiteX5" fmla="*/ 2902218 w 5842817"/>
                <a:gd name="connsiteY5" fmla="*/ 95935 h 907980"/>
                <a:gd name="connsiteX6" fmla="*/ 3603169 w 5842817"/>
                <a:gd name="connsiteY6" fmla="*/ 36654 h 907980"/>
                <a:gd name="connsiteX7" fmla="*/ 4272184 w 5842817"/>
                <a:gd name="connsiteY7" fmla="*/ 9431 h 907980"/>
                <a:gd name="connsiteX8" fmla="*/ 4882637 w 5842817"/>
                <a:gd name="connsiteY8" fmla="*/ 57688 h 907980"/>
                <a:gd name="connsiteX9" fmla="*/ 5621773 w 5842817"/>
                <a:gd name="connsiteY9" fmla="*/ 254389 h 907980"/>
                <a:gd name="connsiteX10" fmla="*/ 5774772 w 5842817"/>
                <a:gd name="connsiteY10" fmla="*/ 332624 h 907980"/>
                <a:gd name="connsiteX11" fmla="*/ 5829138 w 5842817"/>
                <a:gd name="connsiteY11" fmla="*/ 504326 h 907980"/>
                <a:gd name="connsiteX12" fmla="*/ 5806161 w 5842817"/>
                <a:gd name="connsiteY12" fmla="*/ 534752 h 907980"/>
                <a:gd name="connsiteX13" fmla="*/ 5837240 w 5842817"/>
                <a:gd name="connsiteY13" fmla="*/ 575697 h 907980"/>
                <a:gd name="connsiteX14" fmla="*/ 5829182 w 5842817"/>
                <a:gd name="connsiteY14" fmla="*/ 664622 h 907980"/>
                <a:gd name="connsiteX15" fmla="*/ 5837240 w 5842817"/>
                <a:gd name="connsiteY15" fmla="*/ 675238 h 907980"/>
                <a:gd name="connsiteX16" fmla="*/ 5829138 w 5842817"/>
                <a:gd name="connsiteY16" fmla="*/ 764643 h 907980"/>
                <a:gd name="connsiteX17" fmla="*/ 5590351 w 5842817"/>
                <a:gd name="connsiteY17" fmla="*/ 900081 h 907980"/>
                <a:gd name="connsiteX18" fmla="*/ 5260809 w 5842817"/>
                <a:gd name="connsiteY18" fmla="*/ 859512 h 907980"/>
                <a:gd name="connsiteX19" fmla="*/ 4839999 w 5842817"/>
                <a:gd name="connsiteY19" fmla="*/ 724897 h 907980"/>
                <a:gd name="connsiteX20" fmla="*/ 4365251 w 5842817"/>
                <a:gd name="connsiteY20" fmla="*/ 668275 h 907980"/>
                <a:gd name="connsiteX21" fmla="*/ 3741356 w 5842817"/>
                <a:gd name="connsiteY21" fmla="*/ 668904 h 907980"/>
                <a:gd name="connsiteX22" fmla="*/ 2945455 w 5842817"/>
                <a:gd name="connsiteY22" fmla="*/ 731521 h 907980"/>
                <a:gd name="connsiteX23" fmla="*/ 2072242 w 5842817"/>
                <a:gd name="connsiteY23" fmla="*/ 788772 h 907980"/>
                <a:gd name="connsiteX24" fmla="*/ 1335589 w 5842817"/>
                <a:gd name="connsiteY24" fmla="*/ 810434 h 907980"/>
                <a:gd name="connsiteX25" fmla="*/ 489602 w 5842817"/>
                <a:gd name="connsiteY25" fmla="*/ 776442 h 907980"/>
                <a:gd name="connsiteX26" fmla="*/ 17507 w 5842817"/>
                <a:gd name="connsiteY26" fmla="*/ 678091 h 907980"/>
                <a:gd name="connsiteX0" fmla="*/ 246440 w 6071750"/>
                <a:gd name="connsiteY0" fmla="*/ 669016 h 898905"/>
                <a:gd name="connsiteX1" fmla="*/ 10391 w 6071750"/>
                <a:gd name="connsiteY1" fmla="*/ 49694 h 898905"/>
                <a:gd name="connsiteX2" fmla="*/ 574013 w 6071750"/>
                <a:gd name="connsiteY2" fmla="*/ 111762 h 898905"/>
                <a:gd name="connsiteX3" fmla="*/ 918794 w 6071750"/>
                <a:gd name="connsiteY3" fmla="*/ 152862 h 898905"/>
                <a:gd name="connsiteX4" fmla="*/ 1999801 w 6071750"/>
                <a:gd name="connsiteY4" fmla="*/ 157988 h 898905"/>
                <a:gd name="connsiteX5" fmla="*/ 3131151 w 6071750"/>
                <a:gd name="connsiteY5" fmla="*/ 86860 h 898905"/>
                <a:gd name="connsiteX6" fmla="*/ 3832102 w 6071750"/>
                <a:gd name="connsiteY6" fmla="*/ 27579 h 898905"/>
                <a:gd name="connsiteX7" fmla="*/ 4501117 w 6071750"/>
                <a:gd name="connsiteY7" fmla="*/ 356 h 898905"/>
                <a:gd name="connsiteX8" fmla="*/ 5111570 w 6071750"/>
                <a:gd name="connsiteY8" fmla="*/ 48613 h 898905"/>
                <a:gd name="connsiteX9" fmla="*/ 5850706 w 6071750"/>
                <a:gd name="connsiteY9" fmla="*/ 245314 h 898905"/>
                <a:gd name="connsiteX10" fmla="*/ 6003705 w 6071750"/>
                <a:gd name="connsiteY10" fmla="*/ 323549 h 898905"/>
                <a:gd name="connsiteX11" fmla="*/ 6058071 w 6071750"/>
                <a:gd name="connsiteY11" fmla="*/ 495251 h 898905"/>
                <a:gd name="connsiteX12" fmla="*/ 6035094 w 6071750"/>
                <a:gd name="connsiteY12" fmla="*/ 525677 h 898905"/>
                <a:gd name="connsiteX13" fmla="*/ 6066173 w 6071750"/>
                <a:gd name="connsiteY13" fmla="*/ 566622 h 898905"/>
                <a:gd name="connsiteX14" fmla="*/ 6058115 w 6071750"/>
                <a:gd name="connsiteY14" fmla="*/ 655547 h 898905"/>
                <a:gd name="connsiteX15" fmla="*/ 6066173 w 6071750"/>
                <a:gd name="connsiteY15" fmla="*/ 666163 h 898905"/>
                <a:gd name="connsiteX16" fmla="*/ 6058071 w 6071750"/>
                <a:gd name="connsiteY16" fmla="*/ 755568 h 898905"/>
                <a:gd name="connsiteX17" fmla="*/ 5819284 w 6071750"/>
                <a:gd name="connsiteY17" fmla="*/ 891006 h 898905"/>
                <a:gd name="connsiteX18" fmla="*/ 5489742 w 6071750"/>
                <a:gd name="connsiteY18" fmla="*/ 850437 h 898905"/>
                <a:gd name="connsiteX19" fmla="*/ 5068932 w 6071750"/>
                <a:gd name="connsiteY19" fmla="*/ 715822 h 898905"/>
                <a:gd name="connsiteX20" fmla="*/ 4594184 w 6071750"/>
                <a:gd name="connsiteY20" fmla="*/ 659200 h 898905"/>
                <a:gd name="connsiteX21" fmla="*/ 3970289 w 6071750"/>
                <a:gd name="connsiteY21" fmla="*/ 659829 h 898905"/>
                <a:gd name="connsiteX22" fmla="*/ 3174388 w 6071750"/>
                <a:gd name="connsiteY22" fmla="*/ 722446 h 898905"/>
                <a:gd name="connsiteX23" fmla="*/ 2301175 w 6071750"/>
                <a:gd name="connsiteY23" fmla="*/ 779697 h 898905"/>
                <a:gd name="connsiteX24" fmla="*/ 1564522 w 6071750"/>
                <a:gd name="connsiteY24" fmla="*/ 801359 h 898905"/>
                <a:gd name="connsiteX25" fmla="*/ 718535 w 6071750"/>
                <a:gd name="connsiteY25" fmla="*/ 767367 h 898905"/>
                <a:gd name="connsiteX26" fmla="*/ 246440 w 6071750"/>
                <a:gd name="connsiteY26" fmla="*/ 669016 h 898905"/>
                <a:gd name="connsiteX0" fmla="*/ 248034 w 6073344"/>
                <a:gd name="connsiteY0" fmla="*/ 681433 h 911322"/>
                <a:gd name="connsiteX1" fmla="*/ 11985 w 6073344"/>
                <a:gd name="connsiteY1" fmla="*/ 62111 h 911322"/>
                <a:gd name="connsiteX2" fmla="*/ 575607 w 6073344"/>
                <a:gd name="connsiteY2" fmla="*/ 124179 h 911322"/>
                <a:gd name="connsiteX3" fmla="*/ 920388 w 6073344"/>
                <a:gd name="connsiteY3" fmla="*/ 165279 h 911322"/>
                <a:gd name="connsiteX4" fmla="*/ 2001395 w 6073344"/>
                <a:gd name="connsiteY4" fmla="*/ 170405 h 911322"/>
                <a:gd name="connsiteX5" fmla="*/ 3132745 w 6073344"/>
                <a:gd name="connsiteY5" fmla="*/ 99277 h 911322"/>
                <a:gd name="connsiteX6" fmla="*/ 3833696 w 6073344"/>
                <a:gd name="connsiteY6" fmla="*/ 39996 h 911322"/>
                <a:gd name="connsiteX7" fmla="*/ 4502711 w 6073344"/>
                <a:gd name="connsiteY7" fmla="*/ 12773 h 911322"/>
                <a:gd name="connsiteX8" fmla="*/ 5113164 w 6073344"/>
                <a:gd name="connsiteY8" fmla="*/ 61030 h 911322"/>
                <a:gd name="connsiteX9" fmla="*/ 5852300 w 6073344"/>
                <a:gd name="connsiteY9" fmla="*/ 257731 h 911322"/>
                <a:gd name="connsiteX10" fmla="*/ 6005299 w 6073344"/>
                <a:gd name="connsiteY10" fmla="*/ 335966 h 911322"/>
                <a:gd name="connsiteX11" fmla="*/ 6059665 w 6073344"/>
                <a:gd name="connsiteY11" fmla="*/ 507668 h 911322"/>
                <a:gd name="connsiteX12" fmla="*/ 6036688 w 6073344"/>
                <a:gd name="connsiteY12" fmla="*/ 538094 h 911322"/>
                <a:gd name="connsiteX13" fmla="*/ 6067767 w 6073344"/>
                <a:gd name="connsiteY13" fmla="*/ 579039 h 911322"/>
                <a:gd name="connsiteX14" fmla="*/ 6059709 w 6073344"/>
                <a:gd name="connsiteY14" fmla="*/ 667964 h 911322"/>
                <a:gd name="connsiteX15" fmla="*/ 6067767 w 6073344"/>
                <a:gd name="connsiteY15" fmla="*/ 678580 h 911322"/>
                <a:gd name="connsiteX16" fmla="*/ 6059665 w 6073344"/>
                <a:gd name="connsiteY16" fmla="*/ 767985 h 911322"/>
                <a:gd name="connsiteX17" fmla="*/ 5820878 w 6073344"/>
                <a:gd name="connsiteY17" fmla="*/ 903423 h 911322"/>
                <a:gd name="connsiteX18" fmla="*/ 5491336 w 6073344"/>
                <a:gd name="connsiteY18" fmla="*/ 862854 h 911322"/>
                <a:gd name="connsiteX19" fmla="*/ 5070526 w 6073344"/>
                <a:gd name="connsiteY19" fmla="*/ 728239 h 911322"/>
                <a:gd name="connsiteX20" fmla="*/ 4595778 w 6073344"/>
                <a:gd name="connsiteY20" fmla="*/ 671617 h 911322"/>
                <a:gd name="connsiteX21" fmla="*/ 3971883 w 6073344"/>
                <a:gd name="connsiteY21" fmla="*/ 672246 h 911322"/>
                <a:gd name="connsiteX22" fmla="*/ 3175982 w 6073344"/>
                <a:gd name="connsiteY22" fmla="*/ 734863 h 911322"/>
                <a:gd name="connsiteX23" fmla="*/ 2302769 w 6073344"/>
                <a:gd name="connsiteY23" fmla="*/ 792114 h 911322"/>
                <a:gd name="connsiteX24" fmla="*/ 1566116 w 6073344"/>
                <a:gd name="connsiteY24" fmla="*/ 813776 h 911322"/>
                <a:gd name="connsiteX25" fmla="*/ 720129 w 6073344"/>
                <a:gd name="connsiteY25" fmla="*/ 779784 h 911322"/>
                <a:gd name="connsiteX26" fmla="*/ 248034 w 6073344"/>
                <a:gd name="connsiteY26" fmla="*/ 681433 h 911322"/>
                <a:gd name="connsiteX0" fmla="*/ 275085 w 6100395"/>
                <a:gd name="connsiteY0" fmla="*/ 677655 h 907544"/>
                <a:gd name="connsiteX1" fmla="*/ 39036 w 6100395"/>
                <a:gd name="connsiteY1" fmla="*/ 58333 h 907544"/>
                <a:gd name="connsiteX2" fmla="*/ 602658 w 6100395"/>
                <a:gd name="connsiteY2" fmla="*/ 120401 h 907544"/>
                <a:gd name="connsiteX3" fmla="*/ 947439 w 6100395"/>
                <a:gd name="connsiteY3" fmla="*/ 161501 h 907544"/>
                <a:gd name="connsiteX4" fmla="*/ 2028446 w 6100395"/>
                <a:gd name="connsiteY4" fmla="*/ 166627 h 907544"/>
                <a:gd name="connsiteX5" fmla="*/ 3159796 w 6100395"/>
                <a:gd name="connsiteY5" fmla="*/ 95499 h 907544"/>
                <a:gd name="connsiteX6" fmla="*/ 3860747 w 6100395"/>
                <a:gd name="connsiteY6" fmla="*/ 36218 h 907544"/>
                <a:gd name="connsiteX7" fmla="*/ 4529762 w 6100395"/>
                <a:gd name="connsiteY7" fmla="*/ 8995 h 907544"/>
                <a:gd name="connsiteX8" fmla="*/ 5140215 w 6100395"/>
                <a:gd name="connsiteY8" fmla="*/ 57252 h 907544"/>
                <a:gd name="connsiteX9" fmla="*/ 5879351 w 6100395"/>
                <a:gd name="connsiteY9" fmla="*/ 253953 h 907544"/>
                <a:gd name="connsiteX10" fmla="*/ 6032350 w 6100395"/>
                <a:gd name="connsiteY10" fmla="*/ 332188 h 907544"/>
                <a:gd name="connsiteX11" fmla="*/ 6086716 w 6100395"/>
                <a:gd name="connsiteY11" fmla="*/ 503890 h 907544"/>
                <a:gd name="connsiteX12" fmla="*/ 6063739 w 6100395"/>
                <a:gd name="connsiteY12" fmla="*/ 534316 h 907544"/>
                <a:gd name="connsiteX13" fmla="*/ 6094818 w 6100395"/>
                <a:gd name="connsiteY13" fmla="*/ 575261 h 907544"/>
                <a:gd name="connsiteX14" fmla="*/ 6086760 w 6100395"/>
                <a:gd name="connsiteY14" fmla="*/ 664186 h 907544"/>
                <a:gd name="connsiteX15" fmla="*/ 6094818 w 6100395"/>
                <a:gd name="connsiteY15" fmla="*/ 674802 h 907544"/>
                <a:gd name="connsiteX16" fmla="*/ 6086716 w 6100395"/>
                <a:gd name="connsiteY16" fmla="*/ 764207 h 907544"/>
                <a:gd name="connsiteX17" fmla="*/ 5847929 w 6100395"/>
                <a:gd name="connsiteY17" fmla="*/ 899645 h 907544"/>
                <a:gd name="connsiteX18" fmla="*/ 5518387 w 6100395"/>
                <a:gd name="connsiteY18" fmla="*/ 859076 h 907544"/>
                <a:gd name="connsiteX19" fmla="*/ 5097577 w 6100395"/>
                <a:gd name="connsiteY19" fmla="*/ 724461 h 907544"/>
                <a:gd name="connsiteX20" fmla="*/ 4622829 w 6100395"/>
                <a:gd name="connsiteY20" fmla="*/ 667839 h 907544"/>
                <a:gd name="connsiteX21" fmla="*/ 3998934 w 6100395"/>
                <a:gd name="connsiteY21" fmla="*/ 668468 h 907544"/>
                <a:gd name="connsiteX22" fmla="*/ 3203033 w 6100395"/>
                <a:gd name="connsiteY22" fmla="*/ 731085 h 907544"/>
                <a:gd name="connsiteX23" fmla="*/ 2329820 w 6100395"/>
                <a:gd name="connsiteY23" fmla="*/ 788336 h 907544"/>
                <a:gd name="connsiteX24" fmla="*/ 1593167 w 6100395"/>
                <a:gd name="connsiteY24" fmla="*/ 809998 h 907544"/>
                <a:gd name="connsiteX25" fmla="*/ 747180 w 6100395"/>
                <a:gd name="connsiteY25" fmla="*/ 776006 h 907544"/>
                <a:gd name="connsiteX26" fmla="*/ 275085 w 6100395"/>
                <a:gd name="connsiteY26" fmla="*/ 677655 h 907544"/>
                <a:gd name="connsiteX0" fmla="*/ 708981 w 6062196"/>
                <a:gd name="connsiteY0" fmla="*/ 767367 h 898905"/>
                <a:gd name="connsiteX1" fmla="*/ 837 w 6062196"/>
                <a:gd name="connsiteY1" fmla="*/ 49694 h 898905"/>
                <a:gd name="connsiteX2" fmla="*/ 564459 w 6062196"/>
                <a:gd name="connsiteY2" fmla="*/ 111762 h 898905"/>
                <a:gd name="connsiteX3" fmla="*/ 909240 w 6062196"/>
                <a:gd name="connsiteY3" fmla="*/ 152862 h 898905"/>
                <a:gd name="connsiteX4" fmla="*/ 1990247 w 6062196"/>
                <a:gd name="connsiteY4" fmla="*/ 157988 h 898905"/>
                <a:gd name="connsiteX5" fmla="*/ 3121597 w 6062196"/>
                <a:gd name="connsiteY5" fmla="*/ 86860 h 898905"/>
                <a:gd name="connsiteX6" fmla="*/ 3822548 w 6062196"/>
                <a:gd name="connsiteY6" fmla="*/ 27579 h 898905"/>
                <a:gd name="connsiteX7" fmla="*/ 4491563 w 6062196"/>
                <a:gd name="connsiteY7" fmla="*/ 356 h 898905"/>
                <a:gd name="connsiteX8" fmla="*/ 5102016 w 6062196"/>
                <a:gd name="connsiteY8" fmla="*/ 48613 h 898905"/>
                <a:gd name="connsiteX9" fmla="*/ 5841152 w 6062196"/>
                <a:gd name="connsiteY9" fmla="*/ 245314 h 898905"/>
                <a:gd name="connsiteX10" fmla="*/ 5994151 w 6062196"/>
                <a:gd name="connsiteY10" fmla="*/ 323549 h 898905"/>
                <a:gd name="connsiteX11" fmla="*/ 6048517 w 6062196"/>
                <a:gd name="connsiteY11" fmla="*/ 495251 h 898905"/>
                <a:gd name="connsiteX12" fmla="*/ 6025540 w 6062196"/>
                <a:gd name="connsiteY12" fmla="*/ 525677 h 898905"/>
                <a:gd name="connsiteX13" fmla="*/ 6056619 w 6062196"/>
                <a:gd name="connsiteY13" fmla="*/ 566622 h 898905"/>
                <a:gd name="connsiteX14" fmla="*/ 6048561 w 6062196"/>
                <a:gd name="connsiteY14" fmla="*/ 655547 h 898905"/>
                <a:gd name="connsiteX15" fmla="*/ 6056619 w 6062196"/>
                <a:gd name="connsiteY15" fmla="*/ 666163 h 898905"/>
                <a:gd name="connsiteX16" fmla="*/ 6048517 w 6062196"/>
                <a:gd name="connsiteY16" fmla="*/ 755568 h 898905"/>
                <a:gd name="connsiteX17" fmla="*/ 5809730 w 6062196"/>
                <a:gd name="connsiteY17" fmla="*/ 891006 h 898905"/>
                <a:gd name="connsiteX18" fmla="*/ 5480188 w 6062196"/>
                <a:gd name="connsiteY18" fmla="*/ 850437 h 898905"/>
                <a:gd name="connsiteX19" fmla="*/ 5059378 w 6062196"/>
                <a:gd name="connsiteY19" fmla="*/ 715822 h 898905"/>
                <a:gd name="connsiteX20" fmla="*/ 4584630 w 6062196"/>
                <a:gd name="connsiteY20" fmla="*/ 659200 h 898905"/>
                <a:gd name="connsiteX21" fmla="*/ 3960735 w 6062196"/>
                <a:gd name="connsiteY21" fmla="*/ 659829 h 898905"/>
                <a:gd name="connsiteX22" fmla="*/ 3164834 w 6062196"/>
                <a:gd name="connsiteY22" fmla="*/ 722446 h 898905"/>
                <a:gd name="connsiteX23" fmla="*/ 2291621 w 6062196"/>
                <a:gd name="connsiteY23" fmla="*/ 779697 h 898905"/>
                <a:gd name="connsiteX24" fmla="*/ 1554968 w 6062196"/>
                <a:gd name="connsiteY24" fmla="*/ 801359 h 898905"/>
                <a:gd name="connsiteX25" fmla="*/ 708981 w 6062196"/>
                <a:gd name="connsiteY25" fmla="*/ 767367 h 898905"/>
                <a:gd name="connsiteX0" fmla="*/ 708981 w 6062196"/>
                <a:gd name="connsiteY0" fmla="*/ 767367 h 898905"/>
                <a:gd name="connsiteX1" fmla="*/ 837 w 6062196"/>
                <a:gd name="connsiteY1" fmla="*/ 49694 h 898905"/>
                <a:gd name="connsiteX2" fmla="*/ 564459 w 6062196"/>
                <a:gd name="connsiteY2" fmla="*/ 111762 h 898905"/>
                <a:gd name="connsiteX3" fmla="*/ 909240 w 6062196"/>
                <a:gd name="connsiteY3" fmla="*/ 152862 h 898905"/>
                <a:gd name="connsiteX4" fmla="*/ 1990247 w 6062196"/>
                <a:gd name="connsiteY4" fmla="*/ 157988 h 898905"/>
                <a:gd name="connsiteX5" fmla="*/ 3121597 w 6062196"/>
                <a:gd name="connsiteY5" fmla="*/ 86860 h 898905"/>
                <a:gd name="connsiteX6" fmla="*/ 3822548 w 6062196"/>
                <a:gd name="connsiteY6" fmla="*/ 27579 h 898905"/>
                <a:gd name="connsiteX7" fmla="*/ 4491563 w 6062196"/>
                <a:gd name="connsiteY7" fmla="*/ 356 h 898905"/>
                <a:gd name="connsiteX8" fmla="*/ 5102016 w 6062196"/>
                <a:gd name="connsiteY8" fmla="*/ 48613 h 898905"/>
                <a:gd name="connsiteX9" fmla="*/ 5841152 w 6062196"/>
                <a:gd name="connsiteY9" fmla="*/ 245314 h 898905"/>
                <a:gd name="connsiteX10" fmla="*/ 6048517 w 6062196"/>
                <a:gd name="connsiteY10" fmla="*/ 495251 h 898905"/>
                <a:gd name="connsiteX11" fmla="*/ 6025540 w 6062196"/>
                <a:gd name="connsiteY11" fmla="*/ 525677 h 898905"/>
                <a:gd name="connsiteX12" fmla="*/ 6056619 w 6062196"/>
                <a:gd name="connsiteY12" fmla="*/ 566622 h 898905"/>
                <a:gd name="connsiteX13" fmla="*/ 6048561 w 6062196"/>
                <a:gd name="connsiteY13" fmla="*/ 655547 h 898905"/>
                <a:gd name="connsiteX14" fmla="*/ 6056619 w 6062196"/>
                <a:gd name="connsiteY14" fmla="*/ 666163 h 898905"/>
                <a:gd name="connsiteX15" fmla="*/ 6048517 w 6062196"/>
                <a:gd name="connsiteY15" fmla="*/ 755568 h 898905"/>
                <a:gd name="connsiteX16" fmla="*/ 5809730 w 6062196"/>
                <a:gd name="connsiteY16" fmla="*/ 891006 h 898905"/>
                <a:gd name="connsiteX17" fmla="*/ 5480188 w 6062196"/>
                <a:gd name="connsiteY17" fmla="*/ 850437 h 898905"/>
                <a:gd name="connsiteX18" fmla="*/ 5059378 w 6062196"/>
                <a:gd name="connsiteY18" fmla="*/ 715822 h 898905"/>
                <a:gd name="connsiteX19" fmla="*/ 4584630 w 6062196"/>
                <a:gd name="connsiteY19" fmla="*/ 659200 h 898905"/>
                <a:gd name="connsiteX20" fmla="*/ 3960735 w 6062196"/>
                <a:gd name="connsiteY20" fmla="*/ 659829 h 898905"/>
                <a:gd name="connsiteX21" fmla="*/ 3164834 w 6062196"/>
                <a:gd name="connsiteY21" fmla="*/ 722446 h 898905"/>
                <a:gd name="connsiteX22" fmla="*/ 2291621 w 6062196"/>
                <a:gd name="connsiteY22" fmla="*/ 779697 h 898905"/>
                <a:gd name="connsiteX23" fmla="*/ 1554968 w 6062196"/>
                <a:gd name="connsiteY23" fmla="*/ 801359 h 898905"/>
                <a:gd name="connsiteX24" fmla="*/ 708981 w 6062196"/>
                <a:gd name="connsiteY24" fmla="*/ 767367 h 898905"/>
                <a:gd name="connsiteX0" fmla="*/ 708981 w 6062196"/>
                <a:gd name="connsiteY0" fmla="*/ 767367 h 898905"/>
                <a:gd name="connsiteX1" fmla="*/ 837 w 6062196"/>
                <a:gd name="connsiteY1" fmla="*/ 49694 h 898905"/>
                <a:gd name="connsiteX2" fmla="*/ 564459 w 6062196"/>
                <a:gd name="connsiteY2" fmla="*/ 111762 h 898905"/>
                <a:gd name="connsiteX3" fmla="*/ 909240 w 6062196"/>
                <a:gd name="connsiteY3" fmla="*/ 152862 h 898905"/>
                <a:gd name="connsiteX4" fmla="*/ 1990247 w 6062196"/>
                <a:gd name="connsiteY4" fmla="*/ 157988 h 898905"/>
                <a:gd name="connsiteX5" fmla="*/ 3121597 w 6062196"/>
                <a:gd name="connsiteY5" fmla="*/ 86860 h 898905"/>
                <a:gd name="connsiteX6" fmla="*/ 3822548 w 6062196"/>
                <a:gd name="connsiteY6" fmla="*/ 27579 h 898905"/>
                <a:gd name="connsiteX7" fmla="*/ 4491563 w 6062196"/>
                <a:gd name="connsiteY7" fmla="*/ 356 h 898905"/>
                <a:gd name="connsiteX8" fmla="*/ 5102016 w 6062196"/>
                <a:gd name="connsiteY8" fmla="*/ 48613 h 898905"/>
                <a:gd name="connsiteX9" fmla="*/ 5841152 w 6062196"/>
                <a:gd name="connsiteY9" fmla="*/ 245314 h 898905"/>
                <a:gd name="connsiteX10" fmla="*/ 6048517 w 6062196"/>
                <a:gd name="connsiteY10" fmla="*/ 495251 h 898905"/>
                <a:gd name="connsiteX11" fmla="*/ 6056619 w 6062196"/>
                <a:gd name="connsiteY11" fmla="*/ 566622 h 898905"/>
                <a:gd name="connsiteX12" fmla="*/ 6048561 w 6062196"/>
                <a:gd name="connsiteY12" fmla="*/ 655547 h 898905"/>
                <a:gd name="connsiteX13" fmla="*/ 6056619 w 6062196"/>
                <a:gd name="connsiteY13" fmla="*/ 666163 h 898905"/>
                <a:gd name="connsiteX14" fmla="*/ 6048517 w 6062196"/>
                <a:gd name="connsiteY14" fmla="*/ 755568 h 898905"/>
                <a:gd name="connsiteX15" fmla="*/ 5809730 w 6062196"/>
                <a:gd name="connsiteY15" fmla="*/ 891006 h 898905"/>
                <a:gd name="connsiteX16" fmla="*/ 5480188 w 6062196"/>
                <a:gd name="connsiteY16" fmla="*/ 850437 h 898905"/>
                <a:gd name="connsiteX17" fmla="*/ 5059378 w 6062196"/>
                <a:gd name="connsiteY17" fmla="*/ 715822 h 898905"/>
                <a:gd name="connsiteX18" fmla="*/ 4584630 w 6062196"/>
                <a:gd name="connsiteY18" fmla="*/ 659200 h 898905"/>
                <a:gd name="connsiteX19" fmla="*/ 3960735 w 6062196"/>
                <a:gd name="connsiteY19" fmla="*/ 659829 h 898905"/>
                <a:gd name="connsiteX20" fmla="*/ 3164834 w 6062196"/>
                <a:gd name="connsiteY20" fmla="*/ 722446 h 898905"/>
                <a:gd name="connsiteX21" fmla="*/ 2291621 w 6062196"/>
                <a:gd name="connsiteY21" fmla="*/ 779697 h 898905"/>
                <a:gd name="connsiteX22" fmla="*/ 1554968 w 6062196"/>
                <a:gd name="connsiteY22" fmla="*/ 801359 h 898905"/>
                <a:gd name="connsiteX23" fmla="*/ 708981 w 6062196"/>
                <a:gd name="connsiteY23" fmla="*/ 767367 h 898905"/>
                <a:gd name="connsiteX0" fmla="*/ 708981 w 6056619"/>
                <a:gd name="connsiteY0" fmla="*/ 767367 h 898905"/>
                <a:gd name="connsiteX1" fmla="*/ 837 w 6056619"/>
                <a:gd name="connsiteY1" fmla="*/ 49694 h 898905"/>
                <a:gd name="connsiteX2" fmla="*/ 564459 w 6056619"/>
                <a:gd name="connsiteY2" fmla="*/ 111762 h 898905"/>
                <a:gd name="connsiteX3" fmla="*/ 909240 w 6056619"/>
                <a:gd name="connsiteY3" fmla="*/ 152862 h 898905"/>
                <a:gd name="connsiteX4" fmla="*/ 1990247 w 6056619"/>
                <a:gd name="connsiteY4" fmla="*/ 157988 h 898905"/>
                <a:gd name="connsiteX5" fmla="*/ 3121597 w 6056619"/>
                <a:gd name="connsiteY5" fmla="*/ 86860 h 898905"/>
                <a:gd name="connsiteX6" fmla="*/ 3822548 w 6056619"/>
                <a:gd name="connsiteY6" fmla="*/ 27579 h 898905"/>
                <a:gd name="connsiteX7" fmla="*/ 4491563 w 6056619"/>
                <a:gd name="connsiteY7" fmla="*/ 356 h 898905"/>
                <a:gd name="connsiteX8" fmla="*/ 5102016 w 6056619"/>
                <a:gd name="connsiteY8" fmla="*/ 48613 h 898905"/>
                <a:gd name="connsiteX9" fmla="*/ 5841152 w 6056619"/>
                <a:gd name="connsiteY9" fmla="*/ 245314 h 898905"/>
                <a:gd name="connsiteX10" fmla="*/ 6048517 w 6056619"/>
                <a:gd name="connsiteY10" fmla="*/ 495251 h 898905"/>
                <a:gd name="connsiteX11" fmla="*/ 6056619 w 6056619"/>
                <a:gd name="connsiteY11" fmla="*/ 566622 h 898905"/>
                <a:gd name="connsiteX12" fmla="*/ 6048561 w 6056619"/>
                <a:gd name="connsiteY12" fmla="*/ 655547 h 898905"/>
                <a:gd name="connsiteX13" fmla="*/ 6048517 w 6056619"/>
                <a:gd name="connsiteY13" fmla="*/ 755568 h 898905"/>
                <a:gd name="connsiteX14" fmla="*/ 5809730 w 6056619"/>
                <a:gd name="connsiteY14" fmla="*/ 891006 h 898905"/>
                <a:gd name="connsiteX15" fmla="*/ 5480188 w 6056619"/>
                <a:gd name="connsiteY15" fmla="*/ 850437 h 898905"/>
                <a:gd name="connsiteX16" fmla="*/ 5059378 w 6056619"/>
                <a:gd name="connsiteY16" fmla="*/ 715822 h 898905"/>
                <a:gd name="connsiteX17" fmla="*/ 4584630 w 6056619"/>
                <a:gd name="connsiteY17" fmla="*/ 659200 h 898905"/>
                <a:gd name="connsiteX18" fmla="*/ 3960735 w 6056619"/>
                <a:gd name="connsiteY18" fmla="*/ 659829 h 898905"/>
                <a:gd name="connsiteX19" fmla="*/ 3164834 w 6056619"/>
                <a:gd name="connsiteY19" fmla="*/ 722446 h 898905"/>
                <a:gd name="connsiteX20" fmla="*/ 2291621 w 6056619"/>
                <a:gd name="connsiteY20" fmla="*/ 779697 h 898905"/>
                <a:gd name="connsiteX21" fmla="*/ 1554968 w 6056619"/>
                <a:gd name="connsiteY21" fmla="*/ 801359 h 898905"/>
                <a:gd name="connsiteX22" fmla="*/ 708981 w 6056619"/>
                <a:gd name="connsiteY22" fmla="*/ 767367 h 898905"/>
                <a:gd name="connsiteX0" fmla="*/ 708981 w 6048561"/>
                <a:gd name="connsiteY0" fmla="*/ 767367 h 898905"/>
                <a:gd name="connsiteX1" fmla="*/ 837 w 6048561"/>
                <a:gd name="connsiteY1" fmla="*/ 49694 h 898905"/>
                <a:gd name="connsiteX2" fmla="*/ 564459 w 6048561"/>
                <a:gd name="connsiteY2" fmla="*/ 111762 h 898905"/>
                <a:gd name="connsiteX3" fmla="*/ 909240 w 6048561"/>
                <a:gd name="connsiteY3" fmla="*/ 152862 h 898905"/>
                <a:gd name="connsiteX4" fmla="*/ 1990247 w 6048561"/>
                <a:gd name="connsiteY4" fmla="*/ 157988 h 898905"/>
                <a:gd name="connsiteX5" fmla="*/ 3121597 w 6048561"/>
                <a:gd name="connsiteY5" fmla="*/ 86860 h 898905"/>
                <a:gd name="connsiteX6" fmla="*/ 3822548 w 6048561"/>
                <a:gd name="connsiteY6" fmla="*/ 27579 h 898905"/>
                <a:gd name="connsiteX7" fmla="*/ 4491563 w 6048561"/>
                <a:gd name="connsiteY7" fmla="*/ 356 h 898905"/>
                <a:gd name="connsiteX8" fmla="*/ 5102016 w 6048561"/>
                <a:gd name="connsiteY8" fmla="*/ 48613 h 898905"/>
                <a:gd name="connsiteX9" fmla="*/ 5841152 w 6048561"/>
                <a:gd name="connsiteY9" fmla="*/ 245314 h 898905"/>
                <a:gd name="connsiteX10" fmla="*/ 6048517 w 6048561"/>
                <a:gd name="connsiteY10" fmla="*/ 495251 h 898905"/>
                <a:gd name="connsiteX11" fmla="*/ 6048561 w 6048561"/>
                <a:gd name="connsiteY11" fmla="*/ 655547 h 898905"/>
                <a:gd name="connsiteX12" fmla="*/ 6048517 w 6048561"/>
                <a:gd name="connsiteY12" fmla="*/ 755568 h 898905"/>
                <a:gd name="connsiteX13" fmla="*/ 5809730 w 6048561"/>
                <a:gd name="connsiteY13" fmla="*/ 891006 h 898905"/>
                <a:gd name="connsiteX14" fmla="*/ 5480188 w 6048561"/>
                <a:gd name="connsiteY14" fmla="*/ 850437 h 898905"/>
                <a:gd name="connsiteX15" fmla="*/ 5059378 w 6048561"/>
                <a:gd name="connsiteY15" fmla="*/ 715822 h 898905"/>
                <a:gd name="connsiteX16" fmla="*/ 4584630 w 6048561"/>
                <a:gd name="connsiteY16" fmla="*/ 659200 h 898905"/>
                <a:gd name="connsiteX17" fmla="*/ 3960735 w 6048561"/>
                <a:gd name="connsiteY17" fmla="*/ 659829 h 898905"/>
                <a:gd name="connsiteX18" fmla="*/ 3164834 w 6048561"/>
                <a:gd name="connsiteY18" fmla="*/ 722446 h 898905"/>
                <a:gd name="connsiteX19" fmla="*/ 2291621 w 6048561"/>
                <a:gd name="connsiteY19" fmla="*/ 779697 h 898905"/>
                <a:gd name="connsiteX20" fmla="*/ 1554968 w 6048561"/>
                <a:gd name="connsiteY20" fmla="*/ 801359 h 898905"/>
                <a:gd name="connsiteX21" fmla="*/ 708981 w 6048561"/>
                <a:gd name="connsiteY21" fmla="*/ 767367 h 898905"/>
                <a:gd name="connsiteX0" fmla="*/ 708981 w 6048561"/>
                <a:gd name="connsiteY0" fmla="*/ 767367 h 898905"/>
                <a:gd name="connsiteX1" fmla="*/ 837 w 6048561"/>
                <a:gd name="connsiteY1" fmla="*/ 49694 h 898905"/>
                <a:gd name="connsiteX2" fmla="*/ 564459 w 6048561"/>
                <a:gd name="connsiteY2" fmla="*/ 111762 h 898905"/>
                <a:gd name="connsiteX3" fmla="*/ 909240 w 6048561"/>
                <a:gd name="connsiteY3" fmla="*/ 152862 h 898905"/>
                <a:gd name="connsiteX4" fmla="*/ 1990247 w 6048561"/>
                <a:gd name="connsiteY4" fmla="*/ 157988 h 898905"/>
                <a:gd name="connsiteX5" fmla="*/ 3121597 w 6048561"/>
                <a:gd name="connsiteY5" fmla="*/ 86860 h 898905"/>
                <a:gd name="connsiteX6" fmla="*/ 3822548 w 6048561"/>
                <a:gd name="connsiteY6" fmla="*/ 27579 h 898905"/>
                <a:gd name="connsiteX7" fmla="*/ 4491563 w 6048561"/>
                <a:gd name="connsiteY7" fmla="*/ 356 h 898905"/>
                <a:gd name="connsiteX8" fmla="*/ 5102016 w 6048561"/>
                <a:gd name="connsiteY8" fmla="*/ 48613 h 898905"/>
                <a:gd name="connsiteX9" fmla="*/ 5841152 w 6048561"/>
                <a:gd name="connsiteY9" fmla="*/ 245314 h 898905"/>
                <a:gd name="connsiteX10" fmla="*/ 6048561 w 6048561"/>
                <a:gd name="connsiteY10" fmla="*/ 655547 h 898905"/>
                <a:gd name="connsiteX11" fmla="*/ 6048517 w 6048561"/>
                <a:gd name="connsiteY11" fmla="*/ 755568 h 898905"/>
                <a:gd name="connsiteX12" fmla="*/ 5809730 w 6048561"/>
                <a:gd name="connsiteY12" fmla="*/ 891006 h 898905"/>
                <a:gd name="connsiteX13" fmla="*/ 5480188 w 6048561"/>
                <a:gd name="connsiteY13" fmla="*/ 850437 h 898905"/>
                <a:gd name="connsiteX14" fmla="*/ 5059378 w 6048561"/>
                <a:gd name="connsiteY14" fmla="*/ 715822 h 898905"/>
                <a:gd name="connsiteX15" fmla="*/ 4584630 w 6048561"/>
                <a:gd name="connsiteY15" fmla="*/ 659200 h 898905"/>
                <a:gd name="connsiteX16" fmla="*/ 3960735 w 6048561"/>
                <a:gd name="connsiteY16" fmla="*/ 659829 h 898905"/>
                <a:gd name="connsiteX17" fmla="*/ 3164834 w 6048561"/>
                <a:gd name="connsiteY17" fmla="*/ 722446 h 898905"/>
                <a:gd name="connsiteX18" fmla="*/ 2291621 w 6048561"/>
                <a:gd name="connsiteY18" fmla="*/ 779697 h 898905"/>
                <a:gd name="connsiteX19" fmla="*/ 1554968 w 6048561"/>
                <a:gd name="connsiteY19" fmla="*/ 801359 h 898905"/>
                <a:gd name="connsiteX20" fmla="*/ 708981 w 6048561"/>
                <a:gd name="connsiteY20" fmla="*/ 767367 h 898905"/>
                <a:gd name="connsiteX0" fmla="*/ 708981 w 6048855"/>
                <a:gd name="connsiteY0" fmla="*/ 767367 h 898905"/>
                <a:gd name="connsiteX1" fmla="*/ 837 w 6048855"/>
                <a:gd name="connsiteY1" fmla="*/ 49694 h 898905"/>
                <a:gd name="connsiteX2" fmla="*/ 564459 w 6048855"/>
                <a:gd name="connsiteY2" fmla="*/ 111762 h 898905"/>
                <a:gd name="connsiteX3" fmla="*/ 909240 w 6048855"/>
                <a:gd name="connsiteY3" fmla="*/ 152862 h 898905"/>
                <a:gd name="connsiteX4" fmla="*/ 1990247 w 6048855"/>
                <a:gd name="connsiteY4" fmla="*/ 157988 h 898905"/>
                <a:gd name="connsiteX5" fmla="*/ 3121597 w 6048855"/>
                <a:gd name="connsiteY5" fmla="*/ 86860 h 898905"/>
                <a:gd name="connsiteX6" fmla="*/ 3822548 w 6048855"/>
                <a:gd name="connsiteY6" fmla="*/ 27579 h 898905"/>
                <a:gd name="connsiteX7" fmla="*/ 4491563 w 6048855"/>
                <a:gd name="connsiteY7" fmla="*/ 356 h 898905"/>
                <a:gd name="connsiteX8" fmla="*/ 5102016 w 6048855"/>
                <a:gd name="connsiteY8" fmla="*/ 48613 h 898905"/>
                <a:gd name="connsiteX9" fmla="*/ 5841152 w 6048855"/>
                <a:gd name="connsiteY9" fmla="*/ 245314 h 898905"/>
                <a:gd name="connsiteX10" fmla="*/ 6048517 w 6048855"/>
                <a:gd name="connsiteY10" fmla="*/ 755568 h 898905"/>
                <a:gd name="connsiteX11" fmla="*/ 5809730 w 6048855"/>
                <a:gd name="connsiteY11" fmla="*/ 891006 h 898905"/>
                <a:gd name="connsiteX12" fmla="*/ 5480188 w 6048855"/>
                <a:gd name="connsiteY12" fmla="*/ 850437 h 898905"/>
                <a:gd name="connsiteX13" fmla="*/ 5059378 w 6048855"/>
                <a:gd name="connsiteY13" fmla="*/ 715822 h 898905"/>
                <a:gd name="connsiteX14" fmla="*/ 4584630 w 6048855"/>
                <a:gd name="connsiteY14" fmla="*/ 659200 h 898905"/>
                <a:gd name="connsiteX15" fmla="*/ 3960735 w 6048855"/>
                <a:gd name="connsiteY15" fmla="*/ 659829 h 898905"/>
                <a:gd name="connsiteX16" fmla="*/ 3164834 w 6048855"/>
                <a:gd name="connsiteY16" fmla="*/ 722446 h 898905"/>
                <a:gd name="connsiteX17" fmla="*/ 2291621 w 6048855"/>
                <a:gd name="connsiteY17" fmla="*/ 779697 h 898905"/>
                <a:gd name="connsiteX18" fmla="*/ 1554968 w 6048855"/>
                <a:gd name="connsiteY18" fmla="*/ 801359 h 898905"/>
                <a:gd name="connsiteX19" fmla="*/ 708981 w 6048855"/>
                <a:gd name="connsiteY19" fmla="*/ 767367 h 898905"/>
                <a:gd name="connsiteX0" fmla="*/ 708981 w 5899017"/>
                <a:gd name="connsiteY0" fmla="*/ 767367 h 934953"/>
                <a:gd name="connsiteX1" fmla="*/ 837 w 5899017"/>
                <a:gd name="connsiteY1" fmla="*/ 49694 h 934953"/>
                <a:gd name="connsiteX2" fmla="*/ 564459 w 5899017"/>
                <a:gd name="connsiteY2" fmla="*/ 111762 h 934953"/>
                <a:gd name="connsiteX3" fmla="*/ 909240 w 5899017"/>
                <a:gd name="connsiteY3" fmla="*/ 152862 h 934953"/>
                <a:gd name="connsiteX4" fmla="*/ 1990247 w 5899017"/>
                <a:gd name="connsiteY4" fmla="*/ 157988 h 934953"/>
                <a:gd name="connsiteX5" fmla="*/ 3121597 w 5899017"/>
                <a:gd name="connsiteY5" fmla="*/ 86860 h 934953"/>
                <a:gd name="connsiteX6" fmla="*/ 3822548 w 5899017"/>
                <a:gd name="connsiteY6" fmla="*/ 27579 h 934953"/>
                <a:gd name="connsiteX7" fmla="*/ 4491563 w 5899017"/>
                <a:gd name="connsiteY7" fmla="*/ 356 h 934953"/>
                <a:gd name="connsiteX8" fmla="*/ 5102016 w 5899017"/>
                <a:gd name="connsiteY8" fmla="*/ 48613 h 934953"/>
                <a:gd name="connsiteX9" fmla="*/ 5841152 w 5899017"/>
                <a:gd name="connsiteY9" fmla="*/ 245314 h 934953"/>
                <a:gd name="connsiteX10" fmla="*/ 5809730 w 5899017"/>
                <a:gd name="connsiteY10" fmla="*/ 891006 h 934953"/>
                <a:gd name="connsiteX11" fmla="*/ 5480188 w 5899017"/>
                <a:gd name="connsiteY11" fmla="*/ 850437 h 934953"/>
                <a:gd name="connsiteX12" fmla="*/ 5059378 w 5899017"/>
                <a:gd name="connsiteY12" fmla="*/ 715822 h 934953"/>
                <a:gd name="connsiteX13" fmla="*/ 4584630 w 5899017"/>
                <a:gd name="connsiteY13" fmla="*/ 659200 h 934953"/>
                <a:gd name="connsiteX14" fmla="*/ 3960735 w 5899017"/>
                <a:gd name="connsiteY14" fmla="*/ 659829 h 934953"/>
                <a:gd name="connsiteX15" fmla="*/ 3164834 w 5899017"/>
                <a:gd name="connsiteY15" fmla="*/ 722446 h 934953"/>
                <a:gd name="connsiteX16" fmla="*/ 2291621 w 5899017"/>
                <a:gd name="connsiteY16" fmla="*/ 779697 h 934953"/>
                <a:gd name="connsiteX17" fmla="*/ 1554968 w 5899017"/>
                <a:gd name="connsiteY17" fmla="*/ 801359 h 934953"/>
                <a:gd name="connsiteX18" fmla="*/ 708981 w 5899017"/>
                <a:gd name="connsiteY18" fmla="*/ 767367 h 934953"/>
                <a:gd name="connsiteX0" fmla="*/ 708981 w 5849902"/>
                <a:gd name="connsiteY0" fmla="*/ 767367 h 869780"/>
                <a:gd name="connsiteX1" fmla="*/ 837 w 5849902"/>
                <a:gd name="connsiteY1" fmla="*/ 49694 h 869780"/>
                <a:gd name="connsiteX2" fmla="*/ 564459 w 5849902"/>
                <a:gd name="connsiteY2" fmla="*/ 111762 h 869780"/>
                <a:gd name="connsiteX3" fmla="*/ 909240 w 5849902"/>
                <a:gd name="connsiteY3" fmla="*/ 152862 h 869780"/>
                <a:gd name="connsiteX4" fmla="*/ 1990247 w 5849902"/>
                <a:gd name="connsiteY4" fmla="*/ 157988 h 869780"/>
                <a:gd name="connsiteX5" fmla="*/ 3121597 w 5849902"/>
                <a:gd name="connsiteY5" fmla="*/ 86860 h 869780"/>
                <a:gd name="connsiteX6" fmla="*/ 3822548 w 5849902"/>
                <a:gd name="connsiteY6" fmla="*/ 27579 h 869780"/>
                <a:gd name="connsiteX7" fmla="*/ 4491563 w 5849902"/>
                <a:gd name="connsiteY7" fmla="*/ 356 h 869780"/>
                <a:gd name="connsiteX8" fmla="*/ 5102016 w 5849902"/>
                <a:gd name="connsiteY8" fmla="*/ 48613 h 869780"/>
                <a:gd name="connsiteX9" fmla="*/ 5841152 w 5849902"/>
                <a:gd name="connsiteY9" fmla="*/ 245314 h 869780"/>
                <a:gd name="connsiteX10" fmla="*/ 5480188 w 5849902"/>
                <a:gd name="connsiteY10" fmla="*/ 850437 h 869780"/>
                <a:gd name="connsiteX11" fmla="*/ 5059378 w 5849902"/>
                <a:gd name="connsiteY11" fmla="*/ 715822 h 869780"/>
                <a:gd name="connsiteX12" fmla="*/ 4584630 w 5849902"/>
                <a:gd name="connsiteY12" fmla="*/ 659200 h 869780"/>
                <a:gd name="connsiteX13" fmla="*/ 3960735 w 5849902"/>
                <a:gd name="connsiteY13" fmla="*/ 659829 h 869780"/>
                <a:gd name="connsiteX14" fmla="*/ 3164834 w 5849902"/>
                <a:gd name="connsiteY14" fmla="*/ 722446 h 869780"/>
                <a:gd name="connsiteX15" fmla="*/ 2291621 w 5849902"/>
                <a:gd name="connsiteY15" fmla="*/ 779697 h 869780"/>
                <a:gd name="connsiteX16" fmla="*/ 1554968 w 5849902"/>
                <a:gd name="connsiteY16" fmla="*/ 801359 h 869780"/>
                <a:gd name="connsiteX17" fmla="*/ 708981 w 5849902"/>
                <a:gd name="connsiteY17" fmla="*/ 767367 h 869780"/>
                <a:gd name="connsiteX0" fmla="*/ 708981 w 6203964"/>
                <a:gd name="connsiteY0" fmla="*/ 767367 h 875806"/>
                <a:gd name="connsiteX1" fmla="*/ 837 w 6203964"/>
                <a:gd name="connsiteY1" fmla="*/ 49694 h 875806"/>
                <a:gd name="connsiteX2" fmla="*/ 564459 w 6203964"/>
                <a:gd name="connsiteY2" fmla="*/ 111762 h 875806"/>
                <a:gd name="connsiteX3" fmla="*/ 909240 w 6203964"/>
                <a:gd name="connsiteY3" fmla="*/ 152862 h 875806"/>
                <a:gd name="connsiteX4" fmla="*/ 1990247 w 6203964"/>
                <a:gd name="connsiteY4" fmla="*/ 157988 h 875806"/>
                <a:gd name="connsiteX5" fmla="*/ 3121597 w 6203964"/>
                <a:gd name="connsiteY5" fmla="*/ 86860 h 875806"/>
                <a:gd name="connsiteX6" fmla="*/ 3822548 w 6203964"/>
                <a:gd name="connsiteY6" fmla="*/ 27579 h 875806"/>
                <a:gd name="connsiteX7" fmla="*/ 4491563 w 6203964"/>
                <a:gd name="connsiteY7" fmla="*/ 356 h 875806"/>
                <a:gd name="connsiteX8" fmla="*/ 5102016 w 6203964"/>
                <a:gd name="connsiteY8" fmla="*/ 48613 h 875806"/>
                <a:gd name="connsiteX9" fmla="*/ 6199292 w 6203964"/>
                <a:gd name="connsiteY9" fmla="*/ 146254 h 875806"/>
                <a:gd name="connsiteX10" fmla="*/ 5480188 w 6203964"/>
                <a:gd name="connsiteY10" fmla="*/ 850437 h 875806"/>
                <a:gd name="connsiteX11" fmla="*/ 5059378 w 6203964"/>
                <a:gd name="connsiteY11" fmla="*/ 715822 h 875806"/>
                <a:gd name="connsiteX12" fmla="*/ 4584630 w 6203964"/>
                <a:gd name="connsiteY12" fmla="*/ 659200 h 875806"/>
                <a:gd name="connsiteX13" fmla="*/ 3960735 w 6203964"/>
                <a:gd name="connsiteY13" fmla="*/ 659829 h 875806"/>
                <a:gd name="connsiteX14" fmla="*/ 3164834 w 6203964"/>
                <a:gd name="connsiteY14" fmla="*/ 722446 h 875806"/>
                <a:gd name="connsiteX15" fmla="*/ 2291621 w 6203964"/>
                <a:gd name="connsiteY15" fmla="*/ 779697 h 875806"/>
                <a:gd name="connsiteX16" fmla="*/ 1554968 w 6203964"/>
                <a:gd name="connsiteY16" fmla="*/ 801359 h 875806"/>
                <a:gd name="connsiteX17" fmla="*/ 708981 w 6203964"/>
                <a:gd name="connsiteY17" fmla="*/ 767367 h 875806"/>
                <a:gd name="connsiteX0" fmla="*/ 708981 w 6199337"/>
                <a:gd name="connsiteY0" fmla="*/ 767367 h 833393"/>
                <a:gd name="connsiteX1" fmla="*/ 837 w 6199337"/>
                <a:gd name="connsiteY1" fmla="*/ 49694 h 833393"/>
                <a:gd name="connsiteX2" fmla="*/ 564459 w 6199337"/>
                <a:gd name="connsiteY2" fmla="*/ 111762 h 833393"/>
                <a:gd name="connsiteX3" fmla="*/ 909240 w 6199337"/>
                <a:gd name="connsiteY3" fmla="*/ 152862 h 833393"/>
                <a:gd name="connsiteX4" fmla="*/ 1990247 w 6199337"/>
                <a:gd name="connsiteY4" fmla="*/ 157988 h 833393"/>
                <a:gd name="connsiteX5" fmla="*/ 3121597 w 6199337"/>
                <a:gd name="connsiteY5" fmla="*/ 86860 h 833393"/>
                <a:gd name="connsiteX6" fmla="*/ 3822548 w 6199337"/>
                <a:gd name="connsiteY6" fmla="*/ 27579 h 833393"/>
                <a:gd name="connsiteX7" fmla="*/ 4491563 w 6199337"/>
                <a:gd name="connsiteY7" fmla="*/ 356 h 833393"/>
                <a:gd name="connsiteX8" fmla="*/ 5102016 w 6199337"/>
                <a:gd name="connsiteY8" fmla="*/ 48613 h 833393"/>
                <a:gd name="connsiteX9" fmla="*/ 6199292 w 6199337"/>
                <a:gd name="connsiteY9" fmla="*/ 146254 h 833393"/>
                <a:gd name="connsiteX10" fmla="*/ 5059378 w 6199337"/>
                <a:gd name="connsiteY10" fmla="*/ 715822 h 833393"/>
                <a:gd name="connsiteX11" fmla="*/ 4584630 w 6199337"/>
                <a:gd name="connsiteY11" fmla="*/ 659200 h 833393"/>
                <a:gd name="connsiteX12" fmla="*/ 3960735 w 6199337"/>
                <a:gd name="connsiteY12" fmla="*/ 659829 h 833393"/>
                <a:gd name="connsiteX13" fmla="*/ 3164834 w 6199337"/>
                <a:gd name="connsiteY13" fmla="*/ 722446 h 833393"/>
                <a:gd name="connsiteX14" fmla="*/ 2291621 w 6199337"/>
                <a:gd name="connsiteY14" fmla="*/ 779697 h 833393"/>
                <a:gd name="connsiteX15" fmla="*/ 1554968 w 6199337"/>
                <a:gd name="connsiteY15" fmla="*/ 801359 h 833393"/>
                <a:gd name="connsiteX16" fmla="*/ 708981 w 6199337"/>
                <a:gd name="connsiteY16" fmla="*/ 767367 h 833393"/>
                <a:gd name="connsiteX0" fmla="*/ 708981 w 5152855"/>
                <a:gd name="connsiteY0" fmla="*/ 787980 h 854006"/>
                <a:gd name="connsiteX1" fmla="*/ 837 w 5152855"/>
                <a:gd name="connsiteY1" fmla="*/ 70307 h 854006"/>
                <a:gd name="connsiteX2" fmla="*/ 564459 w 5152855"/>
                <a:gd name="connsiteY2" fmla="*/ 132375 h 854006"/>
                <a:gd name="connsiteX3" fmla="*/ 909240 w 5152855"/>
                <a:gd name="connsiteY3" fmla="*/ 173475 h 854006"/>
                <a:gd name="connsiteX4" fmla="*/ 1990247 w 5152855"/>
                <a:gd name="connsiteY4" fmla="*/ 178601 h 854006"/>
                <a:gd name="connsiteX5" fmla="*/ 3121597 w 5152855"/>
                <a:gd name="connsiteY5" fmla="*/ 107473 h 854006"/>
                <a:gd name="connsiteX6" fmla="*/ 3822548 w 5152855"/>
                <a:gd name="connsiteY6" fmla="*/ 48192 h 854006"/>
                <a:gd name="connsiteX7" fmla="*/ 4491563 w 5152855"/>
                <a:gd name="connsiteY7" fmla="*/ 20969 h 854006"/>
                <a:gd name="connsiteX8" fmla="*/ 5102016 w 5152855"/>
                <a:gd name="connsiteY8" fmla="*/ 69226 h 854006"/>
                <a:gd name="connsiteX9" fmla="*/ 5059378 w 5152855"/>
                <a:gd name="connsiteY9" fmla="*/ 736435 h 854006"/>
                <a:gd name="connsiteX10" fmla="*/ 4584630 w 5152855"/>
                <a:gd name="connsiteY10" fmla="*/ 679813 h 854006"/>
                <a:gd name="connsiteX11" fmla="*/ 3960735 w 5152855"/>
                <a:gd name="connsiteY11" fmla="*/ 680442 h 854006"/>
                <a:gd name="connsiteX12" fmla="*/ 3164834 w 5152855"/>
                <a:gd name="connsiteY12" fmla="*/ 743059 h 854006"/>
                <a:gd name="connsiteX13" fmla="*/ 2291621 w 5152855"/>
                <a:gd name="connsiteY13" fmla="*/ 800310 h 854006"/>
                <a:gd name="connsiteX14" fmla="*/ 1554968 w 5152855"/>
                <a:gd name="connsiteY14" fmla="*/ 821972 h 854006"/>
                <a:gd name="connsiteX15" fmla="*/ 708981 w 5152855"/>
                <a:gd name="connsiteY15" fmla="*/ 787980 h 854006"/>
                <a:gd name="connsiteX0" fmla="*/ 708981 w 6099729"/>
                <a:gd name="connsiteY0" fmla="*/ 773643 h 839669"/>
                <a:gd name="connsiteX1" fmla="*/ 837 w 6099729"/>
                <a:gd name="connsiteY1" fmla="*/ 55970 h 839669"/>
                <a:gd name="connsiteX2" fmla="*/ 564459 w 6099729"/>
                <a:gd name="connsiteY2" fmla="*/ 118038 h 839669"/>
                <a:gd name="connsiteX3" fmla="*/ 909240 w 6099729"/>
                <a:gd name="connsiteY3" fmla="*/ 159138 h 839669"/>
                <a:gd name="connsiteX4" fmla="*/ 1990247 w 6099729"/>
                <a:gd name="connsiteY4" fmla="*/ 164264 h 839669"/>
                <a:gd name="connsiteX5" fmla="*/ 3121597 w 6099729"/>
                <a:gd name="connsiteY5" fmla="*/ 93136 h 839669"/>
                <a:gd name="connsiteX6" fmla="*/ 3822548 w 6099729"/>
                <a:gd name="connsiteY6" fmla="*/ 33855 h 839669"/>
                <a:gd name="connsiteX7" fmla="*/ 4491563 w 6099729"/>
                <a:gd name="connsiteY7" fmla="*/ 6632 h 839669"/>
                <a:gd name="connsiteX8" fmla="*/ 6092616 w 6099729"/>
                <a:gd name="connsiteY8" fmla="*/ 77749 h 839669"/>
                <a:gd name="connsiteX9" fmla="*/ 5059378 w 6099729"/>
                <a:gd name="connsiteY9" fmla="*/ 722098 h 839669"/>
                <a:gd name="connsiteX10" fmla="*/ 4584630 w 6099729"/>
                <a:gd name="connsiteY10" fmla="*/ 665476 h 839669"/>
                <a:gd name="connsiteX11" fmla="*/ 3960735 w 6099729"/>
                <a:gd name="connsiteY11" fmla="*/ 666105 h 839669"/>
                <a:gd name="connsiteX12" fmla="*/ 3164834 w 6099729"/>
                <a:gd name="connsiteY12" fmla="*/ 728722 h 839669"/>
                <a:gd name="connsiteX13" fmla="*/ 2291621 w 6099729"/>
                <a:gd name="connsiteY13" fmla="*/ 785973 h 839669"/>
                <a:gd name="connsiteX14" fmla="*/ 1554968 w 6099729"/>
                <a:gd name="connsiteY14" fmla="*/ 807635 h 839669"/>
                <a:gd name="connsiteX15" fmla="*/ 708981 w 6099729"/>
                <a:gd name="connsiteY15" fmla="*/ 773643 h 839669"/>
                <a:gd name="connsiteX0" fmla="*/ 708981 w 6167018"/>
                <a:gd name="connsiteY0" fmla="*/ 768771 h 834797"/>
                <a:gd name="connsiteX1" fmla="*/ 837 w 6167018"/>
                <a:gd name="connsiteY1" fmla="*/ 51098 h 834797"/>
                <a:gd name="connsiteX2" fmla="*/ 564459 w 6167018"/>
                <a:gd name="connsiteY2" fmla="*/ 113166 h 834797"/>
                <a:gd name="connsiteX3" fmla="*/ 909240 w 6167018"/>
                <a:gd name="connsiteY3" fmla="*/ 154266 h 834797"/>
                <a:gd name="connsiteX4" fmla="*/ 1990247 w 6167018"/>
                <a:gd name="connsiteY4" fmla="*/ 159392 h 834797"/>
                <a:gd name="connsiteX5" fmla="*/ 3121597 w 6167018"/>
                <a:gd name="connsiteY5" fmla="*/ 88264 h 834797"/>
                <a:gd name="connsiteX6" fmla="*/ 3822548 w 6167018"/>
                <a:gd name="connsiteY6" fmla="*/ 28983 h 834797"/>
                <a:gd name="connsiteX7" fmla="*/ 4491563 w 6167018"/>
                <a:gd name="connsiteY7" fmla="*/ 1760 h 834797"/>
                <a:gd name="connsiteX8" fmla="*/ 6092616 w 6167018"/>
                <a:gd name="connsiteY8" fmla="*/ 72877 h 834797"/>
                <a:gd name="connsiteX9" fmla="*/ 5768038 w 6167018"/>
                <a:gd name="connsiteY9" fmla="*/ 625786 h 834797"/>
                <a:gd name="connsiteX10" fmla="*/ 4584630 w 6167018"/>
                <a:gd name="connsiteY10" fmla="*/ 660604 h 834797"/>
                <a:gd name="connsiteX11" fmla="*/ 3960735 w 6167018"/>
                <a:gd name="connsiteY11" fmla="*/ 661233 h 834797"/>
                <a:gd name="connsiteX12" fmla="*/ 3164834 w 6167018"/>
                <a:gd name="connsiteY12" fmla="*/ 723850 h 834797"/>
                <a:gd name="connsiteX13" fmla="*/ 2291621 w 6167018"/>
                <a:gd name="connsiteY13" fmla="*/ 781101 h 834797"/>
                <a:gd name="connsiteX14" fmla="*/ 1554968 w 6167018"/>
                <a:gd name="connsiteY14" fmla="*/ 802763 h 834797"/>
                <a:gd name="connsiteX15" fmla="*/ 708981 w 6167018"/>
                <a:gd name="connsiteY15" fmla="*/ 768771 h 834797"/>
                <a:gd name="connsiteX0" fmla="*/ 708981 w 6239630"/>
                <a:gd name="connsiteY0" fmla="*/ 768674 h 834700"/>
                <a:gd name="connsiteX1" fmla="*/ 837 w 6239630"/>
                <a:gd name="connsiteY1" fmla="*/ 51001 h 834700"/>
                <a:gd name="connsiteX2" fmla="*/ 564459 w 6239630"/>
                <a:gd name="connsiteY2" fmla="*/ 113069 h 834700"/>
                <a:gd name="connsiteX3" fmla="*/ 909240 w 6239630"/>
                <a:gd name="connsiteY3" fmla="*/ 154169 h 834700"/>
                <a:gd name="connsiteX4" fmla="*/ 1990247 w 6239630"/>
                <a:gd name="connsiteY4" fmla="*/ 159295 h 834700"/>
                <a:gd name="connsiteX5" fmla="*/ 3121597 w 6239630"/>
                <a:gd name="connsiteY5" fmla="*/ 88167 h 834700"/>
                <a:gd name="connsiteX6" fmla="*/ 3822548 w 6239630"/>
                <a:gd name="connsiteY6" fmla="*/ 28886 h 834700"/>
                <a:gd name="connsiteX7" fmla="*/ 4491563 w 6239630"/>
                <a:gd name="connsiteY7" fmla="*/ 1663 h 834700"/>
                <a:gd name="connsiteX8" fmla="*/ 6092616 w 6239630"/>
                <a:gd name="connsiteY8" fmla="*/ 72780 h 834700"/>
                <a:gd name="connsiteX9" fmla="*/ 5996638 w 6239630"/>
                <a:gd name="connsiteY9" fmla="*/ 610449 h 834700"/>
                <a:gd name="connsiteX10" fmla="*/ 4584630 w 6239630"/>
                <a:gd name="connsiteY10" fmla="*/ 660507 h 834700"/>
                <a:gd name="connsiteX11" fmla="*/ 3960735 w 6239630"/>
                <a:gd name="connsiteY11" fmla="*/ 661136 h 834700"/>
                <a:gd name="connsiteX12" fmla="*/ 3164834 w 6239630"/>
                <a:gd name="connsiteY12" fmla="*/ 723753 h 834700"/>
                <a:gd name="connsiteX13" fmla="*/ 2291621 w 6239630"/>
                <a:gd name="connsiteY13" fmla="*/ 781004 h 834700"/>
                <a:gd name="connsiteX14" fmla="*/ 1554968 w 6239630"/>
                <a:gd name="connsiteY14" fmla="*/ 802666 h 834700"/>
                <a:gd name="connsiteX15" fmla="*/ 708981 w 6239630"/>
                <a:gd name="connsiteY15" fmla="*/ 768674 h 834700"/>
                <a:gd name="connsiteX0" fmla="*/ 708981 w 6239630"/>
                <a:gd name="connsiteY0" fmla="*/ 768674 h 834700"/>
                <a:gd name="connsiteX1" fmla="*/ 837 w 6239630"/>
                <a:gd name="connsiteY1" fmla="*/ 51001 h 834700"/>
                <a:gd name="connsiteX2" fmla="*/ 564459 w 6239630"/>
                <a:gd name="connsiteY2" fmla="*/ 113069 h 834700"/>
                <a:gd name="connsiteX3" fmla="*/ 909240 w 6239630"/>
                <a:gd name="connsiteY3" fmla="*/ 154169 h 834700"/>
                <a:gd name="connsiteX4" fmla="*/ 1990247 w 6239630"/>
                <a:gd name="connsiteY4" fmla="*/ 159295 h 834700"/>
                <a:gd name="connsiteX5" fmla="*/ 3121597 w 6239630"/>
                <a:gd name="connsiteY5" fmla="*/ 88167 h 834700"/>
                <a:gd name="connsiteX6" fmla="*/ 3822548 w 6239630"/>
                <a:gd name="connsiteY6" fmla="*/ 28886 h 834700"/>
                <a:gd name="connsiteX7" fmla="*/ 4491563 w 6239630"/>
                <a:gd name="connsiteY7" fmla="*/ 1663 h 834700"/>
                <a:gd name="connsiteX8" fmla="*/ 6092616 w 6239630"/>
                <a:gd name="connsiteY8" fmla="*/ 72780 h 834700"/>
                <a:gd name="connsiteX9" fmla="*/ 5996638 w 6239630"/>
                <a:gd name="connsiteY9" fmla="*/ 610449 h 834700"/>
                <a:gd name="connsiteX10" fmla="*/ 4584630 w 6239630"/>
                <a:gd name="connsiteY10" fmla="*/ 660507 h 834700"/>
                <a:gd name="connsiteX11" fmla="*/ 3164834 w 6239630"/>
                <a:gd name="connsiteY11" fmla="*/ 723753 h 834700"/>
                <a:gd name="connsiteX12" fmla="*/ 2291621 w 6239630"/>
                <a:gd name="connsiteY12" fmla="*/ 781004 h 834700"/>
                <a:gd name="connsiteX13" fmla="*/ 1554968 w 6239630"/>
                <a:gd name="connsiteY13" fmla="*/ 802666 h 834700"/>
                <a:gd name="connsiteX14" fmla="*/ 708981 w 6239630"/>
                <a:gd name="connsiteY14" fmla="*/ 768674 h 834700"/>
                <a:gd name="connsiteX0" fmla="*/ 708981 w 6239630"/>
                <a:gd name="connsiteY0" fmla="*/ 768674 h 834700"/>
                <a:gd name="connsiteX1" fmla="*/ 837 w 6239630"/>
                <a:gd name="connsiteY1" fmla="*/ 51001 h 834700"/>
                <a:gd name="connsiteX2" fmla="*/ 564459 w 6239630"/>
                <a:gd name="connsiteY2" fmla="*/ 113069 h 834700"/>
                <a:gd name="connsiteX3" fmla="*/ 909240 w 6239630"/>
                <a:gd name="connsiteY3" fmla="*/ 154169 h 834700"/>
                <a:gd name="connsiteX4" fmla="*/ 1990247 w 6239630"/>
                <a:gd name="connsiteY4" fmla="*/ 159295 h 834700"/>
                <a:gd name="connsiteX5" fmla="*/ 3121597 w 6239630"/>
                <a:gd name="connsiteY5" fmla="*/ 88167 h 834700"/>
                <a:gd name="connsiteX6" fmla="*/ 3822548 w 6239630"/>
                <a:gd name="connsiteY6" fmla="*/ 28886 h 834700"/>
                <a:gd name="connsiteX7" fmla="*/ 4491563 w 6239630"/>
                <a:gd name="connsiteY7" fmla="*/ 1663 h 834700"/>
                <a:gd name="connsiteX8" fmla="*/ 6092616 w 6239630"/>
                <a:gd name="connsiteY8" fmla="*/ 72780 h 834700"/>
                <a:gd name="connsiteX9" fmla="*/ 5996638 w 6239630"/>
                <a:gd name="connsiteY9" fmla="*/ 610449 h 834700"/>
                <a:gd name="connsiteX10" fmla="*/ 4584630 w 6239630"/>
                <a:gd name="connsiteY10" fmla="*/ 660507 h 834700"/>
                <a:gd name="connsiteX11" fmla="*/ 2291621 w 6239630"/>
                <a:gd name="connsiteY11" fmla="*/ 781004 h 834700"/>
                <a:gd name="connsiteX12" fmla="*/ 1554968 w 6239630"/>
                <a:gd name="connsiteY12" fmla="*/ 802666 h 834700"/>
                <a:gd name="connsiteX13" fmla="*/ 708981 w 6239630"/>
                <a:gd name="connsiteY13" fmla="*/ 768674 h 834700"/>
                <a:gd name="connsiteX0" fmla="*/ 708981 w 6239630"/>
                <a:gd name="connsiteY0" fmla="*/ 768674 h 834700"/>
                <a:gd name="connsiteX1" fmla="*/ 837 w 6239630"/>
                <a:gd name="connsiteY1" fmla="*/ 51001 h 834700"/>
                <a:gd name="connsiteX2" fmla="*/ 564459 w 6239630"/>
                <a:gd name="connsiteY2" fmla="*/ 113069 h 834700"/>
                <a:gd name="connsiteX3" fmla="*/ 909240 w 6239630"/>
                <a:gd name="connsiteY3" fmla="*/ 154169 h 834700"/>
                <a:gd name="connsiteX4" fmla="*/ 1990247 w 6239630"/>
                <a:gd name="connsiteY4" fmla="*/ 159295 h 834700"/>
                <a:gd name="connsiteX5" fmla="*/ 3121597 w 6239630"/>
                <a:gd name="connsiteY5" fmla="*/ 88167 h 834700"/>
                <a:gd name="connsiteX6" fmla="*/ 3822548 w 6239630"/>
                <a:gd name="connsiteY6" fmla="*/ 28886 h 834700"/>
                <a:gd name="connsiteX7" fmla="*/ 4491563 w 6239630"/>
                <a:gd name="connsiteY7" fmla="*/ 1663 h 834700"/>
                <a:gd name="connsiteX8" fmla="*/ 6092616 w 6239630"/>
                <a:gd name="connsiteY8" fmla="*/ 72780 h 834700"/>
                <a:gd name="connsiteX9" fmla="*/ 5996638 w 6239630"/>
                <a:gd name="connsiteY9" fmla="*/ 610449 h 834700"/>
                <a:gd name="connsiteX10" fmla="*/ 4584630 w 6239630"/>
                <a:gd name="connsiteY10" fmla="*/ 660507 h 834700"/>
                <a:gd name="connsiteX11" fmla="*/ 1554968 w 6239630"/>
                <a:gd name="connsiteY11" fmla="*/ 802666 h 834700"/>
                <a:gd name="connsiteX12" fmla="*/ 708981 w 6239630"/>
                <a:gd name="connsiteY12" fmla="*/ 768674 h 834700"/>
                <a:gd name="connsiteX0" fmla="*/ 708981 w 6239630"/>
                <a:gd name="connsiteY0" fmla="*/ 768674 h 834700"/>
                <a:gd name="connsiteX1" fmla="*/ 837 w 6239630"/>
                <a:gd name="connsiteY1" fmla="*/ 51001 h 834700"/>
                <a:gd name="connsiteX2" fmla="*/ 564459 w 6239630"/>
                <a:gd name="connsiteY2" fmla="*/ 113069 h 834700"/>
                <a:gd name="connsiteX3" fmla="*/ 909240 w 6239630"/>
                <a:gd name="connsiteY3" fmla="*/ 154169 h 834700"/>
                <a:gd name="connsiteX4" fmla="*/ 3121597 w 6239630"/>
                <a:gd name="connsiteY4" fmla="*/ 88167 h 834700"/>
                <a:gd name="connsiteX5" fmla="*/ 3822548 w 6239630"/>
                <a:gd name="connsiteY5" fmla="*/ 28886 h 834700"/>
                <a:gd name="connsiteX6" fmla="*/ 4491563 w 6239630"/>
                <a:gd name="connsiteY6" fmla="*/ 1663 h 834700"/>
                <a:gd name="connsiteX7" fmla="*/ 6092616 w 6239630"/>
                <a:gd name="connsiteY7" fmla="*/ 72780 h 834700"/>
                <a:gd name="connsiteX8" fmla="*/ 5996638 w 6239630"/>
                <a:gd name="connsiteY8" fmla="*/ 610449 h 834700"/>
                <a:gd name="connsiteX9" fmla="*/ 4584630 w 6239630"/>
                <a:gd name="connsiteY9" fmla="*/ 660507 h 834700"/>
                <a:gd name="connsiteX10" fmla="*/ 1554968 w 6239630"/>
                <a:gd name="connsiteY10" fmla="*/ 802666 h 834700"/>
                <a:gd name="connsiteX11" fmla="*/ 708981 w 6239630"/>
                <a:gd name="connsiteY11" fmla="*/ 768674 h 834700"/>
                <a:gd name="connsiteX0" fmla="*/ 708981 w 6239630"/>
                <a:gd name="connsiteY0" fmla="*/ 769454 h 835480"/>
                <a:gd name="connsiteX1" fmla="*/ 837 w 6239630"/>
                <a:gd name="connsiteY1" fmla="*/ 51781 h 835480"/>
                <a:gd name="connsiteX2" fmla="*/ 564459 w 6239630"/>
                <a:gd name="connsiteY2" fmla="*/ 113849 h 835480"/>
                <a:gd name="connsiteX3" fmla="*/ 909240 w 6239630"/>
                <a:gd name="connsiteY3" fmla="*/ 154949 h 835480"/>
                <a:gd name="connsiteX4" fmla="*/ 3822548 w 6239630"/>
                <a:gd name="connsiteY4" fmla="*/ 29666 h 835480"/>
                <a:gd name="connsiteX5" fmla="*/ 4491563 w 6239630"/>
                <a:gd name="connsiteY5" fmla="*/ 2443 h 835480"/>
                <a:gd name="connsiteX6" fmla="*/ 6092616 w 6239630"/>
                <a:gd name="connsiteY6" fmla="*/ 73560 h 835480"/>
                <a:gd name="connsiteX7" fmla="*/ 5996638 w 6239630"/>
                <a:gd name="connsiteY7" fmla="*/ 611229 h 835480"/>
                <a:gd name="connsiteX8" fmla="*/ 4584630 w 6239630"/>
                <a:gd name="connsiteY8" fmla="*/ 661287 h 835480"/>
                <a:gd name="connsiteX9" fmla="*/ 1554968 w 6239630"/>
                <a:gd name="connsiteY9" fmla="*/ 803446 h 835480"/>
                <a:gd name="connsiteX10" fmla="*/ 708981 w 6239630"/>
                <a:gd name="connsiteY10" fmla="*/ 769454 h 835480"/>
                <a:gd name="connsiteX0" fmla="*/ 708981 w 6239630"/>
                <a:gd name="connsiteY0" fmla="*/ 777245 h 843271"/>
                <a:gd name="connsiteX1" fmla="*/ 837 w 6239630"/>
                <a:gd name="connsiteY1" fmla="*/ 59572 h 843271"/>
                <a:gd name="connsiteX2" fmla="*/ 564459 w 6239630"/>
                <a:gd name="connsiteY2" fmla="*/ 121640 h 843271"/>
                <a:gd name="connsiteX3" fmla="*/ 909240 w 6239630"/>
                <a:gd name="connsiteY3" fmla="*/ 162740 h 843271"/>
                <a:gd name="connsiteX4" fmla="*/ 4491563 w 6239630"/>
                <a:gd name="connsiteY4" fmla="*/ 10234 h 843271"/>
                <a:gd name="connsiteX5" fmla="*/ 6092616 w 6239630"/>
                <a:gd name="connsiteY5" fmla="*/ 81351 h 843271"/>
                <a:gd name="connsiteX6" fmla="*/ 5996638 w 6239630"/>
                <a:gd name="connsiteY6" fmla="*/ 619020 h 843271"/>
                <a:gd name="connsiteX7" fmla="*/ 4584630 w 6239630"/>
                <a:gd name="connsiteY7" fmla="*/ 669078 h 843271"/>
                <a:gd name="connsiteX8" fmla="*/ 1554968 w 6239630"/>
                <a:gd name="connsiteY8" fmla="*/ 811237 h 843271"/>
                <a:gd name="connsiteX9" fmla="*/ 708981 w 6239630"/>
                <a:gd name="connsiteY9" fmla="*/ 777245 h 843271"/>
                <a:gd name="connsiteX0" fmla="*/ 205060 w 5735709"/>
                <a:gd name="connsiteY0" fmla="*/ 777245 h 843271"/>
                <a:gd name="connsiteX1" fmla="*/ 60538 w 5735709"/>
                <a:gd name="connsiteY1" fmla="*/ 121640 h 843271"/>
                <a:gd name="connsiteX2" fmla="*/ 405319 w 5735709"/>
                <a:gd name="connsiteY2" fmla="*/ 162740 h 843271"/>
                <a:gd name="connsiteX3" fmla="*/ 3987642 w 5735709"/>
                <a:gd name="connsiteY3" fmla="*/ 10234 h 843271"/>
                <a:gd name="connsiteX4" fmla="*/ 5588695 w 5735709"/>
                <a:gd name="connsiteY4" fmla="*/ 81351 h 843271"/>
                <a:gd name="connsiteX5" fmla="*/ 5492717 w 5735709"/>
                <a:gd name="connsiteY5" fmla="*/ 619020 h 843271"/>
                <a:gd name="connsiteX6" fmla="*/ 4080709 w 5735709"/>
                <a:gd name="connsiteY6" fmla="*/ 669078 h 843271"/>
                <a:gd name="connsiteX7" fmla="*/ 1051047 w 5735709"/>
                <a:gd name="connsiteY7" fmla="*/ 811237 h 843271"/>
                <a:gd name="connsiteX8" fmla="*/ 205060 w 5735709"/>
                <a:gd name="connsiteY8" fmla="*/ 777245 h 843271"/>
                <a:gd name="connsiteX0" fmla="*/ 178464 w 5709113"/>
                <a:gd name="connsiteY0" fmla="*/ 777245 h 843271"/>
                <a:gd name="connsiteX1" fmla="*/ 378723 w 5709113"/>
                <a:gd name="connsiteY1" fmla="*/ 162740 h 843271"/>
                <a:gd name="connsiteX2" fmla="*/ 3961046 w 5709113"/>
                <a:gd name="connsiteY2" fmla="*/ 10234 h 843271"/>
                <a:gd name="connsiteX3" fmla="*/ 5562099 w 5709113"/>
                <a:gd name="connsiteY3" fmla="*/ 81351 h 843271"/>
                <a:gd name="connsiteX4" fmla="*/ 5466121 w 5709113"/>
                <a:gd name="connsiteY4" fmla="*/ 619020 h 843271"/>
                <a:gd name="connsiteX5" fmla="*/ 4054113 w 5709113"/>
                <a:gd name="connsiteY5" fmla="*/ 669078 h 843271"/>
                <a:gd name="connsiteX6" fmla="*/ 1024451 w 5709113"/>
                <a:gd name="connsiteY6" fmla="*/ 811237 h 843271"/>
                <a:gd name="connsiteX7" fmla="*/ 178464 w 5709113"/>
                <a:gd name="connsiteY7" fmla="*/ 777245 h 843271"/>
                <a:gd name="connsiteX0" fmla="*/ 615645 w 6146294"/>
                <a:gd name="connsiteY0" fmla="*/ 773321 h 835791"/>
                <a:gd name="connsiteX1" fmla="*/ 236784 w 6146294"/>
                <a:gd name="connsiteY1" fmla="*/ 105476 h 835791"/>
                <a:gd name="connsiteX2" fmla="*/ 4398227 w 6146294"/>
                <a:gd name="connsiteY2" fmla="*/ 6310 h 835791"/>
                <a:gd name="connsiteX3" fmla="*/ 5999280 w 6146294"/>
                <a:gd name="connsiteY3" fmla="*/ 77427 h 835791"/>
                <a:gd name="connsiteX4" fmla="*/ 5903302 w 6146294"/>
                <a:gd name="connsiteY4" fmla="*/ 615096 h 835791"/>
                <a:gd name="connsiteX5" fmla="*/ 4491294 w 6146294"/>
                <a:gd name="connsiteY5" fmla="*/ 665154 h 835791"/>
                <a:gd name="connsiteX6" fmla="*/ 1461632 w 6146294"/>
                <a:gd name="connsiteY6" fmla="*/ 807313 h 835791"/>
                <a:gd name="connsiteX7" fmla="*/ 615645 w 6146294"/>
                <a:gd name="connsiteY7" fmla="*/ 773321 h 835791"/>
                <a:gd name="connsiteX0" fmla="*/ 317956 w 6298185"/>
                <a:gd name="connsiteY0" fmla="*/ 697121 h 809146"/>
                <a:gd name="connsiteX1" fmla="*/ 388675 w 6298185"/>
                <a:gd name="connsiteY1" fmla="*/ 105476 h 809146"/>
                <a:gd name="connsiteX2" fmla="*/ 4550118 w 6298185"/>
                <a:gd name="connsiteY2" fmla="*/ 6310 h 809146"/>
                <a:gd name="connsiteX3" fmla="*/ 6151171 w 6298185"/>
                <a:gd name="connsiteY3" fmla="*/ 77427 h 809146"/>
                <a:gd name="connsiteX4" fmla="*/ 6055193 w 6298185"/>
                <a:gd name="connsiteY4" fmla="*/ 615096 h 809146"/>
                <a:gd name="connsiteX5" fmla="*/ 4643185 w 6298185"/>
                <a:gd name="connsiteY5" fmla="*/ 665154 h 809146"/>
                <a:gd name="connsiteX6" fmla="*/ 1613523 w 6298185"/>
                <a:gd name="connsiteY6" fmla="*/ 807313 h 809146"/>
                <a:gd name="connsiteX7" fmla="*/ 317956 w 6298185"/>
                <a:gd name="connsiteY7" fmla="*/ 697121 h 809146"/>
                <a:gd name="connsiteX0" fmla="*/ 346441 w 6326670"/>
                <a:gd name="connsiteY0" fmla="*/ 697121 h 749226"/>
                <a:gd name="connsiteX1" fmla="*/ 417160 w 6326670"/>
                <a:gd name="connsiteY1" fmla="*/ 105476 h 749226"/>
                <a:gd name="connsiteX2" fmla="*/ 4578603 w 6326670"/>
                <a:gd name="connsiteY2" fmla="*/ 6310 h 749226"/>
                <a:gd name="connsiteX3" fmla="*/ 6179656 w 6326670"/>
                <a:gd name="connsiteY3" fmla="*/ 77427 h 749226"/>
                <a:gd name="connsiteX4" fmla="*/ 6083678 w 6326670"/>
                <a:gd name="connsiteY4" fmla="*/ 615096 h 749226"/>
                <a:gd name="connsiteX5" fmla="*/ 4671670 w 6326670"/>
                <a:gd name="connsiteY5" fmla="*/ 665154 h 749226"/>
                <a:gd name="connsiteX6" fmla="*/ 2190648 w 6326670"/>
                <a:gd name="connsiteY6" fmla="*/ 715873 h 749226"/>
                <a:gd name="connsiteX7" fmla="*/ 346441 w 6326670"/>
                <a:gd name="connsiteY7" fmla="*/ 697121 h 749226"/>
                <a:gd name="connsiteX0" fmla="*/ 349609 w 6326572"/>
                <a:gd name="connsiteY0" fmla="*/ 658870 h 710975"/>
                <a:gd name="connsiteX1" fmla="*/ 420328 w 6326572"/>
                <a:gd name="connsiteY1" fmla="*/ 67225 h 710975"/>
                <a:gd name="connsiteX2" fmla="*/ 4627491 w 6326572"/>
                <a:gd name="connsiteY2" fmla="*/ 44259 h 710975"/>
                <a:gd name="connsiteX3" fmla="*/ 6182824 w 6326572"/>
                <a:gd name="connsiteY3" fmla="*/ 39176 h 710975"/>
                <a:gd name="connsiteX4" fmla="*/ 6086846 w 6326572"/>
                <a:gd name="connsiteY4" fmla="*/ 576845 h 710975"/>
                <a:gd name="connsiteX5" fmla="*/ 4674838 w 6326572"/>
                <a:gd name="connsiteY5" fmla="*/ 626903 h 710975"/>
                <a:gd name="connsiteX6" fmla="*/ 2193816 w 6326572"/>
                <a:gd name="connsiteY6" fmla="*/ 677622 h 710975"/>
                <a:gd name="connsiteX7" fmla="*/ 349609 w 6326572"/>
                <a:gd name="connsiteY7" fmla="*/ 658870 h 710975"/>
                <a:gd name="connsiteX0" fmla="*/ 349609 w 6302093"/>
                <a:gd name="connsiteY0" fmla="*/ 669028 h 753409"/>
                <a:gd name="connsiteX1" fmla="*/ 420328 w 6302093"/>
                <a:gd name="connsiteY1" fmla="*/ 77383 h 753409"/>
                <a:gd name="connsiteX2" fmla="*/ 4627491 w 6302093"/>
                <a:gd name="connsiteY2" fmla="*/ 54417 h 753409"/>
                <a:gd name="connsiteX3" fmla="*/ 6182824 w 6302093"/>
                <a:gd name="connsiteY3" fmla="*/ 49334 h 753409"/>
                <a:gd name="connsiteX4" fmla="*/ 6025886 w 6302093"/>
                <a:gd name="connsiteY4" fmla="*/ 724163 h 753409"/>
                <a:gd name="connsiteX5" fmla="*/ 4674838 w 6302093"/>
                <a:gd name="connsiteY5" fmla="*/ 637061 h 753409"/>
                <a:gd name="connsiteX6" fmla="*/ 2193816 w 6302093"/>
                <a:gd name="connsiteY6" fmla="*/ 687780 h 753409"/>
                <a:gd name="connsiteX7" fmla="*/ 349609 w 6302093"/>
                <a:gd name="connsiteY7" fmla="*/ 669028 h 753409"/>
                <a:gd name="connsiteX0" fmla="*/ 349609 w 6361421"/>
                <a:gd name="connsiteY0" fmla="*/ 649016 h 725012"/>
                <a:gd name="connsiteX1" fmla="*/ 420328 w 6361421"/>
                <a:gd name="connsiteY1" fmla="*/ 57371 h 725012"/>
                <a:gd name="connsiteX2" fmla="*/ 4627491 w 6361421"/>
                <a:gd name="connsiteY2" fmla="*/ 34405 h 725012"/>
                <a:gd name="connsiteX3" fmla="*/ 6259024 w 6361421"/>
                <a:gd name="connsiteY3" fmla="*/ 158862 h 725012"/>
                <a:gd name="connsiteX4" fmla="*/ 6025886 w 6361421"/>
                <a:gd name="connsiteY4" fmla="*/ 704151 h 725012"/>
                <a:gd name="connsiteX5" fmla="*/ 4674838 w 6361421"/>
                <a:gd name="connsiteY5" fmla="*/ 617049 h 725012"/>
                <a:gd name="connsiteX6" fmla="*/ 2193816 w 6361421"/>
                <a:gd name="connsiteY6" fmla="*/ 667768 h 725012"/>
                <a:gd name="connsiteX7" fmla="*/ 349609 w 6361421"/>
                <a:gd name="connsiteY7" fmla="*/ 649016 h 725012"/>
                <a:gd name="connsiteX0" fmla="*/ 349609 w 6363738"/>
                <a:gd name="connsiteY0" fmla="*/ 649016 h 701121"/>
                <a:gd name="connsiteX1" fmla="*/ 420328 w 6363738"/>
                <a:gd name="connsiteY1" fmla="*/ 57371 h 701121"/>
                <a:gd name="connsiteX2" fmla="*/ 4627491 w 6363738"/>
                <a:gd name="connsiteY2" fmla="*/ 34405 h 701121"/>
                <a:gd name="connsiteX3" fmla="*/ 6259024 w 6363738"/>
                <a:gd name="connsiteY3" fmla="*/ 158862 h 701121"/>
                <a:gd name="connsiteX4" fmla="*/ 6033506 w 6363738"/>
                <a:gd name="connsiteY4" fmla="*/ 666051 h 701121"/>
                <a:gd name="connsiteX5" fmla="*/ 4674838 w 6363738"/>
                <a:gd name="connsiteY5" fmla="*/ 617049 h 701121"/>
                <a:gd name="connsiteX6" fmla="*/ 2193816 w 6363738"/>
                <a:gd name="connsiteY6" fmla="*/ 667768 h 701121"/>
                <a:gd name="connsiteX7" fmla="*/ 349609 w 6363738"/>
                <a:gd name="connsiteY7" fmla="*/ 649016 h 701121"/>
                <a:gd name="connsiteX0" fmla="*/ 349609 w 6365036"/>
                <a:gd name="connsiteY0" fmla="*/ 649016 h 700128"/>
                <a:gd name="connsiteX1" fmla="*/ 420328 w 6365036"/>
                <a:gd name="connsiteY1" fmla="*/ 57371 h 700128"/>
                <a:gd name="connsiteX2" fmla="*/ 4627491 w 6365036"/>
                <a:gd name="connsiteY2" fmla="*/ 34405 h 700128"/>
                <a:gd name="connsiteX3" fmla="*/ 6259024 w 6365036"/>
                <a:gd name="connsiteY3" fmla="*/ 158862 h 700128"/>
                <a:gd name="connsiteX4" fmla="*/ 6033506 w 6365036"/>
                <a:gd name="connsiteY4" fmla="*/ 666051 h 700128"/>
                <a:gd name="connsiteX5" fmla="*/ 4636738 w 6365036"/>
                <a:gd name="connsiteY5" fmla="*/ 655149 h 700128"/>
                <a:gd name="connsiteX6" fmla="*/ 2193816 w 6365036"/>
                <a:gd name="connsiteY6" fmla="*/ 667768 h 700128"/>
                <a:gd name="connsiteX7" fmla="*/ 349609 w 6365036"/>
                <a:gd name="connsiteY7" fmla="*/ 649016 h 700128"/>
                <a:gd name="connsiteX0" fmla="*/ 150130 w 6165557"/>
                <a:gd name="connsiteY0" fmla="*/ 682470 h 736189"/>
                <a:gd name="connsiteX1" fmla="*/ 594229 w 6165557"/>
                <a:gd name="connsiteY1" fmla="*/ 45105 h 736189"/>
                <a:gd name="connsiteX2" fmla="*/ 4428012 w 6165557"/>
                <a:gd name="connsiteY2" fmla="*/ 67859 h 736189"/>
                <a:gd name="connsiteX3" fmla="*/ 6059545 w 6165557"/>
                <a:gd name="connsiteY3" fmla="*/ 192316 h 736189"/>
                <a:gd name="connsiteX4" fmla="*/ 5834027 w 6165557"/>
                <a:gd name="connsiteY4" fmla="*/ 699505 h 736189"/>
                <a:gd name="connsiteX5" fmla="*/ 4437259 w 6165557"/>
                <a:gd name="connsiteY5" fmla="*/ 688603 h 736189"/>
                <a:gd name="connsiteX6" fmla="*/ 1994337 w 6165557"/>
                <a:gd name="connsiteY6" fmla="*/ 701222 h 736189"/>
                <a:gd name="connsiteX7" fmla="*/ 150130 w 6165557"/>
                <a:gd name="connsiteY7" fmla="*/ 682470 h 736189"/>
                <a:gd name="connsiteX0" fmla="*/ 115291 w 6275498"/>
                <a:gd name="connsiteY0" fmla="*/ 641550 h 730762"/>
                <a:gd name="connsiteX1" fmla="*/ 704170 w 6275498"/>
                <a:gd name="connsiteY1" fmla="*/ 42285 h 730762"/>
                <a:gd name="connsiteX2" fmla="*/ 4537953 w 6275498"/>
                <a:gd name="connsiteY2" fmla="*/ 65039 h 730762"/>
                <a:gd name="connsiteX3" fmla="*/ 6169486 w 6275498"/>
                <a:gd name="connsiteY3" fmla="*/ 189496 h 730762"/>
                <a:gd name="connsiteX4" fmla="*/ 5943968 w 6275498"/>
                <a:gd name="connsiteY4" fmla="*/ 696685 h 730762"/>
                <a:gd name="connsiteX5" fmla="*/ 4547200 w 6275498"/>
                <a:gd name="connsiteY5" fmla="*/ 685783 h 730762"/>
                <a:gd name="connsiteX6" fmla="*/ 2104278 w 6275498"/>
                <a:gd name="connsiteY6" fmla="*/ 698402 h 730762"/>
                <a:gd name="connsiteX7" fmla="*/ 115291 w 6275498"/>
                <a:gd name="connsiteY7" fmla="*/ 641550 h 730762"/>
                <a:gd name="connsiteX0" fmla="*/ 158100 w 6318307"/>
                <a:gd name="connsiteY0" fmla="*/ 660061 h 749273"/>
                <a:gd name="connsiteX1" fmla="*/ 625059 w 6318307"/>
                <a:gd name="connsiteY1" fmla="*/ 37936 h 749273"/>
                <a:gd name="connsiteX2" fmla="*/ 4580762 w 6318307"/>
                <a:gd name="connsiteY2" fmla="*/ 83550 h 749273"/>
                <a:gd name="connsiteX3" fmla="*/ 6212295 w 6318307"/>
                <a:gd name="connsiteY3" fmla="*/ 208007 h 749273"/>
                <a:gd name="connsiteX4" fmla="*/ 5986777 w 6318307"/>
                <a:gd name="connsiteY4" fmla="*/ 715196 h 749273"/>
                <a:gd name="connsiteX5" fmla="*/ 4590009 w 6318307"/>
                <a:gd name="connsiteY5" fmla="*/ 704294 h 749273"/>
                <a:gd name="connsiteX6" fmla="*/ 2147087 w 6318307"/>
                <a:gd name="connsiteY6" fmla="*/ 716913 h 749273"/>
                <a:gd name="connsiteX7" fmla="*/ 158100 w 6318307"/>
                <a:gd name="connsiteY7" fmla="*/ 660061 h 749273"/>
                <a:gd name="connsiteX0" fmla="*/ 158100 w 6318307"/>
                <a:gd name="connsiteY0" fmla="*/ 660061 h 749273"/>
                <a:gd name="connsiteX1" fmla="*/ 625059 w 6318307"/>
                <a:gd name="connsiteY1" fmla="*/ 37936 h 749273"/>
                <a:gd name="connsiteX2" fmla="*/ 4580762 w 6318307"/>
                <a:gd name="connsiteY2" fmla="*/ 83550 h 749273"/>
                <a:gd name="connsiteX3" fmla="*/ 6212295 w 6318307"/>
                <a:gd name="connsiteY3" fmla="*/ 208007 h 749273"/>
                <a:gd name="connsiteX4" fmla="*/ 5986777 w 6318307"/>
                <a:gd name="connsiteY4" fmla="*/ 715196 h 749273"/>
                <a:gd name="connsiteX5" fmla="*/ 4590009 w 6318307"/>
                <a:gd name="connsiteY5" fmla="*/ 704294 h 749273"/>
                <a:gd name="connsiteX6" fmla="*/ 158100 w 6318307"/>
                <a:gd name="connsiteY6" fmla="*/ 660061 h 749273"/>
                <a:gd name="connsiteX0" fmla="*/ 145695 w 6305902"/>
                <a:gd name="connsiteY0" fmla="*/ 660061 h 790600"/>
                <a:gd name="connsiteX1" fmla="*/ 612654 w 6305902"/>
                <a:gd name="connsiteY1" fmla="*/ 37936 h 790600"/>
                <a:gd name="connsiteX2" fmla="*/ 4568357 w 6305902"/>
                <a:gd name="connsiteY2" fmla="*/ 83550 h 790600"/>
                <a:gd name="connsiteX3" fmla="*/ 6199890 w 6305902"/>
                <a:gd name="connsiteY3" fmla="*/ 208007 h 790600"/>
                <a:gd name="connsiteX4" fmla="*/ 5974372 w 6305902"/>
                <a:gd name="connsiteY4" fmla="*/ 715196 h 790600"/>
                <a:gd name="connsiteX5" fmla="*/ 4577604 w 6305902"/>
                <a:gd name="connsiteY5" fmla="*/ 704294 h 790600"/>
                <a:gd name="connsiteX6" fmla="*/ 145695 w 6305902"/>
                <a:gd name="connsiteY6" fmla="*/ 660061 h 790600"/>
                <a:gd name="connsiteX0" fmla="*/ 145695 w 6305902"/>
                <a:gd name="connsiteY0" fmla="*/ 660061 h 761778"/>
                <a:gd name="connsiteX1" fmla="*/ 612654 w 6305902"/>
                <a:gd name="connsiteY1" fmla="*/ 37936 h 761778"/>
                <a:gd name="connsiteX2" fmla="*/ 4568357 w 6305902"/>
                <a:gd name="connsiteY2" fmla="*/ 83550 h 761778"/>
                <a:gd name="connsiteX3" fmla="*/ 6199890 w 6305902"/>
                <a:gd name="connsiteY3" fmla="*/ 208007 h 761778"/>
                <a:gd name="connsiteX4" fmla="*/ 5974372 w 6305902"/>
                <a:gd name="connsiteY4" fmla="*/ 715196 h 761778"/>
                <a:gd name="connsiteX5" fmla="*/ 4577604 w 6305902"/>
                <a:gd name="connsiteY5" fmla="*/ 704294 h 761778"/>
                <a:gd name="connsiteX6" fmla="*/ 145695 w 6305902"/>
                <a:gd name="connsiteY6" fmla="*/ 660061 h 761778"/>
                <a:gd name="connsiteX0" fmla="*/ 145695 w 6305902"/>
                <a:gd name="connsiteY0" fmla="*/ 660061 h 759511"/>
                <a:gd name="connsiteX1" fmla="*/ 612654 w 6305902"/>
                <a:gd name="connsiteY1" fmla="*/ 37936 h 759511"/>
                <a:gd name="connsiteX2" fmla="*/ 4568357 w 6305902"/>
                <a:gd name="connsiteY2" fmla="*/ 83550 h 759511"/>
                <a:gd name="connsiteX3" fmla="*/ 6199890 w 6305902"/>
                <a:gd name="connsiteY3" fmla="*/ 208007 h 759511"/>
                <a:gd name="connsiteX4" fmla="*/ 5974372 w 6305902"/>
                <a:gd name="connsiteY4" fmla="*/ 715196 h 759511"/>
                <a:gd name="connsiteX5" fmla="*/ 4577604 w 6305902"/>
                <a:gd name="connsiteY5" fmla="*/ 704294 h 759511"/>
                <a:gd name="connsiteX6" fmla="*/ 145695 w 6305902"/>
                <a:gd name="connsiteY6" fmla="*/ 660061 h 759511"/>
                <a:gd name="connsiteX0" fmla="*/ 145695 w 6353656"/>
                <a:gd name="connsiteY0" fmla="*/ 660061 h 864844"/>
                <a:gd name="connsiteX1" fmla="*/ 612654 w 6353656"/>
                <a:gd name="connsiteY1" fmla="*/ 37936 h 864844"/>
                <a:gd name="connsiteX2" fmla="*/ 4568357 w 6353656"/>
                <a:gd name="connsiteY2" fmla="*/ 83550 h 864844"/>
                <a:gd name="connsiteX3" fmla="*/ 6199890 w 6353656"/>
                <a:gd name="connsiteY3" fmla="*/ 208007 h 864844"/>
                <a:gd name="connsiteX4" fmla="*/ 6101372 w 6353656"/>
                <a:gd name="connsiteY4" fmla="*/ 844325 h 864844"/>
                <a:gd name="connsiteX5" fmla="*/ 4577604 w 6353656"/>
                <a:gd name="connsiteY5" fmla="*/ 704294 h 864844"/>
                <a:gd name="connsiteX6" fmla="*/ 145695 w 6353656"/>
                <a:gd name="connsiteY6" fmla="*/ 660061 h 864844"/>
                <a:gd name="connsiteX0" fmla="*/ 145695 w 6305902"/>
                <a:gd name="connsiteY0" fmla="*/ 660061 h 936658"/>
                <a:gd name="connsiteX1" fmla="*/ 612654 w 6305902"/>
                <a:gd name="connsiteY1" fmla="*/ 37936 h 936658"/>
                <a:gd name="connsiteX2" fmla="*/ 4568357 w 6305902"/>
                <a:gd name="connsiteY2" fmla="*/ 83550 h 936658"/>
                <a:gd name="connsiteX3" fmla="*/ 6199890 w 6305902"/>
                <a:gd name="connsiteY3" fmla="*/ 208007 h 936658"/>
                <a:gd name="connsiteX4" fmla="*/ 5974372 w 6305902"/>
                <a:gd name="connsiteY4" fmla="*/ 920283 h 936658"/>
                <a:gd name="connsiteX5" fmla="*/ 4577604 w 6305902"/>
                <a:gd name="connsiteY5" fmla="*/ 704294 h 936658"/>
                <a:gd name="connsiteX6" fmla="*/ 145695 w 6305902"/>
                <a:gd name="connsiteY6" fmla="*/ 660061 h 936658"/>
                <a:gd name="connsiteX0" fmla="*/ 301714 w 6480492"/>
                <a:gd name="connsiteY0" fmla="*/ 660061 h 942033"/>
                <a:gd name="connsiteX1" fmla="*/ 768673 w 6480492"/>
                <a:gd name="connsiteY1" fmla="*/ 37936 h 942033"/>
                <a:gd name="connsiteX2" fmla="*/ 4724376 w 6480492"/>
                <a:gd name="connsiteY2" fmla="*/ 83550 h 942033"/>
                <a:gd name="connsiteX3" fmla="*/ 6355909 w 6480492"/>
                <a:gd name="connsiteY3" fmla="*/ 208007 h 942033"/>
                <a:gd name="connsiteX4" fmla="*/ 6130391 w 6480492"/>
                <a:gd name="connsiteY4" fmla="*/ 920283 h 942033"/>
                <a:gd name="connsiteX5" fmla="*/ 4244673 w 6480492"/>
                <a:gd name="connsiteY5" fmla="*/ 749869 h 942033"/>
                <a:gd name="connsiteX6" fmla="*/ 301714 w 6480492"/>
                <a:gd name="connsiteY6" fmla="*/ 660061 h 942033"/>
                <a:gd name="connsiteX0" fmla="*/ 308739 w 6483618"/>
                <a:gd name="connsiteY0" fmla="*/ 660061 h 942033"/>
                <a:gd name="connsiteX1" fmla="*/ 775698 w 6483618"/>
                <a:gd name="connsiteY1" fmla="*/ 37936 h 942033"/>
                <a:gd name="connsiteX2" fmla="*/ 4731401 w 6483618"/>
                <a:gd name="connsiteY2" fmla="*/ 83550 h 942033"/>
                <a:gd name="connsiteX3" fmla="*/ 6362934 w 6483618"/>
                <a:gd name="connsiteY3" fmla="*/ 208007 h 942033"/>
                <a:gd name="connsiteX4" fmla="*/ 6137416 w 6483618"/>
                <a:gd name="connsiteY4" fmla="*/ 920283 h 942033"/>
                <a:gd name="connsiteX5" fmla="*/ 4346948 w 6483618"/>
                <a:gd name="connsiteY5" fmla="*/ 749869 h 942033"/>
                <a:gd name="connsiteX6" fmla="*/ 308739 w 6483618"/>
                <a:gd name="connsiteY6" fmla="*/ 660061 h 942033"/>
                <a:gd name="connsiteX0" fmla="*/ 308739 w 6500577"/>
                <a:gd name="connsiteY0" fmla="*/ 660061 h 865601"/>
                <a:gd name="connsiteX1" fmla="*/ 775698 w 6500577"/>
                <a:gd name="connsiteY1" fmla="*/ 37936 h 865601"/>
                <a:gd name="connsiteX2" fmla="*/ 4731401 w 6500577"/>
                <a:gd name="connsiteY2" fmla="*/ 83550 h 865601"/>
                <a:gd name="connsiteX3" fmla="*/ 6362934 w 6500577"/>
                <a:gd name="connsiteY3" fmla="*/ 208007 h 865601"/>
                <a:gd name="connsiteX4" fmla="*/ 6181866 w 6500577"/>
                <a:gd name="connsiteY4" fmla="*/ 836728 h 865601"/>
                <a:gd name="connsiteX5" fmla="*/ 4346948 w 6500577"/>
                <a:gd name="connsiteY5" fmla="*/ 749869 h 865601"/>
                <a:gd name="connsiteX6" fmla="*/ 308739 w 6500577"/>
                <a:gd name="connsiteY6" fmla="*/ 660061 h 865601"/>
                <a:gd name="connsiteX0" fmla="*/ 300879 w 6524467"/>
                <a:gd name="connsiteY0" fmla="*/ 814941 h 873479"/>
                <a:gd name="connsiteX1" fmla="*/ 799588 w 6524467"/>
                <a:gd name="connsiteY1" fmla="*/ 48495 h 873479"/>
                <a:gd name="connsiteX2" fmla="*/ 4755291 w 6524467"/>
                <a:gd name="connsiteY2" fmla="*/ 94109 h 873479"/>
                <a:gd name="connsiteX3" fmla="*/ 6386824 w 6524467"/>
                <a:gd name="connsiteY3" fmla="*/ 218566 h 873479"/>
                <a:gd name="connsiteX4" fmla="*/ 6205756 w 6524467"/>
                <a:gd name="connsiteY4" fmla="*/ 847287 h 873479"/>
                <a:gd name="connsiteX5" fmla="*/ 4370838 w 6524467"/>
                <a:gd name="connsiteY5" fmla="*/ 760428 h 873479"/>
                <a:gd name="connsiteX6" fmla="*/ 300879 w 6524467"/>
                <a:gd name="connsiteY6" fmla="*/ 814941 h 873479"/>
                <a:gd name="connsiteX0" fmla="*/ 380534 w 6331072"/>
                <a:gd name="connsiteY0" fmla="*/ 814941 h 873479"/>
                <a:gd name="connsiteX1" fmla="*/ 606193 w 6331072"/>
                <a:gd name="connsiteY1" fmla="*/ 48495 h 873479"/>
                <a:gd name="connsiteX2" fmla="*/ 4561896 w 6331072"/>
                <a:gd name="connsiteY2" fmla="*/ 94109 h 873479"/>
                <a:gd name="connsiteX3" fmla="*/ 6193429 w 6331072"/>
                <a:gd name="connsiteY3" fmla="*/ 218566 h 873479"/>
                <a:gd name="connsiteX4" fmla="*/ 6012361 w 6331072"/>
                <a:gd name="connsiteY4" fmla="*/ 847287 h 873479"/>
                <a:gd name="connsiteX5" fmla="*/ 4177443 w 6331072"/>
                <a:gd name="connsiteY5" fmla="*/ 760428 h 873479"/>
                <a:gd name="connsiteX6" fmla="*/ 380534 w 6331072"/>
                <a:gd name="connsiteY6" fmla="*/ 814941 h 873479"/>
                <a:gd name="connsiteX0" fmla="*/ 380534 w 6331072"/>
                <a:gd name="connsiteY0" fmla="*/ 814941 h 877598"/>
                <a:gd name="connsiteX1" fmla="*/ 606193 w 6331072"/>
                <a:gd name="connsiteY1" fmla="*/ 48495 h 877598"/>
                <a:gd name="connsiteX2" fmla="*/ 4561896 w 6331072"/>
                <a:gd name="connsiteY2" fmla="*/ 94109 h 877598"/>
                <a:gd name="connsiteX3" fmla="*/ 6193429 w 6331072"/>
                <a:gd name="connsiteY3" fmla="*/ 218566 h 877598"/>
                <a:gd name="connsiteX4" fmla="*/ 6012361 w 6331072"/>
                <a:gd name="connsiteY4" fmla="*/ 847287 h 877598"/>
                <a:gd name="connsiteX5" fmla="*/ 4177443 w 6331072"/>
                <a:gd name="connsiteY5" fmla="*/ 760428 h 877598"/>
                <a:gd name="connsiteX6" fmla="*/ 380534 w 6331072"/>
                <a:gd name="connsiteY6" fmla="*/ 814941 h 877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31072" h="877598">
                  <a:moveTo>
                    <a:pt x="380534" y="814941"/>
                  </a:moveTo>
                  <a:cubicBezTo>
                    <a:pt x="-214674" y="696285"/>
                    <a:pt x="-90701" y="168634"/>
                    <a:pt x="606193" y="48495"/>
                  </a:cubicBezTo>
                  <a:cubicBezTo>
                    <a:pt x="1303087" y="-71644"/>
                    <a:pt x="3630690" y="65764"/>
                    <a:pt x="4561896" y="94109"/>
                  </a:cubicBezTo>
                  <a:cubicBezTo>
                    <a:pt x="5493102" y="122454"/>
                    <a:pt x="5951685" y="93036"/>
                    <a:pt x="6193429" y="218566"/>
                  </a:cubicBezTo>
                  <a:cubicBezTo>
                    <a:pt x="6435173" y="344096"/>
                    <a:pt x="6348359" y="756977"/>
                    <a:pt x="6012361" y="847287"/>
                  </a:cubicBezTo>
                  <a:cubicBezTo>
                    <a:pt x="5676363" y="937597"/>
                    <a:pt x="5115209" y="801245"/>
                    <a:pt x="4177443" y="760428"/>
                  </a:cubicBezTo>
                  <a:cubicBezTo>
                    <a:pt x="2133905" y="671482"/>
                    <a:pt x="975742" y="933597"/>
                    <a:pt x="380534" y="814941"/>
                  </a:cubicBezTo>
                  <a:close/>
                </a:path>
              </a:pathLst>
            </a:custGeom>
            <a:solidFill>
              <a:srgbClr val="535B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a:t>Illuminate</a:t>
              </a:r>
              <a:r>
                <a:rPr lang="zh-CN" altLang="en-US" sz="4000"/>
                <a:t> </a:t>
              </a:r>
              <a:r>
                <a:rPr lang="en-US" altLang="zh-CN" sz="4000"/>
                <a:t>Her</a:t>
              </a:r>
              <a:r>
                <a:rPr lang="zh-CN" altLang="en-US" sz="4000"/>
                <a:t> </a:t>
              </a:r>
              <a:r>
                <a:rPr lang="en-US" altLang="zh-CN" sz="4000"/>
                <a:t>Health</a:t>
              </a:r>
              <a:endParaRPr lang="en-CN" sz="4000"/>
            </a:p>
          </p:txBody>
        </p:sp>
        <p:sp>
          <p:nvSpPr>
            <p:cNvPr id="476" name="文本框 475">
              <a:extLst>
                <a:ext uri="{FF2B5EF4-FFF2-40B4-BE49-F238E27FC236}">
                  <a16:creationId xmlns:a16="http://schemas.microsoft.com/office/drawing/2014/main" id="{7D8C802B-2696-300B-01DB-C3CA2E461B52}"/>
                </a:ext>
              </a:extLst>
            </p:cNvPr>
            <p:cNvSpPr txBox="1"/>
            <p:nvPr/>
          </p:nvSpPr>
          <p:spPr>
            <a:xfrm>
              <a:off x="3914742" y="3491563"/>
              <a:ext cx="184731" cy="338554"/>
            </a:xfrm>
            <a:prstGeom prst="rect">
              <a:avLst/>
            </a:prstGeom>
            <a:noFill/>
          </p:spPr>
          <p:txBody>
            <a:bodyPr wrap="none" rtlCol="0">
              <a:spAutoFit/>
            </a:bodyPr>
            <a:lstStyle/>
            <a:p>
              <a:endParaRPr lang="zh-CN" altLang="en-US" sz="1600" b="1">
                <a:solidFill>
                  <a:schemeClr val="bg1"/>
                </a:solidFill>
              </a:endParaRPr>
            </a:p>
          </p:txBody>
        </p:sp>
      </p:grpSp>
    </p:spTree>
    <p:extLst>
      <p:ext uri="{BB962C8B-B14F-4D97-AF65-F5344CB8AC3E}">
        <p14:creationId xmlns:p14="http://schemas.microsoft.com/office/powerpoint/2010/main" val="1937041550"/>
      </p:ext>
    </p:ext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2424BF9-D10A-4DF1-B832-FCD98EFEB9B6}"/>
            </a:ext>
          </a:extLst>
        </p:cNvPr>
        <p:cNvGrpSpPr/>
        <p:nvPr/>
      </p:nvGrpSpPr>
      <p:grpSpPr>
        <a:xfrm>
          <a:off x="0" y="0"/>
          <a:ext cx="0" cy="0"/>
          <a:chOff x="0" y="0"/>
          <a:chExt cx="0" cy="0"/>
        </a:xfrm>
      </p:grpSpPr>
      <p:pic>
        <p:nvPicPr>
          <p:cNvPr id="1026" name="Picture 2" descr="Chalmers tekniska högskola - Vetenskap &amp; Allmänhet">
            <a:extLst>
              <a:ext uri="{FF2B5EF4-FFF2-40B4-BE49-F238E27FC236}">
                <a16:creationId xmlns:a16="http://schemas.microsoft.com/office/drawing/2014/main" id="{87886037-C06E-C83E-025D-24DEB328AA7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1514" t="1" r="21792" b="2134"/>
          <a:stretch>
            <a:fillRect/>
          </a:stretch>
        </p:blipFill>
        <p:spPr bwMode="auto">
          <a:xfrm>
            <a:off x="10082812" y="1196656"/>
            <a:ext cx="1397666" cy="1463041"/>
          </a:xfrm>
          <a:prstGeom prst="rect">
            <a:avLst/>
          </a:prstGeom>
          <a:noFill/>
          <a:extLst>
            <a:ext uri="{909E8E84-426E-40DD-AFC4-6F175D3DCCD1}">
              <a14:hiddenFill xmlns:a14="http://schemas.microsoft.com/office/drawing/2010/main">
                <a:solidFill>
                  <a:srgbClr val="FFFFFF"/>
                </a:solidFill>
              </a14:hiddenFill>
            </a:ext>
          </a:extLst>
        </p:spPr>
      </p:pic>
      <p:sp>
        <p:nvSpPr>
          <p:cNvPr id="10" name="矩形 9"/>
          <p:cNvSpPr/>
          <p:nvPr/>
        </p:nvSpPr>
        <p:spPr>
          <a:xfrm>
            <a:off x="1066066" y="2740996"/>
            <a:ext cx="10296525" cy="186754"/>
          </a:xfrm>
          <a:prstGeom prst="rect">
            <a:avLst/>
          </a:prstGeom>
          <a:solidFill>
            <a:srgbClr val="A1B4D5"/>
          </a:solidFill>
          <a:ln w="9525" cap="flat" cmpd="sng" algn="ctr">
            <a:noFill/>
            <a:prstDash val="solid"/>
            <a:miter lim="800000"/>
          </a:ln>
          <a:effectLst/>
        </p:spPr>
        <p:txBody>
          <a:bodyPr rtlCol="0" anchor="ctr"/>
          <a:lstStyle/>
          <a:p>
            <a:pPr algn="ctr"/>
            <a:endParaRPr lang="zh-CN" altLang="en-US" sz="2000">
              <a:latin typeface="+mn-ea"/>
              <a:cs typeface="+mn-ea"/>
              <a:sym typeface="+mn-lt"/>
            </a:endParaRPr>
          </a:p>
        </p:txBody>
      </p:sp>
      <p:sp>
        <p:nvSpPr>
          <p:cNvPr id="5" name="矩形 4"/>
          <p:cNvSpPr/>
          <p:nvPr/>
        </p:nvSpPr>
        <p:spPr>
          <a:xfrm>
            <a:off x="1082146" y="2919895"/>
            <a:ext cx="10296525" cy="3285649"/>
          </a:xfrm>
          <a:prstGeom prst="rect">
            <a:avLst/>
          </a:prstGeom>
          <a:solidFill>
            <a:srgbClr val="A1B4D5">
              <a:alpha val="11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 name="文本框 12">
            <a:extLst>
              <a:ext uri="{FF2B5EF4-FFF2-40B4-BE49-F238E27FC236}">
                <a16:creationId xmlns:a16="http://schemas.microsoft.com/office/drawing/2014/main" id="{43149079-B535-F488-D0A9-4E8D30389019}"/>
              </a:ext>
            </a:extLst>
          </p:cNvPr>
          <p:cNvSpPr txBox="1"/>
          <p:nvPr/>
        </p:nvSpPr>
        <p:spPr>
          <a:xfrm>
            <a:off x="917989" y="1304433"/>
            <a:ext cx="9454314" cy="1323439"/>
          </a:xfrm>
          <a:prstGeom prst="rect">
            <a:avLst/>
          </a:prstGeom>
          <a:noFill/>
        </p:spPr>
        <p:txBody>
          <a:bodyPr wrap="square" lIns="91440" tIns="45720" rIns="91440" bIns="45720" anchor="t">
            <a:spAutoFit/>
          </a:bodyPr>
          <a:lstStyle>
            <a:defPPr>
              <a:defRPr lang="zh-CN"/>
            </a:defPPr>
            <a:lvl1pPr>
              <a:lnSpc>
                <a:spcPct val="150000"/>
              </a:lnSpc>
              <a:defRPr sz="1100" b="0" i="0">
                <a:solidFill>
                  <a:schemeClr val="bg1">
                    <a:lumMod val="50000"/>
                  </a:schemeClr>
                </a:solidFill>
                <a:effectLst/>
                <a:latin typeface="HarmonyOS Sans SC Light" panose="00000400000000000000" pitchFamily="2" charset="-122"/>
                <a:ea typeface="阿里巴巴普惠体 2.0 55 Regular" panose="00020600040101010101" pitchFamily="18" charset="-122"/>
                <a:cs typeface="阿里巴巴普惠体 2.0 55 Regular" panose="00020600040101010101" pitchFamily="18" charset="-122"/>
              </a:defRPr>
            </a:lvl1pPr>
          </a:lstStyle>
          <a:p>
            <a:pPr>
              <a:lnSpc>
                <a:spcPct val="100000"/>
              </a:lnSpc>
            </a:pPr>
            <a:r>
              <a:rPr lang="sv-SE" altLang="zh-CN" sz="2000">
                <a:solidFill>
                  <a:schemeClr val="tx1"/>
                </a:solidFill>
                <a:latin typeface="+mn-lt"/>
              </a:rPr>
              <a:t>A cross-</a:t>
            </a:r>
            <a:r>
              <a:rPr lang="sv-SE" altLang="zh-CN" sz="2000" err="1">
                <a:solidFill>
                  <a:schemeClr val="tx1"/>
                </a:solidFill>
                <a:latin typeface="+mn-lt"/>
              </a:rPr>
              <a:t>disciplinary</a:t>
            </a:r>
            <a:r>
              <a:rPr lang="sv-SE" altLang="zh-CN" sz="2000">
                <a:solidFill>
                  <a:schemeClr val="tx1"/>
                </a:solidFill>
                <a:latin typeface="+mn-lt"/>
              </a:rPr>
              <a:t> team </a:t>
            </a:r>
            <a:r>
              <a:rPr lang="sv-SE" altLang="zh-CN" sz="2000" err="1">
                <a:solidFill>
                  <a:schemeClr val="tx1"/>
                </a:solidFill>
                <a:latin typeface="+mn-lt"/>
              </a:rPr>
              <a:t>with</a:t>
            </a:r>
            <a:r>
              <a:rPr lang="sv-SE" altLang="zh-CN" sz="2000">
                <a:solidFill>
                  <a:schemeClr val="tx1"/>
                </a:solidFill>
                <a:latin typeface="+mn-lt"/>
              </a:rPr>
              <a:t> </a:t>
            </a:r>
            <a:r>
              <a:rPr lang="sv-SE" altLang="zh-CN" sz="2000" err="1">
                <a:solidFill>
                  <a:schemeClr val="tx1"/>
                </a:solidFill>
                <a:latin typeface="+mn-lt"/>
              </a:rPr>
              <a:t>backgrounds</a:t>
            </a:r>
            <a:r>
              <a:rPr lang="sv-SE" altLang="zh-CN" sz="2000">
                <a:solidFill>
                  <a:schemeClr val="tx1"/>
                </a:solidFill>
                <a:latin typeface="+mn-lt"/>
              </a:rPr>
              <a:t> in </a:t>
            </a:r>
            <a:r>
              <a:rPr lang="sv-SE" altLang="zh-CN" sz="2000" b="1">
                <a:solidFill>
                  <a:schemeClr val="tx1"/>
                </a:solidFill>
                <a:latin typeface="+mn-lt"/>
              </a:rPr>
              <a:t>Biomedical, Computer Science, and AI</a:t>
            </a:r>
            <a:r>
              <a:rPr lang="sv-SE" altLang="zh-CN" sz="2000">
                <a:solidFill>
                  <a:schemeClr val="tx1"/>
                </a:solidFill>
                <a:latin typeface="+mn-lt"/>
              </a:rPr>
              <a:t>.</a:t>
            </a:r>
            <a:r>
              <a:rPr lang="sv-SE" altLang="zh-CN" sz="2000">
                <a:latin typeface="+mn-lt"/>
              </a:rPr>
              <a:t> </a:t>
            </a:r>
          </a:p>
          <a:p>
            <a:pPr>
              <a:lnSpc>
                <a:spcPct val="100000"/>
              </a:lnSpc>
            </a:pPr>
            <a:endParaRPr lang="sv-SE" altLang="zh-CN" sz="2000">
              <a:solidFill>
                <a:schemeClr val="tx1"/>
              </a:solidFill>
              <a:latin typeface="+mn-lt"/>
            </a:endParaRPr>
          </a:p>
          <a:p>
            <a:pPr>
              <a:lnSpc>
                <a:spcPct val="100000"/>
              </a:lnSpc>
            </a:pPr>
            <a:r>
              <a:rPr lang="sv-SE" altLang="zh-CN" sz="2000" err="1">
                <a:solidFill>
                  <a:schemeClr val="tx1"/>
                </a:solidFill>
                <a:latin typeface="+mn-lt"/>
              </a:rPr>
              <a:t>Our</a:t>
            </a:r>
            <a:r>
              <a:rPr lang="sv-SE" altLang="zh-CN" sz="2000">
                <a:solidFill>
                  <a:schemeClr val="tx1"/>
                </a:solidFill>
                <a:latin typeface="+mn-lt"/>
              </a:rPr>
              <a:t> </a:t>
            </a:r>
            <a:r>
              <a:rPr lang="sv-SE" altLang="zh-CN" sz="2000" err="1">
                <a:solidFill>
                  <a:schemeClr val="tx1"/>
                </a:solidFill>
                <a:latin typeface="+mn-lt"/>
              </a:rPr>
              <a:t>prototype</a:t>
            </a:r>
            <a:r>
              <a:rPr lang="sv-SE" altLang="zh-CN" sz="2000">
                <a:solidFill>
                  <a:schemeClr val="tx1"/>
                </a:solidFill>
                <a:latin typeface="+mn-lt"/>
              </a:rPr>
              <a:t> is a </a:t>
            </a:r>
            <a:r>
              <a:rPr lang="sv-SE" altLang="zh-CN" sz="2000" err="1">
                <a:solidFill>
                  <a:schemeClr val="tx1"/>
                </a:solidFill>
                <a:latin typeface="+mn-lt"/>
              </a:rPr>
              <a:t>tool</a:t>
            </a:r>
            <a:r>
              <a:rPr lang="sv-SE" altLang="zh-CN" sz="2000">
                <a:solidFill>
                  <a:schemeClr val="tx1"/>
                </a:solidFill>
                <a:latin typeface="+mn-lt"/>
              </a:rPr>
              <a:t> </a:t>
            </a:r>
            <a:r>
              <a:rPr lang="sv-SE" altLang="zh-CN" sz="2000" i="1" err="1">
                <a:solidFill>
                  <a:schemeClr val="tx1"/>
                </a:solidFill>
                <a:latin typeface="+mn-lt"/>
              </a:rPr>
              <a:t>built</a:t>
            </a:r>
            <a:r>
              <a:rPr lang="sv-SE" altLang="zh-CN" sz="2000" i="1">
                <a:solidFill>
                  <a:schemeClr val="tx1"/>
                </a:solidFill>
                <a:latin typeface="+mn-lt"/>
              </a:rPr>
              <a:t> by </a:t>
            </a:r>
            <a:r>
              <a:rPr lang="sv-SE" altLang="zh-CN" sz="2000" i="1" err="1">
                <a:solidFill>
                  <a:schemeClr val="tx1"/>
                </a:solidFill>
                <a:latin typeface="+mn-lt"/>
              </a:rPr>
              <a:t>woman</a:t>
            </a:r>
            <a:r>
              <a:rPr lang="sv-SE" altLang="zh-CN" sz="2000" i="1">
                <a:solidFill>
                  <a:schemeClr val="tx1"/>
                </a:solidFill>
                <a:latin typeface="+mn-lt"/>
              </a:rPr>
              <a:t>, for </a:t>
            </a:r>
            <a:r>
              <a:rPr lang="sv-SE" altLang="zh-CN" sz="2000" i="1" err="1">
                <a:solidFill>
                  <a:schemeClr val="tx1"/>
                </a:solidFill>
                <a:latin typeface="+mn-lt"/>
              </a:rPr>
              <a:t>women’s</a:t>
            </a:r>
            <a:r>
              <a:rPr lang="sv-SE" altLang="zh-CN" sz="2000" i="1">
                <a:solidFill>
                  <a:schemeClr val="tx1"/>
                </a:solidFill>
                <a:latin typeface="+mn-lt"/>
              </a:rPr>
              <a:t> </a:t>
            </a:r>
            <a:r>
              <a:rPr lang="sv-SE" altLang="zh-CN" sz="2000" i="1" err="1">
                <a:solidFill>
                  <a:schemeClr val="tx1"/>
                </a:solidFill>
                <a:latin typeface="+mn-lt"/>
              </a:rPr>
              <a:t>health</a:t>
            </a:r>
            <a:r>
              <a:rPr lang="sv-SE" altLang="zh-CN" sz="2000">
                <a:solidFill>
                  <a:schemeClr val="tx1"/>
                </a:solidFill>
                <a:latin typeface="+mn-lt"/>
              </a:rPr>
              <a:t>: </a:t>
            </a:r>
            <a:r>
              <a:rPr lang="sv-SE" altLang="zh-CN" sz="2000" err="1">
                <a:solidFill>
                  <a:schemeClr val="tx1"/>
                </a:solidFill>
                <a:latin typeface="+mn-lt"/>
              </a:rPr>
              <a:t>we</a:t>
            </a:r>
            <a:r>
              <a:rPr lang="sv-SE" altLang="zh-CN" sz="2000">
                <a:solidFill>
                  <a:schemeClr val="tx1"/>
                </a:solidFill>
                <a:latin typeface="+mn-lt"/>
              </a:rPr>
              <a:t> </a:t>
            </a:r>
            <a:r>
              <a:rPr lang="sv-SE" altLang="zh-CN" sz="2000" err="1">
                <a:solidFill>
                  <a:schemeClr val="tx1"/>
                </a:solidFill>
                <a:latin typeface="+mn-lt"/>
              </a:rPr>
              <a:t>combine</a:t>
            </a:r>
            <a:r>
              <a:rPr lang="sv-SE" altLang="zh-CN" sz="2000">
                <a:solidFill>
                  <a:schemeClr val="tx1"/>
                </a:solidFill>
                <a:latin typeface="+mn-lt"/>
              </a:rPr>
              <a:t> </a:t>
            </a:r>
            <a:r>
              <a:rPr lang="sv-SE" altLang="zh-CN" sz="2000" err="1">
                <a:solidFill>
                  <a:schemeClr val="tx1"/>
                </a:solidFill>
                <a:latin typeface="+mn-lt"/>
              </a:rPr>
              <a:t>technical</a:t>
            </a:r>
            <a:r>
              <a:rPr lang="sv-SE" altLang="zh-CN" sz="2000">
                <a:solidFill>
                  <a:schemeClr val="tx1"/>
                </a:solidFill>
                <a:latin typeface="+mn-lt"/>
              </a:rPr>
              <a:t> </a:t>
            </a:r>
            <a:r>
              <a:rPr lang="sv-SE" altLang="zh-CN" sz="2000" err="1">
                <a:solidFill>
                  <a:schemeClr val="tx1"/>
                </a:solidFill>
                <a:latin typeface="+mn-lt"/>
              </a:rPr>
              <a:t>excellence</a:t>
            </a:r>
            <a:r>
              <a:rPr lang="sv-SE" altLang="zh-CN" sz="2000">
                <a:solidFill>
                  <a:schemeClr val="tx1"/>
                </a:solidFill>
                <a:latin typeface="+mn-lt"/>
              </a:rPr>
              <a:t> </a:t>
            </a:r>
            <a:r>
              <a:rPr lang="sv-SE" altLang="zh-CN" sz="2000" err="1">
                <a:solidFill>
                  <a:schemeClr val="tx1"/>
                </a:solidFill>
                <a:latin typeface="+mn-lt"/>
              </a:rPr>
              <a:t>with</a:t>
            </a:r>
            <a:r>
              <a:rPr lang="sv-SE" altLang="zh-CN" sz="2000">
                <a:solidFill>
                  <a:schemeClr val="tx1"/>
                </a:solidFill>
                <a:latin typeface="+mn-lt"/>
              </a:rPr>
              <a:t> </a:t>
            </a:r>
            <a:r>
              <a:rPr lang="sv-SE" altLang="zh-CN" sz="2000" err="1">
                <a:solidFill>
                  <a:schemeClr val="tx1"/>
                </a:solidFill>
                <a:latin typeface="+mn-lt"/>
              </a:rPr>
              <a:t>medical</a:t>
            </a:r>
            <a:r>
              <a:rPr lang="sv-SE" altLang="zh-CN" sz="2000">
                <a:solidFill>
                  <a:schemeClr val="tx1"/>
                </a:solidFill>
                <a:latin typeface="+mn-lt"/>
              </a:rPr>
              <a:t> precision to </a:t>
            </a:r>
            <a:r>
              <a:rPr lang="sv-SE" altLang="zh-CN" sz="2000" err="1">
                <a:solidFill>
                  <a:schemeClr val="tx1"/>
                </a:solidFill>
                <a:latin typeface="+mn-lt"/>
              </a:rPr>
              <a:t>solve</a:t>
            </a:r>
            <a:r>
              <a:rPr lang="sv-SE" altLang="zh-CN" sz="2000">
                <a:solidFill>
                  <a:schemeClr val="tx1"/>
                </a:solidFill>
                <a:latin typeface="+mn-lt"/>
              </a:rPr>
              <a:t> the </a:t>
            </a:r>
            <a:r>
              <a:rPr lang="sv-SE" altLang="zh-CN" sz="2000" err="1">
                <a:solidFill>
                  <a:schemeClr val="tx1"/>
                </a:solidFill>
                <a:latin typeface="+mn-lt"/>
              </a:rPr>
              <a:t>health</a:t>
            </a:r>
            <a:r>
              <a:rPr lang="sv-SE" altLang="zh-CN" sz="2000">
                <a:solidFill>
                  <a:schemeClr val="tx1"/>
                </a:solidFill>
                <a:latin typeface="+mn-lt"/>
              </a:rPr>
              <a:t> </a:t>
            </a:r>
            <a:r>
              <a:rPr lang="sv-SE" altLang="zh-CN" sz="2000" err="1">
                <a:solidFill>
                  <a:schemeClr val="tx1"/>
                </a:solidFill>
                <a:latin typeface="+mn-lt"/>
              </a:rPr>
              <a:t>challenges</a:t>
            </a:r>
            <a:r>
              <a:rPr lang="sv-SE" altLang="zh-CN" sz="2000">
                <a:solidFill>
                  <a:schemeClr val="tx1"/>
                </a:solidFill>
                <a:latin typeface="+mn-lt"/>
              </a:rPr>
              <a:t> </a:t>
            </a:r>
            <a:r>
              <a:rPr lang="sv-SE" altLang="zh-CN" sz="2000" err="1">
                <a:solidFill>
                  <a:schemeClr val="tx1"/>
                </a:solidFill>
                <a:latin typeface="+mn-lt"/>
              </a:rPr>
              <a:t>we</a:t>
            </a:r>
            <a:r>
              <a:rPr lang="sv-SE" altLang="zh-CN" sz="2000">
                <a:solidFill>
                  <a:schemeClr val="tx1"/>
                </a:solidFill>
                <a:latin typeface="+mn-lt"/>
              </a:rPr>
              <a:t> </a:t>
            </a:r>
            <a:r>
              <a:rPr lang="sv-SE" altLang="zh-CN" sz="2000" err="1">
                <a:solidFill>
                  <a:schemeClr val="tx1"/>
                </a:solidFill>
                <a:latin typeface="+mn-lt"/>
              </a:rPr>
              <a:t>truly</a:t>
            </a:r>
            <a:r>
              <a:rPr lang="sv-SE" altLang="zh-CN" sz="2000">
                <a:solidFill>
                  <a:schemeClr val="tx1"/>
                </a:solidFill>
                <a:latin typeface="+mn-lt"/>
              </a:rPr>
              <a:t> understand.</a:t>
            </a:r>
            <a:r>
              <a:rPr lang="zh-CN" altLang="en-US" sz="2000">
                <a:solidFill>
                  <a:schemeClr val="tx1"/>
                </a:solidFill>
                <a:latin typeface="+mn-lt"/>
              </a:rPr>
              <a:t>  </a:t>
            </a:r>
            <a:endParaRPr lang="sv-SE" altLang="zh-CN" sz="2000">
              <a:solidFill>
                <a:schemeClr val="tx1"/>
              </a:solidFill>
              <a:latin typeface="+mn-lt"/>
            </a:endParaRPr>
          </a:p>
        </p:txBody>
      </p:sp>
      <p:grpSp>
        <p:nvGrpSpPr>
          <p:cNvPr id="20" name="组合 1">
            <a:extLst>
              <a:ext uri="{FF2B5EF4-FFF2-40B4-BE49-F238E27FC236}">
                <a16:creationId xmlns:a16="http://schemas.microsoft.com/office/drawing/2014/main" id="{D38C1B6F-28EF-DD66-6675-5FD3B711F98C}"/>
              </a:ext>
            </a:extLst>
          </p:cNvPr>
          <p:cNvGrpSpPr/>
          <p:nvPr/>
        </p:nvGrpSpPr>
        <p:grpSpPr>
          <a:xfrm>
            <a:off x="701743" y="5168018"/>
            <a:ext cx="2247749" cy="805185"/>
            <a:chOff x="4759150" y="4844059"/>
            <a:chExt cx="2247749" cy="633605"/>
          </a:xfrm>
        </p:grpSpPr>
        <p:sp>
          <p:nvSpPr>
            <p:cNvPr id="21" name="矩形 3">
              <a:extLst>
                <a:ext uri="{FF2B5EF4-FFF2-40B4-BE49-F238E27FC236}">
                  <a16:creationId xmlns:a16="http://schemas.microsoft.com/office/drawing/2014/main" id="{9DED9DFA-010D-DD10-B01A-1DBD332CDD68}"/>
                </a:ext>
              </a:extLst>
            </p:cNvPr>
            <p:cNvSpPr/>
            <p:nvPr/>
          </p:nvSpPr>
          <p:spPr>
            <a:xfrm>
              <a:off x="4901583" y="4844059"/>
              <a:ext cx="1946151" cy="620826"/>
            </a:xfrm>
            <a:prstGeom prst="rect">
              <a:avLst/>
            </a:prstGeom>
            <a:solidFill>
              <a:srgbClr val="E09292"/>
            </a:solidFill>
            <a:ln>
              <a:noFill/>
            </a:ln>
            <a:effectLst/>
          </p:spPr>
          <p:txBody>
            <a:bodyPr lIns="0" tIns="0" rIns="0" bIns="0" rtlCol="0" anchor="ctr"/>
            <a:lstStyle/>
            <a:p>
              <a:pPr algn="ctr"/>
              <a:endParaRPr lang="zh-CN" altLang="en-US" sz="3000" b="1">
                <a:solidFill>
                  <a:schemeClr val="bg1"/>
                </a:solidFill>
                <a:cs typeface="+mn-ea"/>
                <a:sym typeface="+mn-lt"/>
              </a:endParaRPr>
            </a:p>
          </p:txBody>
        </p:sp>
        <p:sp>
          <p:nvSpPr>
            <p:cNvPr id="22" name="文本框 6">
              <a:extLst>
                <a:ext uri="{FF2B5EF4-FFF2-40B4-BE49-F238E27FC236}">
                  <a16:creationId xmlns:a16="http://schemas.microsoft.com/office/drawing/2014/main" id="{1A2EC777-D79C-50B2-076E-0D044E60A785}"/>
                </a:ext>
              </a:extLst>
            </p:cNvPr>
            <p:cNvSpPr txBox="1"/>
            <p:nvPr/>
          </p:nvSpPr>
          <p:spPr>
            <a:xfrm>
              <a:off x="5099465" y="5102873"/>
              <a:ext cx="1591792" cy="374791"/>
            </a:xfrm>
            <a:prstGeom prst="rect">
              <a:avLst/>
            </a:prstGeom>
            <a:noFill/>
            <a:effectLst/>
          </p:spPr>
          <p:txBody>
            <a:bodyPr wrap="square" rtlCol="0">
              <a:spAutoFit/>
            </a:bodyPr>
            <a:lstStyle/>
            <a:p>
              <a:pPr algn="ctr">
                <a:lnSpc>
                  <a:spcPct val="130000"/>
                </a:lnSpc>
              </a:pPr>
              <a:r>
                <a:rPr lang="en-US" altLang="zh-CN" sz="1000">
                  <a:solidFill>
                    <a:schemeClr val="bg1"/>
                  </a:solidFill>
                  <a:cs typeface="+mn-ea"/>
                  <a:sym typeface="+mn-lt"/>
                </a:rPr>
                <a:t>Biomedical</a:t>
              </a:r>
              <a:r>
                <a:rPr lang="zh-CN" altLang="en-US" sz="1000">
                  <a:solidFill>
                    <a:schemeClr val="bg1"/>
                  </a:solidFill>
                  <a:cs typeface="+mn-ea"/>
                  <a:sym typeface="+mn-lt"/>
                </a:rPr>
                <a:t> </a:t>
              </a:r>
              <a:r>
                <a:rPr lang="en-US" altLang="zh-CN" sz="1000">
                  <a:solidFill>
                    <a:schemeClr val="bg1"/>
                  </a:solidFill>
                  <a:cs typeface="+mn-ea"/>
                  <a:sym typeface="+mn-lt"/>
                </a:rPr>
                <a:t>Engineering</a:t>
              </a:r>
              <a:r>
                <a:rPr lang="zh-CN" altLang="en-US" sz="1000">
                  <a:solidFill>
                    <a:schemeClr val="bg1"/>
                  </a:solidFill>
                  <a:cs typeface="+mn-ea"/>
                  <a:sym typeface="+mn-lt"/>
                </a:rPr>
                <a:t>，</a:t>
              </a:r>
              <a:endParaRPr lang="en-US" altLang="zh-CN" sz="1000">
                <a:solidFill>
                  <a:schemeClr val="bg1"/>
                </a:solidFill>
                <a:cs typeface="+mn-ea"/>
                <a:sym typeface="+mn-lt"/>
              </a:endParaRPr>
            </a:p>
            <a:p>
              <a:pPr algn="ctr">
                <a:lnSpc>
                  <a:spcPct val="130000"/>
                </a:lnSpc>
              </a:pPr>
              <a:r>
                <a:rPr lang="en-US" altLang="zh-CN" sz="1000">
                  <a:solidFill>
                    <a:schemeClr val="bg1"/>
                  </a:solidFill>
                  <a:cs typeface="+mn-ea"/>
                  <a:sym typeface="+mn-lt"/>
                </a:rPr>
                <a:t>MSc</a:t>
              </a:r>
            </a:p>
          </p:txBody>
        </p:sp>
        <p:sp>
          <p:nvSpPr>
            <p:cNvPr id="23" name="文本框 7">
              <a:extLst>
                <a:ext uri="{FF2B5EF4-FFF2-40B4-BE49-F238E27FC236}">
                  <a16:creationId xmlns:a16="http://schemas.microsoft.com/office/drawing/2014/main" id="{45B86F59-AB52-48A7-A8D5-A3ABD3B61B34}"/>
                </a:ext>
              </a:extLst>
            </p:cNvPr>
            <p:cNvSpPr txBox="1"/>
            <p:nvPr/>
          </p:nvSpPr>
          <p:spPr>
            <a:xfrm>
              <a:off x="4759150" y="4856373"/>
              <a:ext cx="2247749" cy="275190"/>
            </a:xfrm>
            <a:prstGeom prst="rect">
              <a:avLst/>
            </a:prstGeom>
            <a:noFill/>
            <a:effectLst/>
          </p:spPr>
          <p:txBody>
            <a:bodyPr wrap="square" rtlCol="0">
              <a:spAutoFit/>
            </a:bodyPr>
            <a:lstStyle/>
            <a:p>
              <a:pPr algn="ctr">
                <a:lnSpc>
                  <a:spcPct val="130000"/>
                </a:lnSpc>
              </a:pPr>
              <a:r>
                <a:rPr lang="en-US" altLang="zh-CN" sz="1400" b="1" err="1">
                  <a:solidFill>
                    <a:schemeClr val="bg1"/>
                  </a:solidFill>
                  <a:cs typeface="+mn-ea"/>
                  <a:sym typeface="+mn-lt"/>
                </a:rPr>
                <a:t>Phichamon</a:t>
              </a:r>
              <a:r>
                <a:rPr lang="zh-CN" altLang="en-US" sz="1400" b="1">
                  <a:solidFill>
                    <a:schemeClr val="bg1"/>
                  </a:solidFill>
                  <a:cs typeface="+mn-ea"/>
                  <a:sym typeface="+mn-lt"/>
                </a:rPr>
                <a:t> </a:t>
              </a:r>
              <a:r>
                <a:rPr lang="en-US" altLang="zh-CN" sz="1400" b="1" err="1">
                  <a:solidFill>
                    <a:schemeClr val="bg1"/>
                  </a:solidFill>
                  <a:cs typeface="+mn-ea"/>
                  <a:sym typeface="+mn-lt"/>
                </a:rPr>
                <a:t>Sakdarat</a:t>
              </a:r>
              <a:endParaRPr lang="en-US" altLang="zh-CN" sz="1400" b="1">
                <a:solidFill>
                  <a:schemeClr val="bg1"/>
                </a:solidFill>
                <a:cs typeface="+mn-ea"/>
                <a:sym typeface="+mn-lt"/>
              </a:endParaRPr>
            </a:p>
          </p:txBody>
        </p:sp>
      </p:grpSp>
      <p:grpSp>
        <p:nvGrpSpPr>
          <p:cNvPr id="11" name="组合 1">
            <a:extLst>
              <a:ext uri="{FF2B5EF4-FFF2-40B4-BE49-F238E27FC236}">
                <a16:creationId xmlns:a16="http://schemas.microsoft.com/office/drawing/2014/main" id="{3F956B99-67E3-CCD7-6F1F-3B0F30F305B5}"/>
              </a:ext>
            </a:extLst>
          </p:cNvPr>
          <p:cNvGrpSpPr/>
          <p:nvPr/>
        </p:nvGrpSpPr>
        <p:grpSpPr>
          <a:xfrm>
            <a:off x="3026422" y="5168016"/>
            <a:ext cx="1946151" cy="816908"/>
            <a:chOff x="4901583" y="4844059"/>
            <a:chExt cx="1946151" cy="642830"/>
          </a:xfrm>
        </p:grpSpPr>
        <p:sp>
          <p:nvSpPr>
            <p:cNvPr id="12" name="矩形 3">
              <a:extLst>
                <a:ext uri="{FF2B5EF4-FFF2-40B4-BE49-F238E27FC236}">
                  <a16:creationId xmlns:a16="http://schemas.microsoft.com/office/drawing/2014/main" id="{AA40BE5E-BD7B-9E11-D445-89FE0B6CEE03}"/>
                </a:ext>
              </a:extLst>
            </p:cNvPr>
            <p:cNvSpPr/>
            <p:nvPr/>
          </p:nvSpPr>
          <p:spPr>
            <a:xfrm>
              <a:off x="4901583" y="4844059"/>
              <a:ext cx="1946151" cy="620826"/>
            </a:xfrm>
            <a:prstGeom prst="rect">
              <a:avLst/>
            </a:prstGeom>
            <a:solidFill>
              <a:srgbClr val="E09292"/>
            </a:solidFill>
            <a:ln>
              <a:noFill/>
            </a:ln>
            <a:effectLst/>
          </p:spPr>
          <p:txBody>
            <a:bodyPr lIns="0" tIns="0" rIns="0" bIns="0" rtlCol="0" anchor="ctr"/>
            <a:lstStyle/>
            <a:p>
              <a:pPr algn="ctr"/>
              <a:endParaRPr lang="zh-CN" altLang="en-US" sz="3000" b="1">
                <a:solidFill>
                  <a:schemeClr val="bg1"/>
                </a:solidFill>
                <a:cs typeface="+mn-ea"/>
                <a:sym typeface="+mn-lt"/>
              </a:endParaRPr>
            </a:p>
          </p:txBody>
        </p:sp>
        <p:sp>
          <p:nvSpPr>
            <p:cNvPr id="26" name="文本框 6">
              <a:extLst>
                <a:ext uri="{FF2B5EF4-FFF2-40B4-BE49-F238E27FC236}">
                  <a16:creationId xmlns:a16="http://schemas.microsoft.com/office/drawing/2014/main" id="{FB4C9D85-1A32-90B3-83EA-1606009E1F50}"/>
                </a:ext>
              </a:extLst>
            </p:cNvPr>
            <p:cNvSpPr txBox="1"/>
            <p:nvPr/>
          </p:nvSpPr>
          <p:spPr>
            <a:xfrm>
              <a:off x="5099465" y="5112098"/>
              <a:ext cx="1591792" cy="374791"/>
            </a:xfrm>
            <a:prstGeom prst="rect">
              <a:avLst/>
            </a:prstGeom>
            <a:noFill/>
            <a:effectLst/>
          </p:spPr>
          <p:txBody>
            <a:bodyPr wrap="square" rtlCol="0">
              <a:spAutoFit/>
            </a:bodyPr>
            <a:lstStyle/>
            <a:p>
              <a:pPr algn="ctr">
                <a:lnSpc>
                  <a:spcPct val="130000"/>
                </a:lnSpc>
              </a:pPr>
              <a:r>
                <a:rPr lang="en-US" altLang="zh-CN" sz="1000">
                  <a:solidFill>
                    <a:schemeClr val="bg1"/>
                  </a:solidFill>
                  <a:cs typeface="+mn-ea"/>
                  <a:sym typeface="+mn-lt"/>
                </a:rPr>
                <a:t>Biomedical</a:t>
              </a:r>
              <a:r>
                <a:rPr lang="zh-CN" altLang="en-US" sz="1000">
                  <a:solidFill>
                    <a:schemeClr val="bg1"/>
                  </a:solidFill>
                  <a:cs typeface="+mn-ea"/>
                  <a:sym typeface="+mn-lt"/>
                </a:rPr>
                <a:t> </a:t>
              </a:r>
              <a:r>
                <a:rPr lang="en-US" altLang="zh-CN" sz="1000">
                  <a:solidFill>
                    <a:schemeClr val="bg1"/>
                  </a:solidFill>
                  <a:cs typeface="+mn-ea"/>
                  <a:sym typeface="+mn-lt"/>
                </a:rPr>
                <a:t>Engineering</a:t>
              </a:r>
              <a:r>
                <a:rPr lang="zh-CN" altLang="en-US" sz="1000">
                  <a:solidFill>
                    <a:schemeClr val="bg1"/>
                  </a:solidFill>
                  <a:cs typeface="+mn-ea"/>
                  <a:sym typeface="+mn-lt"/>
                </a:rPr>
                <a:t>，</a:t>
              </a:r>
              <a:endParaRPr lang="en-US" altLang="zh-CN" sz="1000">
                <a:solidFill>
                  <a:schemeClr val="bg1"/>
                </a:solidFill>
                <a:cs typeface="+mn-ea"/>
                <a:sym typeface="+mn-lt"/>
              </a:endParaRPr>
            </a:p>
            <a:p>
              <a:pPr algn="ctr">
                <a:lnSpc>
                  <a:spcPct val="130000"/>
                </a:lnSpc>
              </a:pPr>
              <a:r>
                <a:rPr lang="en-US" altLang="zh-CN" sz="1000">
                  <a:solidFill>
                    <a:schemeClr val="bg1"/>
                  </a:solidFill>
                  <a:cs typeface="+mn-ea"/>
                  <a:sym typeface="+mn-lt"/>
                </a:rPr>
                <a:t>MSc</a:t>
              </a:r>
            </a:p>
          </p:txBody>
        </p:sp>
        <p:sp>
          <p:nvSpPr>
            <p:cNvPr id="27" name="文本框 7">
              <a:extLst>
                <a:ext uri="{FF2B5EF4-FFF2-40B4-BE49-F238E27FC236}">
                  <a16:creationId xmlns:a16="http://schemas.microsoft.com/office/drawing/2014/main" id="{AA8B14EA-F5C2-1A66-5FBB-9A8CA7E1B266}"/>
                </a:ext>
              </a:extLst>
            </p:cNvPr>
            <p:cNvSpPr txBox="1"/>
            <p:nvPr/>
          </p:nvSpPr>
          <p:spPr>
            <a:xfrm>
              <a:off x="5217798" y="4856374"/>
              <a:ext cx="1355124" cy="275241"/>
            </a:xfrm>
            <a:prstGeom prst="rect">
              <a:avLst/>
            </a:prstGeom>
            <a:noFill/>
            <a:effectLst/>
          </p:spPr>
          <p:txBody>
            <a:bodyPr wrap="square" rtlCol="0">
              <a:spAutoFit/>
            </a:bodyPr>
            <a:lstStyle/>
            <a:p>
              <a:pPr algn="ctr">
                <a:lnSpc>
                  <a:spcPct val="130000"/>
                </a:lnSpc>
              </a:pPr>
              <a:r>
                <a:rPr lang="en-US" altLang="zh-CN" sz="1400" b="1" err="1">
                  <a:solidFill>
                    <a:schemeClr val="bg1"/>
                  </a:solidFill>
                  <a:cs typeface="+mn-ea"/>
                  <a:sym typeface="+mn-lt"/>
                </a:rPr>
                <a:t>Ranxuan</a:t>
              </a:r>
              <a:r>
                <a:rPr lang="zh-CN" altLang="en-US" sz="1400" b="1">
                  <a:solidFill>
                    <a:schemeClr val="bg1"/>
                  </a:solidFill>
                  <a:cs typeface="+mn-ea"/>
                  <a:sym typeface="+mn-lt"/>
                </a:rPr>
                <a:t> </a:t>
              </a:r>
              <a:r>
                <a:rPr lang="en-US" altLang="zh-CN" sz="1400" b="1">
                  <a:solidFill>
                    <a:schemeClr val="bg1"/>
                  </a:solidFill>
                  <a:cs typeface="+mn-ea"/>
                  <a:sym typeface="+mn-lt"/>
                </a:rPr>
                <a:t>Zhang</a:t>
              </a:r>
            </a:p>
          </p:txBody>
        </p:sp>
      </p:grpSp>
      <p:grpSp>
        <p:nvGrpSpPr>
          <p:cNvPr id="43" name="组合 1">
            <a:extLst>
              <a:ext uri="{FF2B5EF4-FFF2-40B4-BE49-F238E27FC236}">
                <a16:creationId xmlns:a16="http://schemas.microsoft.com/office/drawing/2014/main" id="{6F2DB7E8-4B07-1E67-8F42-38FC6C0C5C5D}"/>
              </a:ext>
            </a:extLst>
          </p:cNvPr>
          <p:cNvGrpSpPr/>
          <p:nvPr/>
        </p:nvGrpSpPr>
        <p:grpSpPr>
          <a:xfrm>
            <a:off x="5236632" y="5168017"/>
            <a:ext cx="1946151" cy="805185"/>
            <a:chOff x="4901583" y="4844059"/>
            <a:chExt cx="1946151" cy="633605"/>
          </a:xfrm>
        </p:grpSpPr>
        <p:sp>
          <p:nvSpPr>
            <p:cNvPr id="44" name="矩形 3">
              <a:extLst>
                <a:ext uri="{FF2B5EF4-FFF2-40B4-BE49-F238E27FC236}">
                  <a16:creationId xmlns:a16="http://schemas.microsoft.com/office/drawing/2014/main" id="{EBC14E1A-07E5-8732-99F0-74411389D922}"/>
                </a:ext>
              </a:extLst>
            </p:cNvPr>
            <p:cNvSpPr/>
            <p:nvPr/>
          </p:nvSpPr>
          <p:spPr>
            <a:xfrm>
              <a:off x="4901583" y="4844059"/>
              <a:ext cx="1946151" cy="620826"/>
            </a:xfrm>
            <a:prstGeom prst="rect">
              <a:avLst/>
            </a:prstGeom>
            <a:solidFill>
              <a:srgbClr val="E09292"/>
            </a:solidFill>
            <a:ln>
              <a:noFill/>
            </a:ln>
            <a:effectLst/>
          </p:spPr>
          <p:txBody>
            <a:bodyPr lIns="0" tIns="0" rIns="0" bIns="0" rtlCol="0" anchor="ctr"/>
            <a:lstStyle/>
            <a:p>
              <a:pPr algn="ctr"/>
              <a:endParaRPr lang="zh-CN" altLang="en-US" sz="3000" b="1">
                <a:solidFill>
                  <a:schemeClr val="bg1"/>
                </a:solidFill>
                <a:cs typeface="+mn-ea"/>
                <a:sym typeface="+mn-lt"/>
              </a:endParaRPr>
            </a:p>
          </p:txBody>
        </p:sp>
        <p:sp>
          <p:nvSpPr>
            <p:cNvPr id="45" name="文本框 6">
              <a:extLst>
                <a:ext uri="{FF2B5EF4-FFF2-40B4-BE49-F238E27FC236}">
                  <a16:creationId xmlns:a16="http://schemas.microsoft.com/office/drawing/2014/main" id="{024FD26C-C9A6-EAE3-594B-FE96258B73A6}"/>
                </a:ext>
              </a:extLst>
            </p:cNvPr>
            <p:cNvSpPr txBox="1"/>
            <p:nvPr/>
          </p:nvSpPr>
          <p:spPr>
            <a:xfrm>
              <a:off x="5099465" y="5102873"/>
              <a:ext cx="1591792" cy="374791"/>
            </a:xfrm>
            <a:prstGeom prst="rect">
              <a:avLst/>
            </a:prstGeom>
            <a:noFill/>
            <a:effectLst/>
          </p:spPr>
          <p:txBody>
            <a:bodyPr wrap="square" rtlCol="0">
              <a:spAutoFit/>
            </a:bodyPr>
            <a:lstStyle/>
            <a:p>
              <a:pPr algn="ctr">
                <a:lnSpc>
                  <a:spcPct val="130000"/>
                </a:lnSpc>
              </a:pPr>
              <a:r>
                <a:rPr lang="en-US" altLang="zh-CN" sz="1000">
                  <a:solidFill>
                    <a:schemeClr val="bg1"/>
                  </a:solidFill>
                  <a:cs typeface="+mn-ea"/>
                  <a:sym typeface="+mn-lt"/>
                </a:rPr>
                <a:t>Data</a:t>
              </a:r>
              <a:r>
                <a:rPr lang="zh-CN" altLang="en-US" sz="1000">
                  <a:solidFill>
                    <a:schemeClr val="bg1"/>
                  </a:solidFill>
                  <a:cs typeface="+mn-ea"/>
                  <a:sym typeface="+mn-lt"/>
                </a:rPr>
                <a:t> </a:t>
              </a:r>
              <a:r>
                <a:rPr lang="en-US" altLang="zh-CN" sz="1000">
                  <a:solidFill>
                    <a:schemeClr val="bg1"/>
                  </a:solidFill>
                  <a:cs typeface="+mn-ea"/>
                  <a:sym typeface="+mn-lt"/>
                </a:rPr>
                <a:t>Science and AI,</a:t>
              </a:r>
            </a:p>
            <a:p>
              <a:pPr algn="ctr">
                <a:lnSpc>
                  <a:spcPct val="130000"/>
                </a:lnSpc>
              </a:pPr>
              <a:r>
                <a:rPr lang="en-US" altLang="zh-CN" sz="1000">
                  <a:solidFill>
                    <a:schemeClr val="bg1"/>
                  </a:solidFill>
                  <a:cs typeface="+mn-ea"/>
                  <a:sym typeface="+mn-lt"/>
                </a:rPr>
                <a:t>MSc</a:t>
              </a:r>
            </a:p>
          </p:txBody>
        </p:sp>
        <p:sp>
          <p:nvSpPr>
            <p:cNvPr id="46" name="文本框 7">
              <a:extLst>
                <a:ext uri="{FF2B5EF4-FFF2-40B4-BE49-F238E27FC236}">
                  <a16:creationId xmlns:a16="http://schemas.microsoft.com/office/drawing/2014/main" id="{A6A51095-6292-5853-0BFD-EE22EB305216}"/>
                </a:ext>
              </a:extLst>
            </p:cNvPr>
            <p:cNvSpPr txBox="1"/>
            <p:nvPr/>
          </p:nvSpPr>
          <p:spPr>
            <a:xfrm>
              <a:off x="5217798" y="4856374"/>
              <a:ext cx="1355124" cy="275241"/>
            </a:xfrm>
            <a:prstGeom prst="rect">
              <a:avLst/>
            </a:prstGeom>
            <a:noFill/>
            <a:effectLst/>
          </p:spPr>
          <p:txBody>
            <a:bodyPr wrap="square" rtlCol="0">
              <a:spAutoFit/>
            </a:bodyPr>
            <a:lstStyle/>
            <a:p>
              <a:pPr algn="ctr">
                <a:lnSpc>
                  <a:spcPct val="130000"/>
                </a:lnSpc>
              </a:pPr>
              <a:r>
                <a:rPr lang="en-US" altLang="zh-CN" sz="1400" b="1">
                  <a:solidFill>
                    <a:schemeClr val="bg1"/>
                  </a:solidFill>
                  <a:cs typeface="+mn-ea"/>
                  <a:sym typeface="+mn-lt"/>
                </a:rPr>
                <a:t>Moli</a:t>
              </a:r>
              <a:r>
                <a:rPr lang="zh-CN" altLang="en-US" sz="1400" b="1">
                  <a:solidFill>
                    <a:schemeClr val="bg1"/>
                  </a:solidFill>
                  <a:cs typeface="+mn-ea"/>
                  <a:sym typeface="+mn-lt"/>
                </a:rPr>
                <a:t> </a:t>
              </a:r>
              <a:r>
                <a:rPr lang="en-US" altLang="zh-CN" sz="1400" b="1">
                  <a:solidFill>
                    <a:schemeClr val="bg1"/>
                  </a:solidFill>
                  <a:cs typeface="+mn-ea"/>
                  <a:sym typeface="+mn-lt"/>
                </a:rPr>
                <a:t>Zhou</a:t>
              </a:r>
            </a:p>
          </p:txBody>
        </p:sp>
      </p:grpSp>
      <p:grpSp>
        <p:nvGrpSpPr>
          <p:cNvPr id="48" name="组合 1">
            <a:extLst>
              <a:ext uri="{FF2B5EF4-FFF2-40B4-BE49-F238E27FC236}">
                <a16:creationId xmlns:a16="http://schemas.microsoft.com/office/drawing/2014/main" id="{BB896357-971A-3613-D5B4-13713A09063D}"/>
              </a:ext>
            </a:extLst>
          </p:cNvPr>
          <p:cNvGrpSpPr/>
          <p:nvPr/>
        </p:nvGrpSpPr>
        <p:grpSpPr>
          <a:xfrm>
            <a:off x="7485057" y="5168016"/>
            <a:ext cx="1946151" cy="816908"/>
            <a:chOff x="4901583" y="4844059"/>
            <a:chExt cx="1946151" cy="642830"/>
          </a:xfrm>
        </p:grpSpPr>
        <p:sp>
          <p:nvSpPr>
            <p:cNvPr id="49" name="矩形 3">
              <a:extLst>
                <a:ext uri="{FF2B5EF4-FFF2-40B4-BE49-F238E27FC236}">
                  <a16:creationId xmlns:a16="http://schemas.microsoft.com/office/drawing/2014/main" id="{AA492A5A-A887-8371-E6DC-02B14BA46643}"/>
                </a:ext>
              </a:extLst>
            </p:cNvPr>
            <p:cNvSpPr/>
            <p:nvPr/>
          </p:nvSpPr>
          <p:spPr>
            <a:xfrm>
              <a:off x="4901583" y="4844059"/>
              <a:ext cx="1946151" cy="620826"/>
            </a:xfrm>
            <a:prstGeom prst="rect">
              <a:avLst/>
            </a:prstGeom>
            <a:solidFill>
              <a:srgbClr val="E09292"/>
            </a:solidFill>
            <a:ln>
              <a:noFill/>
            </a:ln>
            <a:effectLst/>
          </p:spPr>
          <p:txBody>
            <a:bodyPr lIns="0" tIns="0" rIns="0" bIns="0" rtlCol="0" anchor="ctr"/>
            <a:lstStyle/>
            <a:p>
              <a:pPr algn="ctr"/>
              <a:endParaRPr lang="zh-CN" altLang="en-US" sz="3000" b="1">
                <a:solidFill>
                  <a:schemeClr val="bg1"/>
                </a:solidFill>
                <a:cs typeface="+mn-ea"/>
                <a:sym typeface="+mn-lt"/>
              </a:endParaRPr>
            </a:p>
          </p:txBody>
        </p:sp>
        <p:sp>
          <p:nvSpPr>
            <p:cNvPr id="50" name="文本框 6">
              <a:extLst>
                <a:ext uri="{FF2B5EF4-FFF2-40B4-BE49-F238E27FC236}">
                  <a16:creationId xmlns:a16="http://schemas.microsoft.com/office/drawing/2014/main" id="{285D2442-9907-F1BA-6D99-5A81E3FB4AA2}"/>
                </a:ext>
              </a:extLst>
            </p:cNvPr>
            <p:cNvSpPr txBox="1"/>
            <p:nvPr/>
          </p:nvSpPr>
          <p:spPr>
            <a:xfrm>
              <a:off x="5099465" y="5112098"/>
              <a:ext cx="1591792" cy="374791"/>
            </a:xfrm>
            <a:prstGeom prst="rect">
              <a:avLst/>
            </a:prstGeom>
            <a:noFill/>
            <a:effectLst/>
          </p:spPr>
          <p:txBody>
            <a:bodyPr wrap="square" rtlCol="0">
              <a:spAutoFit/>
            </a:bodyPr>
            <a:lstStyle/>
            <a:p>
              <a:pPr algn="ctr">
                <a:lnSpc>
                  <a:spcPct val="130000"/>
                </a:lnSpc>
              </a:pPr>
              <a:r>
                <a:rPr lang="en-US" altLang="zh-CN" sz="1000">
                  <a:solidFill>
                    <a:schemeClr val="bg1"/>
                  </a:solidFill>
                  <a:cs typeface="+mn-ea"/>
                  <a:sym typeface="+mn-lt"/>
                </a:rPr>
                <a:t>High Performance Computer, MSc</a:t>
              </a:r>
            </a:p>
          </p:txBody>
        </p:sp>
        <p:sp>
          <p:nvSpPr>
            <p:cNvPr id="51" name="文本框 7">
              <a:extLst>
                <a:ext uri="{FF2B5EF4-FFF2-40B4-BE49-F238E27FC236}">
                  <a16:creationId xmlns:a16="http://schemas.microsoft.com/office/drawing/2014/main" id="{469A44EF-9685-3C00-BF83-69B41E734E84}"/>
                </a:ext>
              </a:extLst>
            </p:cNvPr>
            <p:cNvSpPr txBox="1"/>
            <p:nvPr/>
          </p:nvSpPr>
          <p:spPr>
            <a:xfrm>
              <a:off x="5217798" y="4856374"/>
              <a:ext cx="1355124" cy="275241"/>
            </a:xfrm>
            <a:prstGeom prst="rect">
              <a:avLst/>
            </a:prstGeom>
            <a:noFill/>
            <a:effectLst/>
          </p:spPr>
          <p:txBody>
            <a:bodyPr wrap="square" rtlCol="0">
              <a:spAutoFit/>
            </a:bodyPr>
            <a:lstStyle/>
            <a:p>
              <a:pPr algn="ctr">
                <a:lnSpc>
                  <a:spcPct val="130000"/>
                </a:lnSpc>
              </a:pPr>
              <a:r>
                <a:rPr lang="en-US" altLang="zh-CN" sz="1400" b="1" err="1">
                  <a:solidFill>
                    <a:schemeClr val="bg1"/>
                  </a:solidFill>
                  <a:cs typeface="+mn-ea"/>
                  <a:sym typeface="+mn-lt"/>
                </a:rPr>
                <a:t>Jushuanghui</a:t>
              </a:r>
              <a:r>
                <a:rPr lang="en-US" altLang="zh-CN" sz="1400" b="1">
                  <a:solidFill>
                    <a:schemeClr val="bg1"/>
                  </a:solidFill>
                  <a:cs typeface="+mn-ea"/>
                  <a:sym typeface="+mn-lt"/>
                </a:rPr>
                <a:t> Li</a:t>
              </a:r>
            </a:p>
          </p:txBody>
        </p:sp>
      </p:grpSp>
      <p:grpSp>
        <p:nvGrpSpPr>
          <p:cNvPr id="53" name="组合 1">
            <a:extLst>
              <a:ext uri="{FF2B5EF4-FFF2-40B4-BE49-F238E27FC236}">
                <a16:creationId xmlns:a16="http://schemas.microsoft.com/office/drawing/2014/main" id="{E6A17722-FFDE-9A48-80CC-45661DC152DA}"/>
              </a:ext>
            </a:extLst>
          </p:cNvPr>
          <p:cNvGrpSpPr/>
          <p:nvPr/>
        </p:nvGrpSpPr>
        <p:grpSpPr>
          <a:xfrm>
            <a:off x="9694662" y="5168017"/>
            <a:ext cx="1946151" cy="805185"/>
            <a:chOff x="4901583" y="4844059"/>
            <a:chExt cx="1946151" cy="633605"/>
          </a:xfrm>
        </p:grpSpPr>
        <p:sp>
          <p:nvSpPr>
            <p:cNvPr id="54" name="矩形 3">
              <a:extLst>
                <a:ext uri="{FF2B5EF4-FFF2-40B4-BE49-F238E27FC236}">
                  <a16:creationId xmlns:a16="http://schemas.microsoft.com/office/drawing/2014/main" id="{6E96B805-BEF7-CEF1-F15C-7FDE8184E75C}"/>
                </a:ext>
              </a:extLst>
            </p:cNvPr>
            <p:cNvSpPr/>
            <p:nvPr/>
          </p:nvSpPr>
          <p:spPr>
            <a:xfrm>
              <a:off x="4901583" y="4844059"/>
              <a:ext cx="1946151" cy="620826"/>
            </a:xfrm>
            <a:prstGeom prst="rect">
              <a:avLst/>
            </a:prstGeom>
            <a:solidFill>
              <a:srgbClr val="E09292"/>
            </a:solidFill>
            <a:ln>
              <a:noFill/>
            </a:ln>
            <a:effectLst/>
          </p:spPr>
          <p:txBody>
            <a:bodyPr lIns="0" tIns="0" rIns="0" bIns="0" rtlCol="0" anchor="ctr"/>
            <a:lstStyle/>
            <a:p>
              <a:pPr algn="ctr"/>
              <a:endParaRPr lang="zh-CN" altLang="en-US" sz="3000" b="1">
                <a:solidFill>
                  <a:schemeClr val="bg1"/>
                </a:solidFill>
                <a:cs typeface="+mn-ea"/>
                <a:sym typeface="+mn-lt"/>
              </a:endParaRPr>
            </a:p>
          </p:txBody>
        </p:sp>
        <p:sp>
          <p:nvSpPr>
            <p:cNvPr id="55" name="文本框 6">
              <a:extLst>
                <a:ext uri="{FF2B5EF4-FFF2-40B4-BE49-F238E27FC236}">
                  <a16:creationId xmlns:a16="http://schemas.microsoft.com/office/drawing/2014/main" id="{B58285C8-7FB6-F28E-4653-2AA4DC84879C}"/>
                </a:ext>
              </a:extLst>
            </p:cNvPr>
            <p:cNvSpPr txBox="1"/>
            <p:nvPr/>
          </p:nvSpPr>
          <p:spPr>
            <a:xfrm>
              <a:off x="5099465" y="5102873"/>
              <a:ext cx="1591792" cy="374791"/>
            </a:xfrm>
            <a:prstGeom prst="rect">
              <a:avLst/>
            </a:prstGeom>
            <a:noFill/>
            <a:effectLst/>
          </p:spPr>
          <p:txBody>
            <a:bodyPr wrap="square" rtlCol="0">
              <a:spAutoFit/>
            </a:bodyPr>
            <a:lstStyle/>
            <a:p>
              <a:pPr algn="ctr">
                <a:lnSpc>
                  <a:spcPct val="130000"/>
                </a:lnSpc>
              </a:pPr>
              <a:r>
                <a:rPr lang="en-US" altLang="zh-CN" sz="1000">
                  <a:solidFill>
                    <a:schemeClr val="bg1"/>
                  </a:solidFill>
                  <a:cs typeface="+mn-ea"/>
                  <a:sym typeface="+mn-lt"/>
                </a:rPr>
                <a:t>Computer System and Cybersecurity, MSc</a:t>
              </a:r>
            </a:p>
          </p:txBody>
        </p:sp>
        <p:sp>
          <p:nvSpPr>
            <p:cNvPr id="56" name="文本框 7">
              <a:extLst>
                <a:ext uri="{FF2B5EF4-FFF2-40B4-BE49-F238E27FC236}">
                  <a16:creationId xmlns:a16="http://schemas.microsoft.com/office/drawing/2014/main" id="{C95FA697-C771-5469-E966-169AAECC3FE9}"/>
                </a:ext>
              </a:extLst>
            </p:cNvPr>
            <p:cNvSpPr txBox="1"/>
            <p:nvPr/>
          </p:nvSpPr>
          <p:spPr>
            <a:xfrm>
              <a:off x="5217798" y="4856374"/>
              <a:ext cx="1355124" cy="275241"/>
            </a:xfrm>
            <a:prstGeom prst="rect">
              <a:avLst/>
            </a:prstGeom>
            <a:noFill/>
            <a:effectLst/>
          </p:spPr>
          <p:txBody>
            <a:bodyPr wrap="square" rtlCol="0">
              <a:spAutoFit/>
            </a:bodyPr>
            <a:lstStyle/>
            <a:p>
              <a:pPr algn="ctr">
                <a:lnSpc>
                  <a:spcPct val="130000"/>
                </a:lnSpc>
              </a:pPr>
              <a:r>
                <a:rPr lang="en-US" altLang="zh-CN" sz="1400" b="1">
                  <a:solidFill>
                    <a:schemeClr val="bg1"/>
                  </a:solidFill>
                  <a:cs typeface="+mn-ea"/>
                  <a:sym typeface="+mn-lt"/>
                </a:rPr>
                <a:t>Xiaowen Yang</a:t>
              </a:r>
            </a:p>
          </p:txBody>
        </p:sp>
      </p:grpSp>
      <p:pic>
        <p:nvPicPr>
          <p:cNvPr id="58" name="图片 57" descr="小孩在笑&#10;&#10;AI 生成的内容可能不正确。">
            <a:extLst>
              <a:ext uri="{FF2B5EF4-FFF2-40B4-BE49-F238E27FC236}">
                <a16:creationId xmlns:a16="http://schemas.microsoft.com/office/drawing/2014/main" id="{57D5957B-29EE-524C-7A4E-49439D7FE9A1}"/>
              </a:ext>
            </a:extLst>
          </p:cNvPr>
          <p:cNvPicPr preferRelativeResize="0">
            <a:picLocks/>
          </p:cNvPicPr>
          <p:nvPr/>
        </p:nvPicPr>
        <p:blipFill>
          <a:blip r:embed="rId4">
            <a:extLst>
              <a:ext uri="{28A0092B-C50C-407E-A947-70E740481C1C}">
                <a14:useLocalDpi xmlns:a14="http://schemas.microsoft.com/office/drawing/2010/main" val="0"/>
              </a:ext>
            </a:extLst>
          </a:blip>
          <a:srcRect t="24643" r="571" b="17842"/>
          <a:stretch>
            <a:fillRect/>
          </a:stretch>
        </p:blipFill>
        <p:spPr>
          <a:xfrm>
            <a:off x="3026422" y="3080893"/>
            <a:ext cx="1947600" cy="1947600"/>
          </a:xfrm>
          <a:prstGeom prst="rect">
            <a:avLst/>
          </a:prstGeom>
        </p:spPr>
      </p:pic>
      <p:pic>
        <p:nvPicPr>
          <p:cNvPr id="60" name="图片 59" descr="男孩在路上&#10;&#10;AI 生成的内容可能不正确。">
            <a:extLst>
              <a:ext uri="{FF2B5EF4-FFF2-40B4-BE49-F238E27FC236}">
                <a16:creationId xmlns:a16="http://schemas.microsoft.com/office/drawing/2014/main" id="{1DB0E7C3-AFD8-9420-9A03-F2595718590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42727" y="3080893"/>
            <a:ext cx="1947600" cy="1947600"/>
          </a:xfrm>
          <a:prstGeom prst="rect">
            <a:avLst/>
          </a:prstGeom>
        </p:spPr>
      </p:pic>
      <p:pic>
        <p:nvPicPr>
          <p:cNvPr id="448" name="图片 447" descr="人在吃东西&#10;&#10;AI 生成的内容可能不正确。">
            <a:extLst>
              <a:ext uri="{FF2B5EF4-FFF2-40B4-BE49-F238E27FC236}">
                <a16:creationId xmlns:a16="http://schemas.microsoft.com/office/drawing/2014/main" id="{70407375-3A00-18A6-2E39-302E9558BB5D}"/>
              </a:ext>
            </a:extLst>
          </p:cNvPr>
          <p:cNvPicPr>
            <a:picLocks noChangeAspect="1"/>
          </p:cNvPicPr>
          <p:nvPr/>
        </p:nvPicPr>
        <p:blipFill>
          <a:blip r:embed="rId6">
            <a:extLst>
              <a:ext uri="{28A0092B-C50C-407E-A947-70E740481C1C}">
                <a14:useLocalDpi xmlns:a14="http://schemas.microsoft.com/office/drawing/2010/main" val="0"/>
              </a:ext>
            </a:extLst>
          </a:blip>
          <a:srcRect l="9185" t="6254" r="8022" b="32311"/>
          <a:stretch>
            <a:fillRect/>
          </a:stretch>
        </p:blipFill>
        <p:spPr>
          <a:xfrm>
            <a:off x="5235293" y="3101267"/>
            <a:ext cx="1947600" cy="1926914"/>
          </a:xfrm>
          <a:prstGeom prst="rect">
            <a:avLst/>
          </a:prstGeom>
        </p:spPr>
      </p:pic>
      <p:pic>
        <p:nvPicPr>
          <p:cNvPr id="450" name="图片 449" descr="女孩在街道上&#10;&#10;AI 生成的内容可能不正确。">
            <a:extLst>
              <a:ext uri="{FF2B5EF4-FFF2-40B4-BE49-F238E27FC236}">
                <a16:creationId xmlns:a16="http://schemas.microsoft.com/office/drawing/2014/main" id="{A22D23BA-F3AF-1538-DD60-2F6BC934720D}"/>
              </a:ext>
            </a:extLst>
          </p:cNvPr>
          <p:cNvPicPr>
            <a:picLocks/>
          </p:cNvPicPr>
          <p:nvPr/>
        </p:nvPicPr>
        <p:blipFill>
          <a:blip r:embed="rId7">
            <a:extLst>
              <a:ext uri="{28A0092B-C50C-407E-A947-70E740481C1C}">
                <a14:useLocalDpi xmlns:a14="http://schemas.microsoft.com/office/drawing/2010/main" val="0"/>
              </a:ext>
            </a:extLst>
          </a:blip>
          <a:srcRect l="15727" t="3584" r="43819" b="36920"/>
          <a:stretch>
            <a:fillRect/>
          </a:stretch>
        </p:blipFill>
        <p:spPr>
          <a:xfrm>
            <a:off x="7457594" y="3090924"/>
            <a:ext cx="1947600" cy="1947600"/>
          </a:xfrm>
          <a:prstGeom prst="rect">
            <a:avLst/>
          </a:prstGeom>
        </p:spPr>
      </p:pic>
      <p:pic>
        <p:nvPicPr>
          <p:cNvPr id="452" name="图片 451" descr="人在岩石上&#10;&#10;AI 生成的内容可能不正确。">
            <a:extLst>
              <a:ext uri="{FF2B5EF4-FFF2-40B4-BE49-F238E27FC236}">
                <a16:creationId xmlns:a16="http://schemas.microsoft.com/office/drawing/2014/main" id="{90E938F4-9A5E-A180-8F7C-28910BD797B0}"/>
              </a:ext>
            </a:extLst>
          </p:cNvPr>
          <p:cNvPicPr>
            <a:picLocks/>
          </p:cNvPicPr>
          <p:nvPr/>
        </p:nvPicPr>
        <p:blipFill>
          <a:blip r:embed="rId8">
            <a:extLst>
              <a:ext uri="{28A0092B-C50C-407E-A947-70E740481C1C}">
                <a14:useLocalDpi xmlns:a14="http://schemas.microsoft.com/office/drawing/2010/main" val="0"/>
              </a:ext>
            </a:extLst>
          </a:blip>
          <a:srcRect l="18851" t="35190" r="19863" b="23034"/>
          <a:stretch>
            <a:fillRect/>
          </a:stretch>
        </p:blipFill>
        <p:spPr>
          <a:xfrm>
            <a:off x="9679895" y="3082492"/>
            <a:ext cx="1947600" cy="1947600"/>
          </a:xfrm>
          <a:prstGeom prst="rect">
            <a:avLst/>
          </a:prstGeom>
        </p:spPr>
      </p:pic>
      <p:sp>
        <p:nvSpPr>
          <p:cNvPr id="2" name="圆角矩形 1">
            <a:extLst>
              <a:ext uri="{FF2B5EF4-FFF2-40B4-BE49-F238E27FC236}">
                <a16:creationId xmlns:a16="http://schemas.microsoft.com/office/drawing/2014/main" id="{4EDF2AEE-F921-CBCC-BF76-174EF0F90CF0}"/>
              </a:ext>
            </a:extLst>
          </p:cNvPr>
          <p:cNvSpPr/>
          <p:nvPr/>
        </p:nvSpPr>
        <p:spPr>
          <a:xfrm>
            <a:off x="1661176" y="274509"/>
            <a:ext cx="6817658" cy="745374"/>
          </a:xfrm>
          <a:prstGeom prst="roundRect">
            <a:avLst/>
          </a:prstGeom>
          <a:solidFill>
            <a:srgbClr val="535B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sv-SE" altLang="zh-CN" sz="2800" b="1"/>
              <a:t>A Diverse, All-</a:t>
            </a:r>
            <a:r>
              <a:rPr lang="sv-SE" altLang="zh-CN" sz="2800" b="1" err="1"/>
              <a:t>Female</a:t>
            </a:r>
            <a:r>
              <a:rPr lang="sv-SE" altLang="zh-CN" sz="2800" b="1"/>
              <a:t> Team</a:t>
            </a:r>
            <a:endParaRPr kumimoji="1" lang="zh-CN" altLang="en-US" sz="2800" b="1">
              <a:solidFill>
                <a:schemeClr val="bg1"/>
              </a:solidFill>
            </a:endParaRPr>
          </a:p>
        </p:txBody>
      </p:sp>
    </p:spTree>
    <p:extLst>
      <p:ext uri="{BB962C8B-B14F-4D97-AF65-F5344CB8AC3E}">
        <p14:creationId xmlns:p14="http://schemas.microsoft.com/office/powerpoint/2010/main" val="816993667"/>
      </p:ext>
    </p:ext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a:extLst>
              <a:ext uri="{FF2B5EF4-FFF2-40B4-BE49-F238E27FC236}">
                <a16:creationId xmlns:a16="http://schemas.microsoft.com/office/drawing/2014/main" id="{69474950-AA12-B418-EE42-99D6901D7C34}"/>
              </a:ext>
            </a:extLst>
          </p:cNvPr>
          <p:cNvSpPr txBox="1"/>
          <p:nvPr/>
        </p:nvSpPr>
        <p:spPr>
          <a:xfrm>
            <a:off x="5894398" y="5464170"/>
            <a:ext cx="6226316" cy="1230923"/>
          </a:xfrm>
          <a:prstGeom prst="rect">
            <a:avLst/>
          </a:prstGeom>
          <a:noFill/>
          <a:ln>
            <a:solidFill>
              <a:srgbClr val="D4237A"/>
            </a:solidFill>
          </a:ln>
        </p:spPr>
        <p:txBody>
          <a:bodyPr wrap="square" rtlCol="0">
            <a:spAutoFit/>
          </a:bodyPr>
          <a:lstStyle/>
          <a:p>
            <a:endParaRPr kumimoji="1" lang="zh-CN" altLang="en-US"/>
          </a:p>
        </p:txBody>
      </p:sp>
      <p:sp>
        <p:nvSpPr>
          <p:cNvPr id="34" name="圆角矩形 33">
            <a:extLst>
              <a:ext uri="{FF2B5EF4-FFF2-40B4-BE49-F238E27FC236}">
                <a16:creationId xmlns:a16="http://schemas.microsoft.com/office/drawing/2014/main" id="{5A938040-7CC0-A869-83DC-D4D220DEEE7A}"/>
              </a:ext>
            </a:extLst>
          </p:cNvPr>
          <p:cNvSpPr/>
          <p:nvPr/>
        </p:nvSpPr>
        <p:spPr>
          <a:xfrm>
            <a:off x="1442156" y="221579"/>
            <a:ext cx="7330687" cy="781216"/>
          </a:xfrm>
          <a:prstGeom prst="roundRect">
            <a:avLst/>
          </a:prstGeom>
          <a:solidFill>
            <a:srgbClr val="535B6E"/>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sv-SE" altLang="zh-CN" sz="2800" b="1">
                <a:solidFill>
                  <a:schemeClr val="bg1"/>
                </a:solidFill>
                <a:ea typeface="等线"/>
                <a:cs typeface="Calibri"/>
              </a:rPr>
              <a:t>    Challenge: </a:t>
            </a:r>
            <a:r>
              <a:rPr lang="sv-SE" altLang="zh-CN" sz="2800" b="1">
                <a:solidFill>
                  <a:schemeClr val="bg1"/>
                </a:solidFill>
                <a:ea typeface="等线"/>
                <a:cs typeface="+mn-lt"/>
              </a:rPr>
              <a:t>Autoimmune Disease Diagnosis </a:t>
            </a:r>
          </a:p>
        </p:txBody>
      </p:sp>
      <p:sp>
        <p:nvSpPr>
          <p:cNvPr id="12" name="文本框 11">
            <a:extLst>
              <a:ext uri="{FF2B5EF4-FFF2-40B4-BE49-F238E27FC236}">
                <a16:creationId xmlns:a16="http://schemas.microsoft.com/office/drawing/2014/main" id="{AD235EA7-87D7-C9A4-3BE9-42D78089C67B}"/>
              </a:ext>
            </a:extLst>
          </p:cNvPr>
          <p:cNvSpPr txBox="1"/>
          <p:nvPr/>
        </p:nvSpPr>
        <p:spPr>
          <a:xfrm>
            <a:off x="5107499" y="2304499"/>
            <a:ext cx="3611813" cy="1138773"/>
          </a:xfrm>
          <a:prstGeom prst="rect">
            <a:avLst/>
          </a:prstGeom>
          <a:noFill/>
        </p:spPr>
        <p:txBody>
          <a:bodyPr wrap="square" lIns="91440" tIns="45720" rIns="91440" bIns="45720" rtlCol="0" anchor="t">
            <a:spAutoFit/>
          </a:bodyPr>
          <a:lstStyle/>
          <a:p>
            <a:r>
              <a:rPr lang="sv-SE" sz="2000" err="1">
                <a:ea typeface="+mn-lt"/>
                <a:cs typeface="+mn-lt"/>
              </a:rPr>
              <a:t>Affecting</a:t>
            </a:r>
            <a:r>
              <a:rPr lang="sv-SE" sz="2000">
                <a:ea typeface="+mn-lt"/>
                <a:cs typeface="+mn-lt"/>
              </a:rPr>
              <a:t> </a:t>
            </a:r>
            <a:r>
              <a:rPr lang="sv-SE" sz="2800">
                <a:ea typeface="+mn-lt"/>
                <a:cs typeface="+mn-lt"/>
              </a:rPr>
              <a:t> 0.5% </a:t>
            </a:r>
            <a:r>
              <a:rPr lang="sv-SE" sz="2000">
                <a:ea typeface="+mn-lt"/>
                <a:cs typeface="+mn-lt"/>
              </a:rPr>
              <a:t>to </a:t>
            </a:r>
            <a:r>
              <a:rPr lang="sv-SE" sz="2800">
                <a:ea typeface="+mn-lt"/>
                <a:cs typeface="+mn-lt"/>
              </a:rPr>
              <a:t>1%</a:t>
            </a:r>
            <a:r>
              <a:rPr lang="sv-SE" sz="2000">
                <a:ea typeface="+mn-lt"/>
                <a:cs typeface="+mn-lt"/>
              </a:rPr>
              <a:t> </a:t>
            </a:r>
            <a:r>
              <a:rPr lang="sv-SE" sz="2000" err="1">
                <a:solidFill>
                  <a:srgbClr val="000000"/>
                </a:solidFill>
                <a:ea typeface="+mn-lt"/>
                <a:cs typeface="+mn-lt"/>
              </a:rPr>
              <a:t>of</a:t>
            </a:r>
            <a:r>
              <a:rPr lang="sv-SE" sz="2000">
                <a:solidFill>
                  <a:srgbClr val="000000"/>
                </a:solidFill>
                <a:ea typeface="+mn-lt"/>
                <a:cs typeface="+mn-lt"/>
              </a:rPr>
              <a:t> the adult population worldwide</a:t>
            </a:r>
            <a:r>
              <a:rPr lang="sv-SE" sz="2000" baseline="30000">
                <a:solidFill>
                  <a:srgbClr val="000000"/>
                </a:solidFill>
                <a:ea typeface="+mn-lt"/>
                <a:cs typeface="+mn-lt"/>
              </a:rPr>
              <a:t>2</a:t>
            </a:r>
            <a:r>
              <a:rPr lang="sv-SE" sz="2400">
                <a:solidFill>
                  <a:srgbClr val="000000"/>
                </a:solidFill>
                <a:ea typeface="+mn-lt"/>
                <a:cs typeface="Calibri"/>
              </a:rPr>
              <a:t>.</a:t>
            </a:r>
            <a:endParaRPr lang="en-US"/>
          </a:p>
          <a:p>
            <a:endParaRPr lang="sv-SE" sz="2400" baseline="30000">
              <a:solidFill>
                <a:srgbClr val="000000"/>
              </a:solidFill>
              <a:ea typeface="+mn-lt"/>
              <a:cs typeface="Calibri"/>
            </a:endParaRPr>
          </a:p>
        </p:txBody>
      </p:sp>
      <p:sp>
        <p:nvSpPr>
          <p:cNvPr id="26" name="矩形: 圆角 25">
            <a:extLst>
              <a:ext uri="{FF2B5EF4-FFF2-40B4-BE49-F238E27FC236}">
                <a16:creationId xmlns:a16="http://schemas.microsoft.com/office/drawing/2014/main" id="{8DCD8325-98B9-284D-15BE-5610C1D45952}"/>
              </a:ext>
            </a:extLst>
          </p:cNvPr>
          <p:cNvSpPr/>
          <p:nvPr/>
        </p:nvSpPr>
        <p:spPr>
          <a:xfrm>
            <a:off x="4953952" y="1442998"/>
            <a:ext cx="3627658" cy="550661"/>
          </a:xfrm>
          <a:prstGeom prst="roundRect">
            <a:avLst/>
          </a:prstGeom>
          <a:solidFill>
            <a:srgbClr val="D4237A">
              <a:alpha val="69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sv-SE" altLang="zh-CN" sz="2400" b="1" err="1">
                <a:solidFill>
                  <a:schemeClr val="tx1"/>
                </a:solidFill>
              </a:rPr>
              <a:t>Rheumatoid</a:t>
            </a:r>
            <a:r>
              <a:rPr lang="sv-SE" altLang="zh-CN" sz="2400" b="1">
                <a:solidFill>
                  <a:schemeClr val="tx1"/>
                </a:solidFill>
              </a:rPr>
              <a:t> </a:t>
            </a:r>
            <a:r>
              <a:rPr lang="sv-SE" altLang="zh-CN" sz="2400" b="1" err="1">
                <a:solidFill>
                  <a:schemeClr val="tx1"/>
                </a:solidFill>
              </a:rPr>
              <a:t>arthritis</a:t>
            </a:r>
            <a:r>
              <a:rPr lang="sv-SE" altLang="zh-CN" sz="2400" b="1">
                <a:solidFill>
                  <a:schemeClr val="tx1"/>
                </a:solidFill>
              </a:rPr>
              <a:t> (RA)</a:t>
            </a:r>
            <a:endParaRPr lang="zh-CN" altLang="en-US" sz="2400">
              <a:solidFill>
                <a:schemeClr val="tx1"/>
              </a:solidFill>
            </a:endParaRPr>
          </a:p>
        </p:txBody>
      </p:sp>
      <p:sp>
        <p:nvSpPr>
          <p:cNvPr id="4" name="箭头: 右 3">
            <a:extLst>
              <a:ext uri="{FF2B5EF4-FFF2-40B4-BE49-F238E27FC236}">
                <a16:creationId xmlns:a16="http://schemas.microsoft.com/office/drawing/2014/main" id="{32494FBA-AE92-EB99-9BB4-2383EC6820D8}"/>
              </a:ext>
            </a:extLst>
          </p:cNvPr>
          <p:cNvSpPr/>
          <p:nvPr/>
        </p:nvSpPr>
        <p:spPr>
          <a:xfrm>
            <a:off x="4378586" y="3546062"/>
            <a:ext cx="566787" cy="512560"/>
          </a:xfrm>
          <a:prstGeom prst="rightArrow">
            <a:avLst/>
          </a:prstGeom>
          <a:solidFill>
            <a:srgbClr val="D423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Picture 1" descr="Rheumatoid Arthritis Notes - Autoimmune Disease Cluster – Rheumatic ...">
            <a:extLst>
              <a:ext uri="{FF2B5EF4-FFF2-40B4-BE49-F238E27FC236}">
                <a16:creationId xmlns:a16="http://schemas.microsoft.com/office/drawing/2014/main" id="{73862CCC-753E-4102-A3EE-7844CD51AECE}"/>
              </a:ext>
            </a:extLst>
          </p:cNvPr>
          <p:cNvPicPr>
            <a:picLocks noChangeAspect="1"/>
          </p:cNvPicPr>
          <p:nvPr/>
        </p:nvPicPr>
        <p:blipFill>
          <a:blip r:embed="rId3"/>
          <a:stretch>
            <a:fillRect/>
          </a:stretch>
        </p:blipFill>
        <p:spPr>
          <a:xfrm>
            <a:off x="367449" y="2242063"/>
            <a:ext cx="3892778" cy="2615595"/>
          </a:xfrm>
          <a:prstGeom prst="rect">
            <a:avLst/>
          </a:prstGeom>
          <a:effectLst>
            <a:outerShdw blurRad="50800" dist="38100" dir="2700000" algn="tl" rotWithShape="0">
              <a:prstClr val="black">
                <a:alpha val="40000"/>
              </a:prstClr>
            </a:outerShdw>
          </a:effectLst>
        </p:spPr>
      </p:pic>
      <p:grpSp>
        <p:nvGrpSpPr>
          <p:cNvPr id="8" name="组合 7">
            <a:extLst>
              <a:ext uri="{FF2B5EF4-FFF2-40B4-BE49-F238E27FC236}">
                <a16:creationId xmlns:a16="http://schemas.microsoft.com/office/drawing/2014/main" id="{04AE90F9-3F73-9847-2D87-AA9EDAC066D0}"/>
              </a:ext>
            </a:extLst>
          </p:cNvPr>
          <p:cNvGrpSpPr/>
          <p:nvPr/>
        </p:nvGrpSpPr>
        <p:grpSpPr>
          <a:xfrm>
            <a:off x="4921927" y="3479283"/>
            <a:ext cx="3902801" cy="2421982"/>
            <a:chOff x="3748865" y="4894839"/>
            <a:chExt cx="3902801" cy="2421982"/>
          </a:xfrm>
        </p:grpSpPr>
        <p:sp>
          <p:nvSpPr>
            <p:cNvPr id="3" name="文本框 2">
              <a:extLst>
                <a:ext uri="{FF2B5EF4-FFF2-40B4-BE49-F238E27FC236}">
                  <a16:creationId xmlns:a16="http://schemas.microsoft.com/office/drawing/2014/main" id="{547B49B5-4E5D-1717-011A-188B67E1C1FC}"/>
                </a:ext>
              </a:extLst>
            </p:cNvPr>
            <p:cNvSpPr txBox="1"/>
            <p:nvPr/>
          </p:nvSpPr>
          <p:spPr>
            <a:xfrm>
              <a:off x="4540334" y="4985414"/>
              <a:ext cx="3111332" cy="23314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571500" indent="-285750">
                <a:spcAft>
                  <a:spcPts val="400"/>
                </a:spcAft>
                <a:buFont typeface="Arial"/>
                <a:buChar char="•"/>
              </a:pPr>
              <a:r>
                <a:rPr lang="en-US" sz="1600" b="1">
                  <a:solidFill>
                    <a:srgbClr val="0A0A0A"/>
                  </a:solidFill>
                  <a:highlight>
                    <a:srgbClr val="FFFFFF"/>
                  </a:highlight>
                  <a:latin typeface="Calibri"/>
                  <a:ea typeface="Calibri"/>
                  <a:cs typeface="Calibri"/>
                </a:rPr>
                <a:t>Symptoms:</a:t>
              </a:r>
              <a:r>
                <a:rPr lang="en-US" sz="1600">
                  <a:solidFill>
                    <a:srgbClr val="0A0A0A"/>
                  </a:solidFill>
                  <a:highlight>
                    <a:srgbClr val="FFFFFF"/>
                  </a:highlight>
                  <a:latin typeface="Calibri"/>
                  <a:ea typeface="Calibri"/>
                  <a:cs typeface="Calibri"/>
                </a:rPr>
                <a:t> </a:t>
              </a:r>
              <a:endParaRPr lang="en-US" sz="1600">
                <a:solidFill>
                  <a:srgbClr val="000000"/>
                </a:solidFill>
                <a:latin typeface="Calibri"/>
                <a:ea typeface="Calibri"/>
                <a:cs typeface="Calibri"/>
              </a:endParaRPr>
            </a:p>
            <a:p>
              <a:pPr marL="285750">
                <a:spcAft>
                  <a:spcPts val="400"/>
                </a:spcAft>
              </a:pPr>
              <a:r>
                <a:rPr lang="en-US" sz="1600">
                  <a:solidFill>
                    <a:srgbClr val="0A0A0A"/>
                  </a:solidFill>
                  <a:highlight>
                    <a:srgbClr val="FFFFFF"/>
                  </a:highlight>
                  <a:latin typeface="Calibri"/>
                  <a:ea typeface="Calibri"/>
                  <a:cs typeface="Calibri"/>
                </a:rPr>
                <a:t>Symmetrical Pain &amp; Morning Stiffness, chronic inflammation </a:t>
              </a:r>
            </a:p>
            <a:p>
              <a:pPr marL="571500" indent="-285750">
                <a:spcAft>
                  <a:spcPts val="400"/>
                </a:spcAft>
                <a:buFont typeface="Arial"/>
                <a:buChar char="•"/>
              </a:pPr>
              <a:endParaRPr lang="en-US" sz="1600">
                <a:solidFill>
                  <a:srgbClr val="0A0A0A"/>
                </a:solidFill>
                <a:highlight>
                  <a:srgbClr val="FFFFFF"/>
                </a:highlight>
                <a:latin typeface="Calibri"/>
                <a:ea typeface="Calibri"/>
                <a:cs typeface="Calibri"/>
              </a:endParaRPr>
            </a:p>
            <a:p>
              <a:pPr marL="571500" indent="-285750">
                <a:spcAft>
                  <a:spcPts val="400"/>
                </a:spcAft>
                <a:buFont typeface="Arial"/>
                <a:buChar char="•"/>
              </a:pPr>
              <a:r>
                <a:rPr lang="en-US" sz="1600" b="1">
                  <a:solidFill>
                    <a:srgbClr val="0A0A0A"/>
                  </a:solidFill>
                  <a:highlight>
                    <a:srgbClr val="FFFFFF"/>
                  </a:highlight>
                  <a:latin typeface="Calibri"/>
                  <a:ea typeface="Calibri"/>
                  <a:cs typeface="Calibri"/>
                </a:rPr>
                <a:t>Outcome:</a:t>
              </a:r>
              <a:r>
                <a:rPr lang="en-US" sz="1600">
                  <a:solidFill>
                    <a:srgbClr val="0A0A0A"/>
                  </a:solidFill>
                  <a:highlight>
                    <a:srgbClr val="FFFFFF"/>
                  </a:highlight>
                  <a:latin typeface="Calibri"/>
                  <a:ea typeface="Calibri"/>
                  <a:cs typeface="Calibri"/>
                </a:rPr>
                <a:t> </a:t>
              </a:r>
              <a:endParaRPr lang="en-US" sz="1600">
                <a:solidFill>
                  <a:srgbClr val="000000"/>
                </a:solidFill>
                <a:latin typeface="Calibri"/>
                <a:ea typeface="Calibri"/>
                <a:cs typeface="Calibri"/>
              </a:endParaRPr>
            </a:p>
            <a:p>
              <a:pPr marL="285750">
                <a:spcAft>
                  <a:spcPts val="400"/>
                </a:spcAft>
              </a:pPr>
              <a:r>
                <a:rPr lang="en-US" sz="1600">
                  <a:solidFill>
                    <a:srgbClr val="0A0A0A"/>
                  </a:solidFill>
                  <a:highlight>
                    <a:srgbClr val="FFFFFF"/>
                  </a:highlight>
                  <a:latin typeface="Calibri"/>
                  <a:ea typeface="Calibri"/>
                  <a:cs typeface="Calibri"/>
                </a:rPr>
                <a:t>Bone Erosion &amp; Quality of Life </a:t>
              </a:r>
              <a:endParaRPr lang="en-US" sz="1600">
                <a:latin typeface="Calibri"/>
                <a:ea typeface="Calibri"/>
                <a:cs typeface="Calibri"/>
              </a:endParaRPr>
            </a:p>
            <a:p>
              <a:pPr marL="285750" indent="-285750">
                <a:spcAft>
                  <a:spcPts val="100"/>
                </a:spcAft>
                <a:buFont typeface="Arial"/>
                <a:buChar char="•"/>
              </a:pPr>
              <a:endParaRPr lang="en-US" altLang="zh-CN" sz="1600">
                <a:solidFill>
                  <a:srgbClr val="0A0A0A"/>
                </a:solidFill>
                <a:highlight>
                  <a:srgbClr val="FFFFFF"/>
                </a:highlight>
                <a:latin typeface="Calibri"/>
                <a:ea typeface="Calibri"/>
                <a:cs typeface="Calibri"/>
              </a:endParaRPr>
            </a:p>
            <a:p>
              <a:pPr marL="285750" indent="-285750">
                <a:spcAft>
                  <a:spcPts val="100"/>
                </a:spcAft>
                <a:buFont typeface="Arial"/>
                <a:buChar char="•"/>
              </a:pPr>
              <a:endParaRPr lang="zh-CN" altLang="en-US" sz="1600">
                <a:latin typeface="Calibri"/>
                <a:ea typeface="+mn-lt"/>
                <a:cs typeface="Calibri"/>
              </a:endParaRPr>
            </a:p>
          </p:txBody>
        </p:sp>
        <p:pic>
          <p:nvPicPr>
            <p:cNvPr id="15" name="Picture 14" descr="Joint Pain Icon Vector Outline Illustration 17431847 Vector Art at Vecteezy">
              <a:extLst>
                <a:ext uri="{FF2B5EF4-FFF2-40B4-BE49-F238E27FC236}">
                  <a16:creationId xmlns:a16="http://schemas.microsoft.com/office/drawing/2014/main" id="{D6B439AD-815F-62D4-E53D-4F7781083498}"/>
                </a:ext>
              </a:extLst>
            </p:cNvPr>
            <p:cNvPicPr>
              <a:picLocks noChangeAspect="1"/>
            </p:cNvPicPr>
            <p:nvPr/>
          </p:nvPicPr>
          <p:blipFill>
            <a:blip r:embed="rId4"/>
            <a:stretch>
              <a:fillRect/>
            </a:stretch>
          </p:blipFill>
          <p:spPr>
            <a:xfrm flipV="1">
              <a:off x="3748865" y="4894839"/>
              <a:ext cx="836593" cy="970766"/>
            </a:xfrm>
            <a:prstGeom prst="rect">
              <a:avLst/>
            </a:prstGeom>
          </p:spPr>
        </p:pic>
        <p:pic>
          <p:nvPicPr>
            <p:cNvPr id="16" name="Picture 15" descr="Pain, management icon - Download on Iconfinder on Iconfinder">
              <a:extLst>
                <a:ext uri="{FF2B5EF4-FFF2-40B4-BE49-F238E27FC236}">
                  <a16:creationId xmlns:a16="http://schemas.microsoft.com/office/drawing/2014/main" id="{3DA0960A-5CB7-D4A0-662B-3D5D3D694CB1}"/>
                </a:ext>
              </a:extLst>
            </p:cNvPr>
            <p:cNvPicPr>
              <a:picLocks noChangeAspect="1"/>
            </p:cNvPicPr>
            <p:nvPr/>
          </p:nvPicPr>
          <p:blipFill>
            <a:blip r:embed="rId5"/>
            <a:stretch>
              <a:fillRect/>
            </a:stretch>
          </p:blipFill>
          <p:spPr>
            <a:xfrm>
              <a:off x="3807037" y="6124926"/>
              <a:ext cx="720247" cy="678495"/>
            </a:xfrm>
            <a:prstGeom prst="rect">
              <a:avLst/>
            </a:prstGeom>
            <a:ln>
              <a:noFill/>
            </a:ln>
          </p:spPr>
        </p:pic>
      </p:grpSp>
      <p:pic>
        <p:nvPicPr>
          <p:cNvPr id="7" name="图片 6">
            <a:extLst>
              <a:ext uri="{FF2B5EF4-FFF2-40B4-BE49-F238E27FC236}">
                <a16:creationId xmlns:a16="http://schemas.microsoft.com/office/drawing/2014/main" id="{2586E1D6-D40F-CEF3-47BF-176AE62709FE}"/>
              </a:ext>
            </a:extLst>
          </p:cNvPr>
          <p:cNvPicPr>
            <a:picLocks noChangeAspect="1"/>
          </p:cNvPicPr>
          <p:nvPr/>
        </p:nvPicPr>
        <p:blipFill>
          <a:blip r:embed="rId6"/>
          <a:stretch>
            <a:fillRect/>
          </a:stretch>
        </p:blipFill>
        <p:spPr>
          <a:xfrm>
            <a:off x="9143491" y="1741774"/>
            <a:ext cx="2057980" cy="3326734"/>
          </a:xfrm>
          <a:prstGeom prst="rect">
            <a:avLst/>
          </a:prstGeom>
        </p:spPr>
      </p:pic>
      <p:sp>
        <p:nvSpPr>
          <p:cNvPr id="17" name="文本框 16">
            <a:extLst>
              <a:ext uri="{FF2B5EF4-FFF2-40B4-BE49-F238E27FC236}">
                <a16:creationId xmlns:a16="http://schemas.microsoft.com/office/drawing/2014/main" id="{7BBECB03-A639-C3E3-D419-DF95F69C4BDC}"/>
              </a:ext>
            </a:extLst>
          </p:cNvPr>
          <p:cNvSpPr txBox="1"/>
          <p:nvPr/>
        </p:nvSpPr>
        <p:spPr>
          <a:xfrm>
            <a:off x="5965684" y="5642448"/>
            <a:ext cx="2753628" cy="830997"/>
          </a:xfrm>
          <a:prstGeom prst="rect">
            <a:avLst/>
          </a:prstGeom>
          <a:noFill/>
        </p:spPr>
        <p:txBody>
          <a:bodyPr wrap="square" lIns="91440" tIns="45720" rIns="91440" bIns="45720" rtlCol="0" anchor="t">
            <a:spAutoFit/>
          </a:bodyPr>
          <a:lstStyle/>
          <a:p>
            <a:r>
              <a:rPr kumimoji="1" lang="en-US" altLang="zh-CN" sz="4800" b="1">
                <a:solidFill>
                  <a:srgbClr val="560E39"/>
                </a:solidFill>
                <a:ea typeface="等线"/>
              </a:rPr>
              <a:t>+$3,383</a:t>
            </a:r>
            <a:r>
              <a:rPr kumimoji="1" lang="en-US" altLang="zh-CN" sz="1100" b="1">
                <a:solidFill>
                  <a:srgbClr val="560E39"/>
                </a:solidFill>
                <a:ea typeface="等线"/>
              </a:rPr>
              <a:t>[1]</a:t>
            </a:r>
            <a:endParaRPr lang="zh-CN" altLang="en-US" sz="1100" b="1">
              <a:solidFill>
                <a:srgbClr val="560E39"/>
              </a:solidFill>
              <a:ea typeface="等线"/>
              <a:cs typeface="Calibri"/>
            </a:endParaRPr>
          </a:p>
        </p:txBody>
      </p:sp>
      <p:sp>
        <p:nvSpPr>
          <p:cNvPr id="19" name="文本框 18">
            <a:extLst>
              <a:ext uri="{FF2B5EF4-FFF2-40B4-BE49-F238E27FC236}">
                <a16:creationId xmlns:a16="http://schemas.microsoft.com/office/drawing/2014/main" id="{3E9C30FC-FDA2-9EDF-1E52-8D3FBA2BC616}"/>
              </a:ext>
            </a:extLst>
          </p:cNvPr>
          <p:cNvSpPr txBox="1"/>
          <p:nvPr/>
        </p:nvSpPr>
        <p:spPr>
          <a:xfrm>
            <a:off x="8329097" y="5652411"/>
            <a:ext cx="3897597" cy="830997"/>
          </a:xfrm>
          <a:prstGeom prst="rect">
            <a:avLst/>
          </a:prstGeom>
          <a:noFill/>
        </p:spPr>
        <p:txBody>
          <a:bodyPr wrap="square" lIns="91440" tIns="45720" rIns="91440" bIns="45720" rtlCol="0" anchor="t">
            <a:spAutoFit/>
          </a:bodyPr>
          <a:lstStyle/>
          <a:p>
            <a:r>
              <a:rPr lang="sv-SE" altLang="zh-CN" sz="1600" err="1">
                <a:ea typeface="等线"/>
              </a:rPr>
              <a:t>Additional</a:t>
            </a:r>
            <a:r>
              <a:rPr lang="sv-SE" altLang="zh-CN" sz="1600">
                <a:ea typeface="等线"/>
              </a:rPr>
              <a:t> </a:t>
            </a:r>
            <a:r>
              <a:rPr lang="sv-SE" altLang="zh-CN" sz="1600" err="1">
                <a:ea typeface="等线"/>
              </a:rPr>
              <a:t>Annual</a:t>
            </a:r>
            <a:r>
              <a:rPr lang="sv-SE" altLang="zh-CN" sz="1600">
                <a:ea typeface="等线"/>
              </a:rPr>
              <a:t> Healthcare </a:t>
            </a:r>
            <a:r>
              <a:rPr lang="sv-SE" altLang="zh-CN" sz="1600" err="1">
                <a:ea typeface="等线"/>
              </a:rPr>
              <a:t>Expenditure</a:t>
            </a:r>
            <a:r>
              <a:rPr lang="sv-SE" altLang="zh-CN" sz="1600">
                <a:ea typeface="等线"/>
              </a:rPr>
              <a:t> per Patient (vs. Non-RA)</a:t>
            </a:r>
            <a:r>
              <a:rPr lang="en-US" altLang="zh-CN" sz="1600">
                <a:ea typeface="等线"/>
              </a:rPr>
              <a:t>.</a:t>
            </a:r>
            <a:endParaRPr lang="sv-SE" altLang="zh-CN" sz="1600"/>
          </a:p>
          <a:p>
            <a:r>
              <a:rPr lang="sv-SE" altLang="zh-CN" sz="1600">
                <a:ea typeface="等线"/>
              </a:rPr>
              <a:t>Driven </a:t>
            </a:r>
            <a:r>
              <a:rPr lang="sv-SE" altLang="zh-CN" sz="1600" err="1">
                <a:ea typeface="等线"/>
              </a:rPr>
              <a:t>primarily</a:t>
            </a:r>
            <a:r>
              <a:rPr lang="sv-SE" altLang="zh-CN" sz="1600">
                <a:ea typeface="等线"/>
              </a:rPr>
              <a:t> by </a:t>
            </a:r>
            <a:r>
              <a:rPr lang="sv-SE" altLang="zh-CN" sz="1600" b="1" err="1">
                <a:ea typeface="等线"/>
              </a:rPr>
              <a:t>Prescription</a:t>
            </a:r>
            <a:r>
              <a:rPr lang="sv-SE" altLang="zh-CN" sz="1600" b="1">
                <a:ea typeface="等线"/>
              </a:rPr>
              <a:t> </a:t>
            </a:r>
            <a:r>
              <a:rPr lang="sv-SE" altLang="zh-CN" sz="1600" b="1" err="1">
                <a:ea typeface="等线"/>
              </a:rPr>
              <a:t>Medication</a:t>
            </a:r>
            <a:endParaRPr lang="sv-SE" altLang="zh-CN" sz="1600">
              <a:ea typeface="等线"/>
              <a:cs typeface="Calibri"/>
            </a:endParaRPr>
          </a:p>
        </p:txBody>
      </p:sp>
    </p:spTree>
    <p:extLst>
      <p:ext uri="{BB962C8B-B14F-4D97-AF65-F5344CB8AC3E}">
        <p14:creationId xmlns:p14="http://schemas.microsoft.com/office/powerpoint/2010/main" val="1129621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F887DB-42E8-3F2E-F9BF-8B9713A19809}"/>
            </a:ext>
          </a:extLst>
        </p:cNvPr>
        <p:cNvGrpSpPr/>
        <p:nvPr/>
      </p:nvGrpSpPr>
      <p:grpSpPr>
        <a:xfrm>
          <a:off x="0" y="0"/>
          <a:ext cx="0" cy="0"/>
          <a:chOff x="0" y="0"/>
          <a:chExt cx="0" cy="0"/>
        </a:xfrm>
      </p:grpSpPr>
      <p:grpSp>
        <p:nvGrpSpPr>
          <p:cNvPr id="16" name="组合 15">
            <a:extLst>
              <a:ext uri="{FF2B5EF4-FFF2-40B4-BE49-F238E27FC236}">
                <a16:creationId xmlns:a16="http://schemas.microsoft.com/office/drawing/2014/main" id="{E0041A96-6D28-7FE7-DF66-491A01722F28}"/>
              </a:ext>
            </a:extLst>
          </p:cNvPr>
          <p:cNvGrpSpPr/>
          <p:nvPr/>
        </p:nvGrpSpPr>
        <p:grpSpPr>
          <a:xfrm>
            <a:off x="1039299" y="3219102"/>
            <a:ext cx="3953434" cy="1847618"/>
            <a:chOff x="6967818" y="1766047"/>
            <a:chExt cx="3953434" cy="1847618"/>
          </a:xfrm>
        </p:grpSpPr>
        <p:grpSp>
          <p:nvGrpSpPr>
            <p:cNvPr id="8" name="组合 7">
              <a:extLst>
                <a:ext uri="{FF2B5EF4-FFF2-40B4-BE49-F238E27FC236}">
                  <a16:creationId xmlns:a16="http://schemas.microsoft.com/office/drawing/2014/main" id="{D4936F41-8F71-89B0-19B3-0BEB94D22723}"/>
                </a:ext>
              </a:extLst>
            </p:cNvPr>
            <p:cNvGrpSpPr/>
            <p:nvPr/>
          </p:nvGrpSpPr>
          <p:grpSpPr>
            <a:xfrm>
              <a:off x="6967818" y="1766047"/>
              <a:ext cx="3630705" cy="977153"/>
              <a:chOff x="4533901" y="1645023"/>
              <a:chExt cx="3630705" cy="977153"/>
            </a:xfrm>
          </p:grpSpPr>
          <p:pic>
            <p:nvPicPr>
              <p:cNvPr id="3" name="图形 2">
                <a:extLst>
                  <a:ext uri="{FF2B5EF4-FFF2-40B4-BE49-F238E27FC236}">
                    <a16:creationId xmlns:a16="http://schemas.microsoft.com/office/drawing/2014/main" id="{2B6D61D6-C93E-2961-462E-A9AB414E7D1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187453" y="1645023"/>
                <a:ext cx="977153" cy="977153"/>
              </a:xfrm>
              <a:prstGeom prst="rect">
                <a:avLst/>
              </a:prstGeom>
            </p:spPr>
          </p:pic>
          <p:pic>
            <p:nvPicPr>
              <p:cNvPr id="5" name="图形 4">
                <a:extLst>
                  <a:ext uri="{FF2B5EF4-FFF2-40B4-BE49-F238E27FC236}">
                    <a16:creationId xmlns:a16="http://schemas.microsoft.com/office/drawing/2014/main" id="{5CC20288-D129-1E12-A733-558355E1CA2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533901" y="1645023"/>
                <a:ext cx="977153" cy="977153"/>
              </a:xfrm>
              <a:prstGeom prst="rect">
                <a:avLst/>
              </a:prstGeom>
            </p:spPr>
          </p:pic>
          <p:pic>
            <p:nvPicPr>
              <p:cNvPr id="6" name="图形 5">
                <a:extLst>
                  <a:ext uri="{FF2B5EF4-FFF2-40B4-BE49-F238E27FC236}">
                    <a16:creationId xmlns:a16="http://schemas.microsoft.com/office/drawing/2014/main" id="{A14F3283-3592-BEAD-B34D-4B07834BA03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419164" y="1645023"/>
                <a:ext cx="977153" cy="977153"/>
              </a:xfrm>
              <a:prstGeom prst="rect">
                <a:avLst/>
              </a:prstGeom>
            </p:spPr>
          </p:pic>
          <p:pic>
            <p:nvPicPr>
              <p:cNvPr id="7" name="图形 6">
                <a:extLst>
                  <a:ext uri="{FF2B5EF4-FFF2-40B4-BE49-F238E27FC236}">
                    <a16:creationId xmlns:a16="http://schemas.microsoft.com/office/drawing/2014/main" id="{E28D91B9-9F04-571F-B633-3F8FDB36781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04427" y="1645023"/>
                <a:ext cx="977153" cy="977153"/>
              </a:xfrm>
              <a:prstGeom prst="rect">
                <a:avLst/>
              </a:prstGeom>
            </p:spPr>
          </p:pic>
        </p:grpSp>
        <p:sp>
          <p:nvSpPr>
            <p:cNvPr id="9" name="文本框 8">
              <a:extLst>
                <a:ext uri="{FF2B5EF4-FFF2-40B4-BE49-F238E27FC236}">
                  <a16:creationId xmlns:a16="http://schemas.microsoft.com/office/drawing/2014/main" id="{EB35E27F-15EF-02A9-C26C-E635FBF38D43}"/>
                </a:ext>
              </a:extLst>
            </p:cNvPr>
            <p:cNvSpPr txBox="1"/>
            <p:nvPr/>
          </p:nvSpPr>
          <p:spPr>
            <a:xfrm>
              <a:off x="9392768" y="2598002"/>
              <a:ext cx="1528484" cy="1015663"/>
            </a:xfrm>
            <a:prstGeom prst="rect">
              <a:avLst/>
            </a:prstGeom>
            <a:noFill/>
          </p:spPr>
          <p:txBody>
            <a:bodyPr wrap="square" rtlCol="0">
              <a:spAutoFit/>
            </a:bodyPr>
            <a:lstStyle/>
            <a:p>
              <a:r>
                <a:rPr kumimoji="1" lang="en-US" altLang="zh-CN" sz="6000" b="1">
                  <a:solidFill>
                    <a:srgbClr val="560E39"/>
                  </a:solidFill>
                </a:rPr>
                <a:t>3:1</a:t>
              </a:r>
              <a:endParaRPr kumimoji="1" lang="zh-CN" altLang="en-US" sz="6000" b="1">
                <a:solidFill>
                  <a:srgbClr val="560E39"/>
                </a:solidFill>
              </a:endParaRPr>
            </a:p>
          </p:txBody>
        </p:sp>
        <p:sp>
          <p:nvSpPr>
            <p:cNvPr id="10" name="文本框 9">
              <a:extLst>
                <a:ext uri="{FF2B5EF4-FFF2-40B4-BE49-F238E27FC236}">
                  <a16:creationId xmlns:a16="http://schemas.microsoft.com/office/drawing/2014/main" id="{4BA6E522-1A01-01B7-6720-93E2E43D0065}"/>
                </a:ext>
              </a:extLst>
            </p:cNvPr>
            <p:cNvSpPr txBox="1"/>
            <p:nvPr/>
          </p:nvSpPr>
          <p:spPr>
            <a:xfrm>
              <a:off x="7165032" y="2795568"/>
              <a:ext cx="2572874" cy="369332"/>
            </a:xfrm>
            <a:prstGeom prst="rect">
              <a:avLst/>
            </a:prstGeom>
            <a:noFill/>
          </p:spPr>
          <p:txBody>
            <a:bodyPr wrap="square" rtlCol="0">
              <a:spAutoFit/>
            </a:bodyPr>
            <a:lstStyle/>
            <a:p>
              <a:r>
                <a:rPr lang="sv-SE" altLang="zh-CN" b="1">
                  <a:solidFill>
                    <a:srgbClr val="560E39"/>
                  </a:solidFill>
                </a:rPr>
                <a:t>Gender Distribution</a:t>
              </a:r>
              <a:r>
                <a:rPr lang="zh-CN" altLang="en-US" b="1">
                  <a:solidFill>
                    <a:srgbClr val="560E39"/>
                  </a:solidFill>
                </a:rPr>
                <a:t>：</a:t>
              </a:r>
              <a:endParaRPr kumimoji="1" lang="en-US" altLang="zh-CN" b="1">
                <a:solidFill>
                  <a:srgbClr val="560E39"/>
                </a:solidFill>
              </a:endParaRPr>
            </a:p>
          </p:txBody>
        </p:sp>
      </p:grpSp>
      <p:sp>
        <p:nvSpPr>
          <p:cNvPr id="13" name="圆角矩形 37">
            <a:extLst>
              <a:ext uri="{FF2B5EF4-FFF2-40B4-BE49-F238E27FC236}">
                <a16:creationId xmlns:a16="http://schemas.microsoft.com/office/drawing/2014/main" id="{74510CA4-69C7-89D8-8D88-F93DA8A924A9}"/>
              </a:ext>
            </a:extLst>
          </p:cNvPr>
          <p:cNvSpPr/>
          <p:nvPr/>
        </p:nvSpPr>
        <p:spPr>
          <a:xfrm>
            <a:off x="2687171" y="302445"/>
            <a:ext cx="6817658" cy="766662"/>
          </a:xfrm>
          <a:prstGeom prst="roundRect">
            <a:avLst/>
          </a:prstGeom>
          <a:solidFill>
            <a:srgbClr val="535B6E"/>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sv-SE" sz="2800" b="1">
                <a:solidFill>
                  <a:srgbClr val="FFFFFF"/>
                </a:solidFill>
                <a:ea typeface="+mn-lt"/>
                <a:cs typeface="+mn-lt"/>
              </a:rPr>
              <a:t>RA</a:t>
            </a:r>
            <a:r>
              <a:rPr lang="zh-CN" altLang="en-US" sz="2800" b="1">
                <a:solidFill>
                  <a:srgbClr val="FFFFFF"/>
                </a:solidFill>
                <a:ea typeface="+mn-lt"/>
                <a:cs typeface="+mn-lt"/>
              </a:rPr>
              <a:t> </a:t>
            </a:r>
            <a:r>
              <a:rPr lang="en-US" altLang="zh-CN" sz="2800" b="1">
                <a:solidFill>
                  <a:srgbClr val="FFFFFF"/>
                </a:solidFill>
                <a:ea typeface="+mn-lt"/>
                <a:cs typeface="+mn-lt"/>
              </a:rPr>
              <a:t>occurs</a:t>
            </a:r>
            <a:r>
              <a:rPr lang="zh-CN" altLang="en-US" sz="2800" b="1">
                <a:solidFill>
                  <a:srgbClr val="FFFFFF"/>
                </a:solidFill>
                <a:ea typeface="+mn-lt"/>
                <a:cs typeface="+mn-lt"/>
              </a:rPr>
              <a:t> </a:t>
            </a:r>
            <a:r>
              <a:rPr lang="en-US" altLang="zh-CN" sz="2800" b="1">
                <a:solidFill>
                  <a:srgbClr val="FFFFFF"/>
                </a:solidFill>
                <a:ea typeface="+mn-lt"/>
                <a:cs typeface="+mn-lt"/>
              </a:rPr>
              <a:t>more</a:t>
            </a:r>
            <a:r>
              <a:rPr lang="zh-CN" altLang="en-US" sz="2800" b="1">
                <a:solidFill>
                  <a:srgbClr val="FFFFFF"/>
                </a:solidFill>
                <a:ea typeface="+mn-lt"/>
                <a:cs typeface="+mn-lt"/>
              </a:rPr>
              <a:t> </a:t>
            </a:r>
            <a:r>
              <a:rPr lang="en-US" altLang="zh-CN" sz="2800" b="1">
                <a:solidFill>
                  <a:srgbClr val="FFFFFF"/>
                </a:solidFill>
                <a:ea typeface="+mn-lt"/>
                <a:cs typeface="+mn-lt"/>
              </a:rPr>
              <a:t>on woman </a:t>
            </a:r>
            <a:endParaRPr lang="zh-CN"/>
          </a:p>
        </p:txBody>
      </p:sp>
      <p:grpSp>
        <p:nvGrpSpPr>
          <p:cNvPr id="46" name="îšḷiďê">
            <a:extLst>
              <a:ext uri="{FF2B5EF4-FFF2-40B4-BE49-F238E27FC236}">
                <a16:creationId xmlns:a16="http://schemas.microsoft.com/office/drawing/2014/main" id="{7D1982D9-7EB3-6762-58A9-8FA197914BA0}"/>
              </a:ext>
            </a:extLst>
          </p:cNvPr>
          <p:cNvGrpSpPr>
            <a:grpSpLocks noChangeAspect="1"/>
          </p:cNvGrpSpPr>
          <p:nvPr/>
        </p:nvGrpSpPr>
        <p:grpSpPr>
          <a:xfrm>
            <a:off x="4880415" y="4671084"/>
            <a:ext cx="6816567" cy="1651704"/>
            <a:chOff x="1291369" y="3987516"/>
            <a:chExt cx="8459500" cy="2049798"/>
          </a:xfrm>
        </p:grpSpPr>
        <p:grpSp>
          <p:nvGrpSpPr>
            <p:cNvPr id="47" name="îṡ1íḋê">
              <a:extLst>
                <a:ext uri="{FF2B5EF4-FFF2-40B4-BE49-F238E27FC236}">
                  <a16:creationId xmlns:a16="http://schemas.microsoft.com/office/drawing/2014/main" id="{6F97BE39-0748-C51E-14BE-9945C3534FAE}"/>
                </a:ext>
              </a:extLst>
            </p:cNvPr>
            <p:cNvGrpSpPr/>
            <p:nvPr/>
          </p:nvGrpSpPr>
          <p:grpSpPr>
            <a:xfrm flipH="1">
              <a:off x="3601587" y="4299451"/>
              <a:ext cx="948719" cy="1547266"/>
              <a:chOff x="4524615" y="2642759"/>
              <a:chExt cx="711373" cy="1547266"/>
            </a:xfrm>
          </p:grpSpPr>
          <p:cxnSp>
            <p:nvCxnSpPr>
              <p:cNvPr id="57" name="iśľîḋé">
                <a:extLst>
                  <a:ext uri="{FF2B5EF4-FFF2-40B4-BE49-F238E27FC236}">
                    <a16:creationId xmlns:a16="http://schemas.microsoft.com/office/drawing/2014/main" id="{306AED6B-29DC-88DF-E927-C52D68897CD7}"/>
                  </a:ext>
                </a:extLst>
              </p:cNvPr>
              <p:cNvCxnSpPr/>
              <p:nvPr/>
            </p:nvCxnSpPr>
            <p:spPr>
              <a:xfrm>
                <a:off x="4524615" y="2642759"/>
                <a:ext cx="320373"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58" name="ïśľïḍè">
                <a:extLst>
                  <a:ext uri="{FF2B5EF4-FFF2-40B4-BE49-F238E27FC236}">
                    <a16:creationId xmlns:a16="http://schemas.microsoft.com/office/drawing/2014/main" id="{96301A3F-6223-4FF7-4A7D-5DF998261676}"/>
                  </a:ext>
                </a:extLst>
              </p:cNvPr>
              <p:cNvCxnSpPr/>
              <p:nvPr/>
            </p:nvCxnSpPr>
            <p:spPr>
              <a:xfrm flipH="1" flipV="1">
                <a:off x="4844988" y="3423666"/>
                <a:ext cx="391000" cy="5335"/>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59" name="ïSḷíde">
                <a:extLst>
                  <a:ext uri="{FF2B5EF4-FFF2-40B4-BE49-F238E27FC236}">
                    <a16:creationId xmlns:a16="http://schemas.microsoft.com/office/drawing/2014/main" id="{BE985A89-2E71-A207-359E-2F3947FE5859}"/>
                  </a:ext>
                </a:extLst>
              </p:cNvPr>
              <p:cNvCxnSpPr>
                <a:cxnSpLocks/>
              </p:cNvCxnSpPr>
              <p:nvPr/>
            </p:nvCxnSpPr>
            <p:spPr>
              <a:xfrm>
                <a:off x="4844990" y="2642759"/>
                <a:ext cx="13779" cy="1547266"/>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0" name="ïśḻïďè">
                <a:extLst>
                  <a:ext uri="{FF2B5EF4-FFF2-40B4-BE49-F238E27FC236}">
                    <a16:creationId xmlns:a16="http://schemas.microsoft.com/office/drawing/2014/main" id="{C3615416-0534-212B-C6A7-14989518345F}"/>
                  </a:ext>
                </a:extLst>
              </p:cNvPr>
              <p:cNvCxnSpPr/>
              <p:nvPr/>
            </p:nvCxnSpPr>
            <p:spPr>
              <a:xfrm>
                <a:off x="4524615" y="4190025"/>
                <a:ext cx="334153"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48" name="Title">
              <a:extLst>
                <a:ext uri="{FF2B5EF4-FFF2-40B4-BE49-F238E27FC236}">
                  <a16:creationId xmlns:a16="http://schemas.microsoft.com/office/drawing/2014/main" id="{5DE4894A-BC35-7D80-8906-3104972D2764}"/>
                </a:ext>
              </a:extLst>
            </p:cNvPr>
            <p:cNvSpPr/>
            <p:nvPr/>
          </p:nvSpPr>
          <p:spPr>
            <a:xfrm>
              <a:off x="1291369" y="4658386"/>
              <a:ext cx="2252715" cy="787327"/>
            </a:xfrm>
            <a:prstGeom prst="roundRect">
              <a:avLst>
                <a:gd name="adj" fmla="val 16700"/>
              </a:avLst>
            </a:prstGeom>
            <a:solidFill>
              <a:srgbClr val="D4237A"/>
            </a:solid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defTabSz="914354"/>
              <a:r>
                <a:rPr lang="en-US" altLang="zh-CN" b="1">
                  <a:ea typeface="+mn-lt"/>
                  <a:cs typeface="+mn-lt"/>
                </a:rPr>
                <a:t>Hormonal &amp; Physiological</a:t>
              </a:r>
              <a:endParaRPr lang="zh-CN" altLang="en-US" b="1">
                <a:solidFill>
                  <a:srgbClr val="FFFFFF"/>
                </a:solidFill>
              </a:endParaRPr>
            </a:p>
          </p:txBody>
        </p:sp>
        <p:grpSp>
          <p:nvGrpSpPr>
            <p:cNvPr id="49" name="ïś1îḑè">
              <a:extLst>
                <a:ext uri="{FF2B5EF4-FFF2-40B4-BE49-F238E27FC236}">
                  <a16:creationId xmlns:a16="http://schemas.microsoft.com/office/drawing/2014/main" id="{EE8EEAF7-9DB8-C868-09DA-44BE794D9109}"/>
                </a:ext>
              </a:extLst>
            </p:cNvPr>
            <p:cNvGrpSpPr/>
            <p:nvPr/>
          </p:nvGrpSpPr>
          <p:grpSpPr>
            <a:xfrm>
              <a:off x="5364291" y="3987516"/>
              <a:ext cx="4002650" cy="805858"/>
              <a:chOff x="8278118" y="3415603"/>
              <a:chExt cx="3001281" cy="604252"/>
            </a:xfrm>
          </p:grpSpPr>
          <p:sp>
            <p:nvSpPr>
              <p:cNvPr id="55" name="Bullet1">
                <a:extLst>
                  <a:ext uri="{FF2B5EF4-FFF2-40B4-BE49-F238E27FC236}">
                    <a16:creationId xmlns:a16="http://schemas.microsoft.com/office/drawing/2014/main" id="{82B22B9C-C156-E1BC-4B57-B9DED11E5CBF}"/>
                  </a:ext>
                </a:extLst>
              </p:cNvPr>
              <p:cNvSpPr txBox="1"/>
              <p:nvPr/>
            </p:nvSpPr>
            <p:spPr>
              <a:xfrm>
                <a:off x="8278118" y="3415603"/>
                <a:ext cx="2782681" cy="276934"/>
              </a:xfrm>
              <a:prstGeom prst="rect">
                <a:avLst/>
              </a:prstGeom>
              <a:noFill/>
            </p:spPr>
            <p:txBody>
              <a:bodyPr wrap="square" lIns="91440" tIns="45720" rIns="91440" bIns="45720" rtlCol="0" anchor="b" anchorCtr="0">
                <a:noAutofit/>
              </a:bodyPr>
              <a:lstStyle/>
              <a:p>
                <a:r>
                  <a:rPr lang="en-US" altLang="zh-CN" sz="2000" b="1">
                    <a:ea typeface="等线"/>
                  </a:rPr>
                  <a:t>Hormonal Shifts</a:t>
                </a:r>
                <a:endParaRPr lang="zh-CN" altLang="en-US" sz="2000" b="1">
                  <a:ea typeface="等线" panose="02010600030101010101" pitchFamily="2" charset="-122"/>
                  <a:cs typeface="Calibri" panose="020F0502020204030204"/>
                </a:endParaRPr>
              </a:p>
            </p:txBody>
          </p:sp>
          <p:sp>
            <p:nvSpPr>
              <p:cNvPr id="56" name="Text1">
                <a:extLst>
                  <a:ext uri="{FF2B5EF4-FFF2-40B4-BE49-F238E27FC236}">
                    <a16:creationId xmlns:a16="http://schemas.microsoft.com/office/drawing/2014/main" id="{BF57E6AF-3B67-D66C-DC5D-23D144E643CE}"/>
                  </a:ext>
                </a:extLst>
              </p:cNvPr>
              <p:cNvSpPr txBox="1"/>
              <p:nvPr/>
            </p:nvSpPr>
            <p:spPr>
              <a:xfrm>
                <a:off x="8278118" y="3673687"/>
                <a:ext cx="3001281" cy="346168"/>
              </a:xfrm>
              <a:prstGeom prst="rect">
                <a:avLst/>
              </a:prstGeom>
              <a:noFill/>
            </p:spPr>
            <p:txBody>
              <a:bodyPr wrap="square" lIns="91440" tIns="45720" rIns="91440" bIns="45720" rtlCol="0" anchor="t">
                <a:noAutofit/>
              </a:bodyPr>
              <a:lstStyle/>
              <a:p>
                <a:pPr>
                  <a:lnSpc>
                    <a:spcPct val="120000"/>
                  </a:lnSpc>
                </a:pPr>
                <a:r>
                  <a:rPr lang="en-US" sz="1400">
                    <a:ea typeface="Calibri"/>
                  </a:rPr>
                  <a:t>RA onset is frequently linked to periods of major hormonal change, such as pregnancy, and menopause.</a:t>
                </a:r>
              </a:p>
              <a:p>
                <a:pPr>
                  <a:lnSpc>
                    <a:spcPct val="120000"/>
                  </a:lnSpc>
                </a:pPr>
                <a:endParaRPr lang="en-US" altLang="zh-CN" sz="1200">
                  <a:ea typeface="等线"/>
                  <a:cs typeface="Calibri"/>
                </a:endParaRPr>
              </a:p>
            </p:txBody>
          </p:sp>
        </p:grpSp>
        <p:sp>
          <p:nvSpPr>
            <p:cNvPr id="52" name="Bullet2">
              <a:extLst>
                <a:ext uri="{FF2B5EF4-FFF2-40B4-BE49-F238E27FC236}">
                  <a16:creationId xmlns:a16="http://schemas.microsoft.com/office/drawing/2014/main" id="{6DC88FB1-97E6-CE53-77A4-76E88561783F}"/>
                </a:ext>
              </a:extLst>
            </p:cNvPr>
            <p:cNvSpPr txBox="1"/>
            <p:nvPr/>
          </p:nvSpPr>
          <p:spPr>
            <a:xfrm>
              <a:off x="5435808" y="5731553"/>
              <a:ext cx="4315061" cy="305761"/>
            </a:xfrm>
            <a:prstGeom prst="rect">
              <a:avLst/>
            </a:prstGeom>
            <a:noFill/>
          </p:spPr>
          <p:txBody>
            <a:bodyPr wrap="square" lIns="91440" tIns="45720" rIns="91440" bIns="45720" rtlCol="0" anchor="b" anchorCtr="0">
              <a:noAutofit/>
            </a:bodyPr>
            <a:lstStyle/>
            <a:p>
              <a:pPr>
                <a:lnSpc>
                  <a:spcPct val="80000"/>
                </a:lnSpc>
              </a:pPr>
              <a:r>
                <a:rPr lang="en-US" altLang="zh-CN" sz="2000" b="1">
                  <a:ea typeface="Calibri"/>
                  <a:cs typeface="Calibri"/>
                </a:rPr>
                <a:t>Higher Antibody Production</a:t>
              </a:r>
              <a:endParaRPr lang="zh-CN" altLang="en-US" sz="2000">
                <a:ea typeface="等线"/>
                <a:cs typeface="Calibri"/>
              </a:endParaRPr>
            </a:p>
          </p:txBody>
        </p:sp>
      </p:grpSp>
      <p:cxnSp>
        <p:nvCxnSpPr>
          <p:cNvPr id="63" name="ïśḻïďè">
            <a:extLst>
              <a:ext uri="{FF2B5EF4-FFF2-40B4-BE49-F238E27FC236}">
                <a16:creationId xmlns:a16="http://schemas.microsoft.com/office/drawing/2014/main" id="{13483291-CE4A-7108-8B05-198765E061FC}"/>
              </a:ext>
            </a:extLst>
          </p:cNvPr>
          <p:cNvCxnSpPr/>
          <p:nvPr/>
        </p:nvCxnSpPr>
        <p:spPr>
          <a:xfrm flipH="1">
            <a:off x="7194377" y="2882070"/>
            <a:ext cx="359093"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grpSp>
        <p:nvGrpSpPr>
          <p:cNvPr id="67" name="组合 66">
            <a:extLst>
              <a:ext uri="{FF2B5EF4-FFF2-40B4-BE49-F238E27FC236}">
                <a16:creationId xmlns:a16="http://schemas.microsoft.com/office/drawing/2014/main" id="{4DF3A835-ED4E-8C28-ABB2-A8CCBCD87486}"/>
              </a:ext>
            </a:extLst>
          </p:cNvPr>
          <p:cNvGrpSpPr/>
          <p:nvPr/>
        </p:nvGrpSpPr>
        <p:grpSpPr>
          <a:xfrm>
            <a:off x="4884727" y="1101015"/>
            <a:ext cx="6810690" cy="3212255"/>
            <a:chOff x="5694246" y="1343083"/>
            <a:chExt cx="6810690" cy="3212255"/>
          </a:xfrm>
        </p:grpSpPr>
        <p:grpSp>
          <p:nvGrpSpPr>
            <p:cNvPr id="31" name="îšḷiďê">
              <a:extLst>
                <a:ext uri="{FF2B5EF4-FFF2-40B4-BE49-F238E27FC236}">
                  <a16:creationId xmlns:a16="http://schemas.microsoft.com/office/drawing/2014/main" id="{945CC148-C701-849C-1556-0FE8538A905C}"/>
                </a:ext>
              </a:extLst>
            </p:cNvPr>
            <p:cNvGrpSpPr>
              <a:grpSpLocks noChangeAspect="1"/>
            </p:cNvGrpSpPr>
            <p:nvPr/>
          </p:nvGrpSpPr>
          <p:grpSpPr>
            <a:xfrm>
              <a:off x="5694246" y="1343083"/>
              <a:ext cx="6324460" cy="3212255"/>
              <a:chOff x="1239850" y="2867878"/>
              <a:chExt cx="7848788" cy="3986472"/>
            </a:xfrm>
          </p:grpSpPr>
          <p:grpSp>
            <p:nvGrpSpPr>
              <p:cNvPr id="32" name="îṡ1íḋê">
                <a:extLst>
                  <a:ext uri="{FF2B5EF4-FFF2-40B4-BE49-F238E27FC236}">
                    <a16:creationId xmlns:a16="http://schemas.microsoft.com/office/drawing/2014/main" id="{5E87099A-DC7A-CD37-1472-9BDF52AA9A66}"/>
                  </a:ext>
                </a:extLst>
              </p:cNvPr>
              <p:cNvGrpSpPr/>
              <p:nvPr/>
            </p:nvGrpSpPr>
            <p:grpSpPr>
              <a:xfrm flipH="1">
                <a:off x="3601584" y="3586571"/>
                <a:ext cx="967097" cy="2987575"/>
                <a:chOff x="4510835" y="1929879"/>
                <a:chExt cx="725153" cy="2987575"/>
              </a:xfrm>
            </p:grpSpPr>
            <p:cxnSp>
              <p:nvCxnSpPr>
                <p:cNvPr id="42" name="iśľîḋé">
                  <a:extLst>
                    <a:ext uri="{FF2B5EF4-FFF2-40B4-BE49-F238E27FC236}">
                      <a16:creationId xmlns:a16="http://schemas.microsoft.com/office/drawing/2014/main" id="{25C6B825-D6AE-D62D-3214-6BCD10483ABF}"/>
                    </a:ext>
                  </a:extLst>
                </p:cNvPr>
                <p:cNvCxnSpPr/>
                <p:nvPr/>
              </p:nvCxnSpPr>
              <p:spPr>
                <a:xfrm>
                  <a:off x="4516032" y="1929879"/>
                  <a:ext cx="320373"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3" name="ïśľïḍè">
                  <a:extLst>
                    <a:ext uri="{FF2B5EF4-FFF2-40B4-BE49-F238E27FC236}">
                      <a16:creationId xmlns:a16="http://schemas.microsoft.com/office/drawing/2014/main" id="{E4C43DFF-47C6-60B0-7F06-E30BFDA591E2}"/>
                    </a:ext>
                  </a:extLst>
                </p:cNvPr>
                <p:cNvCxnSpPr/>
                <p:nvPr/>
              </p:nvCxnSpPr>
              <p:spPr>
                <a:xfrm flipH="1" flipV="1">
                  <a:off x="4844988" y="3423666"/>
                  <a:ext cx="391000" cy="5335"/>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4" name="ïSḷíde">
                  <a:extLst>
                    <a:ext uri="{FF2B5EF4-FFF2-40B4-BE49-F238E27FC236}">
                      <a16:creationId xmlns:a16="http://schemas.microsoft.com/office/drawing/2014/main" id="{50D23709-B04F-E644-3D93-C4190C3C0266}"/>
                    </a:ext>
                  </a:extLst>
                </p:cNvPr>
                <p:cNvCxnSpPr/>
                <p:nvPr/>
              </p:nvCxnSpPr>
              <p:spPr>
                <a:xfrm>
                  <a:off x="4836406" y="1929879"/>
                  <a:ext cx="8582" cy="2987575"/>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5" name="ïśḻïďè">
                  <a:extLst>
                    <a:ext uri="{FF2B5EF4-FFF2-40B4-BE49-F238E27FC236}">
                      <a16:creationId xmlns:a16="http://schemas.microsoft.com/office/drawing/2014/main" id="{00159CD8-1340-94DC-CA67-3FAAC8C5BE56}"/>
                    </a:ext>
                  </a:extLst>
                </p:cNvPr>
                <p:cNvCxnSpPr/>
                <p:nvPr/>
              </p:nvCxnSpPr>
              <p:spPr>
                <a:xfrm>
                  <a:off x="4510835" y="4917454"/>
                  <a:ext cx="334153"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33" name="Title">
                <a:extLst>
                  <a:ext uri="{FF2B5EF4-FFF2-40B4-BE49-F238E27FC236}">
                    <a16:creationId xmlns:a16="http://schemas.microsoft.com/office/drawing/2014/main" id="{BF200E32-8090-A150-53DB-91344706BE86}"/>
                  </a:ext>
                </a:extLst>
              </p:cNvPr>
              <p:cNvSpPr/>
              <p:nvPr/>
            </p:nvSpPr>
            <p:spPr>
              <a:xfrm>
                <a:off x="1239850" y="4804749"/>
                <a:ext cx="2304235" cy="548806"/>
              </a:xfrm>
              <a:prstGeom prst="roundRect">
                <a:avLst>
                  <a:gd name="adj" fmla="val 16700"/>
                </a:avLst>
              </a:prstGeom>
              <a:solidFill>
                <a:srgbClr val="D4237A"/>
              </a:solid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defTabSz="914354"/>
                <a:r>
                  <a:rPr lang="zh-CN" altLang="zh-CN" b="1">
                    <a:ea typeface="+mn-lt"/>
                    <a:cs typeface="+mn-lt"/>
                  </a:rPr>
                  <a:t>Genetic Factors</a:t>
                </a:r>
                <a:endParaRPr lang="zh-CN" altLang="en-US" b="1">
                  <a:solidFill>
                    <a:srgbClr val="FFFFFF"/>
                  </a:solidFill>
                </a:endParaRPr>
              </a:p>
            </p:txBody>
          </p:sp>
          <p:grpSp>
            <p:nvGrpSpPr>
              <p:cNvPr id="34" name="ïś1îḑè">
                <a:extLst>
                  <a:ext uri="{FF2B5EF4-FFF2-40B4-BE49-F238E27FC236}">
                    <a16:creationId xmlns:a16="http://schemas.microsoft.com/office/drawing/2014/main" id="{A8952413-0CEE-DD17-75B1-BE1A108D787F}"/>
                  </a:ext>
                </a:extLst>
              </p:cNvPr>
              <p:cNvGrpSpPr/>
              <p:nvPr/>
            </p:nvGrpSpPr>
            <p:grpSpPr>
              <a:xfrm>
                <a:off x="5345215" y="2867878"/>
                <a:ext cx="3742904" cy="1309922"/>
                <a:chOff x="8263816" y="2576069"/>
                <a:chExt cx="2806518" cy="982211"/>
              </a:xfrm>
            </p:grpSpPr>
            <p:sp>
              <p:nvSpPr>
                <p:cNvPr id="40" name="Bullet1">
                  <a:extLst>
                    <a:ext uri="{FF2B5EF4-FFF2-40B4-BE49-F238E27FC236}">
                      <a16:creationId xmlns:a16="http://schemas.microsoft.com/office/drawing/2014/main" id="{10593D23-805C-8FA7-48C5-90760F9E348F}"/>
                    </a:ext>
                  </a:extLst>
                </p:cNvPr>
                <p:cNvSpPr txBox="1"/>
                <p:nvPr/>
              </p:nvSpPr>
              <p:spPr>
                <a:xfrm>
                  <a:off x="8263816" y="2576069"/>
                  <a:ext cx="2782681" cy="276934"/>
                </a:xfrm>
                <a:prstGeom prst="rect">
                  <a:avLst/>
                </a:prstGeom>
                <a:noFill/>
              </p:spPr>
              <p:txBody>
                <a:bodyPr wrap="square" lIns="91440" tIns="45720" rIns="91440" bIns="45720" rtlCol="0" anchor="b" anchorCtr="0">
                  <a:normAutofit fontScale="85000" lnSpcReduction="10000"/>
                </a:bodyPr>
                <a:lstStyle/>
                <a:p>
                  <a:endParaRPr lang="en-US" altLang="zh-CN" b="1">
                    <a:ea typeface="等线"/>
                    <a:cs typeface="Calibri"/>
                  </a:endParaRPr>
                </a:p>
              </p:txBody>
            </p:sp>
            <p:sp>
              <p:nvSpPr>
                <p:cNvPr id="41" name="Text1">
                  <a:extLst>
                    <a:ext uri="{FF2B5EF4-FFF2-40B4-BE49-F238E27FC236}">
                      <a16:creationId xmlns:a16="http://schemas.microsoft.com/office/drawing/2014/main" id="{15D910A2-00DC-26F1-8AC2-A652A44B1A61}"/>
                    </a:ext>
                  </a:extLst>
                </p:cNvPr>
                <p:cNvSpPr txBox="1"/>
                <p:nvPr/>
              </p:nvSpPr>
              <p:spPr>
                <a:xfrm>
                  <a:off x="8287652" y="3212112"/>
                  <a:ext cx="2782682" cy="346168"/>
                </a:xfrm>
                <a:prstGeom prst="rect">
                  <a:avLst/>
                </a:prstGeom>
                <a:noFill/>
              </p:spPr>
              <p:txBody>
                <a:bodyPr wrap="square" lIns="91440" tIns="45720" rIns="91440" bIns="45720" rtlCol="0" anchor="t">
                  <a:normAutofit/>
                </a:bodyPr>
                <a:lstStyle/>
                <a:p>
                  <a:pPr>
                    <a:lnSpc>
                      <a:spcPct val="120000"/>
                    </a:lnSpc>
                  </a:pPr>
                  <a:r>
                    <a:rPr lang="en-US" sz="1400">
                      <a:ea typeface="Calibri"/>
                    </a:rPr>
                    <a:t>The X-Chromosome "Double Dose"</a:t>
                  </a:r>
                </a:p>
                <a:p>
                  <a:pPr>
                    <a:lnSpc>
                      <a:spcPct val="120000"/>
                    </a:lnSpc>
                  </a:pPr>
                  <a:endParaRPr lang="en-US" altLang="zh-CN" sz="1200">
                    <a:ea typeface="等线"/>
                    <a:cs typeface="Calibri"/>
                  </a:endParaRPr>
                </a:p>
              </p:txBody>
            </p:sp>
          </p:grpSp>
          <p:sp>
            <p:nvSpPr>
              <p:cNvPr id="37" name="Bullet2">
                <a:extLst>
                  <a:ext uri="{FF2B5EF4-FFF2-40B4-BE49-F238E27FC236}">
                    <a16:creationId xmlns:a16="http://schemas.microsoft.com/office/drawing/2014/main" id="{C259642B-4BD3-091F-D456-2A02E9BDFC1D}"/>
                  </a:ext>
                </a:extLst>
              </p:cNvPr>
              <p:cNvSpPr txBox="1"/>
              <p:nvPr/>
            </p:nvSpPr>
            <p:spPr>
              <a:xfrm>
                <a:off x="5377524" y="6485018"/>
                <a:ext cx="3711114" cy="369332"/>
              </a:xfrm>
              <a:prstGeom prst="rect">
                <a:avLst/>
              </a:prstGeom>
              <a:noFill/>
            </p:spPr>
            <p:txBody>
              <a:bodyPr wrap="square" lIns="91440" tIns="45720" rIns="91440" bIns="45720" rtlCol="0" anchor="b" anchorCtr="0">
                <a:noAutofit/>
              </a:bodyPr>
              <a:lstStyle/>
              <a:p>
                <a:r>
                  <a:rPr lang="en-US" sz="2000" b="1">
                    <a:ea typeface="等线"/>
                  </a:rPr>
                  <a:t>Higher Mutation Risk </a:t>
                </a:r>
                <a:endParaRPr lang="zh-CN" altLang="en-US" sz="2000" b="1">
                  <a:ea typeface="等线"/>
                </a:endParaRPr>
              </a:p>
            </p:txBody>
          </p:sp>
        </p:grpSp>
        <p:sp>
          <p:nvSpPr>
            <p:cNvPr id="65" name="Bullet2">
              <a:extLst>
                <a:ext uri="{FF2B5EF4-FFF2-40B4-BE49-F238E27FC236}">
                  <a16:creationId xmlns:a16="http://schemas.microsoft.com/office/drawing/2014/main" id="{AF847A63-6489-005A-04C0-A235660D1D8E}"/>
                </a:ext>
              </a:extLst>
            </p:cNvPr>
            <p:cNvSpPr txBox="1"/>
            <p:nvPr/>
          </p:nvSpPr>
          <p:spPr>
            <a:xfrm>
              <a:off x="9002296" y="2848626"/>
              <a:ext cx="2990370" cy="297603"/>
            </a:xfrm>
            <a:prstGeom prst="rect">
              <a:avLst/>
            </a:prstGeom>
            <a:noFill/>
          </p:spPr>
          <p:txBody>
            <a:bodyPr wrap="square" lIns="91440" tIns="45720" rIns="91440" bIns="45720" rtlCol="0" anchor="b" anchorCtr="0">
              <a:noAutofit/>
            </a:bodyPr>
            <a:lstStyle/>
            <a:p>
              <a:r>
                <a:rPr lang="en-US" altLang="zh-CN" sz="2000" b="1">
                  <a:ea typeface="等线"/>
                </a:rPr>
                <a:t>Immune Regulation</a:t>
              </a:r>
              <a:endParaRPr lang="zh-CN" altLang="en-US" sz="2000" b="1">
                <a:ea typeface="等线" panose="02010600030101010101" pitchFamily="2" charset="-122"/>
                <a:cs typeface="Calibri" panose="020F0502020204030204"/>
              </a:endParaRPr>
            </a:p>
          </p:txBody>
        </p:sp>
        <p:sp>
          <p:nvSpPr>
            <p:cNvPr id="66" name="Text2">
              <a:extLst>
                <a:ext uri="{FF2B5EF4-FFF2-40B4-BE49-F238E27FC236}">
                  <a16:creationId xmlns:a16="http://schemas.microsoft.com/office/drawing/2014/main" id="{FB6F32F2-7F99-CFFD-2E15-EB9804D7BA49}"/>
                </a:ext>
              </a:extLst>
            </p:cNvPr>
            <p:cNvSpPr txBox="1"/>
            <p:nvPr/>
          </p:nvSpPr>
          <p:spPr>
            <a:xfrm>
              <a:off x="8995893" y="3132373"/>
              <a:ext cx="3509043" cy="672963"/>
            </a:xfrm>
            <a:prstGeom prst="rect">
              <a:avLst/>
            </a:prstGeom>
            <a:noFill/>
          </p:spPr>
          <p:txBody>
            <a:bodyPr wrap="square" lIns="91440" tIns="45720" rIns="91440" bIns="45720" rtlCol="0" anchor="t">
              <a:noAutofit/>
            </a:bodyPr>
            <a:lstStyle/>
            <a:p>
              <a:pPr>
                <a:lnSpc>
                  <a:spcPct val="120000"/>
                </a:lnSpc>
              </a:pPr>
              <a:r>
                <a:rPr lang="en-US" sz="1400">
                  <a:ea typeface="Calibri"/>
                </a:rPr>
                <a:t>The X chromosome carries a high concentration of immune-related and regulatory genes.</a:t>
              </a:r>
              <a:endParaRPr lang="en-US" altLang="zh-CN" sz="1400"/>
            </a:p>
          </p:txBody>
        </p:sp>
      </p:grpSp>
      <p:pic>
        <p:nvPicPr>
          <p:cNvPr id="69" name="图形 68">
            <a:extLst>
              <a:ext uri="{FF2B5EF4-FFF2-40B4-BE49-F238E27FC236}">
                <a16:creationId xmlns:a16="http://schemas.microsoft.com/office/drawing/2014/main" id="{FE47E0AA-E1C6-39F9-92C6-6FE29E593A7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663579" y="1489592"/>
            <a:ext cx="440816" cy="440816"/>
          </a:xfrm>
          <a:prstGeom prst="rect">
            <a:avLst/>
          </a:prstGeom>
        </p:spPr>
      </p:pic>
      <p:pic>
        <p:nvPicPr>
          <p:cNvPr id="71" name="图形 70">
            <a:extLst>
              <a:ext uri="{FF2B5EF4-FFF2-40B4-BE49-F238E27FC236}">
                <a16:creationId xmlns:a16="http://schemas.microsoft.com/office/drawing/2014/main" id="{80DC062A-4268-03D4-F5F9-16222808B893}"/>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502938" y="2580093"/>
            <a:ext cx="646380" cy="646380"/>
          </a:xfrm>
          <a:prstGeom prst="rect">
            <a:avLst/>
          </a:prstGeom>
        </p:spPr>
      </p:pic>
      <p:sp>
        <p:nvSpPr>
          <p:cNvPr id="61" name="Bullet2">
            <a:extLst>
              <a:ext uri="{FF2B5EF4-FFF2-40B4-BE49-F238E27FC236}">
                <a16:creationId xmlns:a16="http://schemas.microsoft.com/office/drawing/2014/main" id="{BD97C65A-C4F4-2007-B0D6-63DF08EC46D8}"/>
              </a:ext>
            </a:extLst>
          </p:cNvPr>
          <p:cNvSpPr txBox="1"/>
          <p:nvPr/>
        </p:nvSpPr>
        <p:spPr>
          <a:xfrm>
            <a:off x="8190637" y="1546088"/>
            <a:ext cx="2990370" cy="297603"/>
          </a:xfrm>
          <a:prstGeom prst="rect">
            <a:avLst/>
          </a:prstGeom>
          <a:noFill/>
        </p:spPr>
        <p:txBody>
          <a:bodyPr wrap="square" lIns="91440" tIns="45720" rIns="91440" bIns="45720" rtlCol="0" anchor="b" anchorCtr="0">
            <a:noAutofit/>
          </a:bodyPr>
          <a:lstStyle/>
          <a:p>
            <a:r>
              <a:rPr lang="en-US" altLang="zh-CN" sz="2000" b="1">
                <a:ea typeface="等线"/>
                <a:cs typeface="Calibri"/>
              </a:rPr>
              <a:t>Gene Density</a:t>
            </a:r>
          </a:p>
        </p:txBody>
      </p:sp>
      <p:pic>
        <p:nvPicPr>
          <p:cNvPr id="12" name="图形 11">
            <a:extLst>
              <a:ext uri="{FF2B5EF4-FFF2-40B4-BE49-F238E27FC236}">
                <a16:creationId xmlns:a16="http://schemas.microsoft.com/office/drawing/2014/main" id="{0E25BF0F-A071-7E4C-E6D8-DE33E169B58A}"/>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593049" y="3830687"/>
            <a:ext cx="537754" cy="537754"/>
          </a:xfrm>
          <a:prstGeom prst="rect">
            <a:avLst/>
          </a:prstGeom>
        </p:spPr>
      </p:pic>
      <p:pic>
        <p:nvPicPr>
          <p:cNvPr id="4" name="图形 3">
            <a:extLst>
              <a:ext uri="{FF2B5EF4-FFF2-40B4-BE49-F238E27FC236}">
                <a16:creationId xmlns:a16="http://schemas.microsoft.com/office/drawing/2014/main" id="{08350F64-49B2-1745-3063-3D8ACE152E4C}"/>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7581326" y="4688986"/>
            <a:ext cx="481854" cy="481854"/>
          </a:xfrm>
          <a:prstGeom prst="rect">
            <a:avLst/>
          </a:prstGeom>
        </p:spPr>
      </p:pic>
      <p:pic>
        <p:nvPicPr>
          <p:cNvPr id="11" name="图形 10">
            <a:extLst>
              <a:ext uri="{FF2B5EF4-FFF2-40B4-BE49-F238E27FC236}">
                <a16:creationId xmlns:a16="http://schemas.microsoft.com/office/drawing/2014/main" id="{72853C44-1591-64AC-B8F9-38637110A125}"/>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548933" y="5903457"/>
            <a:ext cx="533135" cy="533135"/>
          </a:xfrm>
          <a:prstGeom prst="rect">
            <a:avLst/>
          </a:prstGeom>
        </p:spPr>
      </p:pic>
    </p:spTree>
    <p:extLst>
      <p:ext uri="{BB962C8B-B14F-4D97-AF65-F5344CB8AC3E}">
        <p14:creationId xmlns:p14="http://schemas.microsoft.com/office/powerpoint/2010/main" val="41977219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文本框 28">
            <a:extLst>
              <a:ext uri="{FF2B5EF4-FFF2-40B4-BE49-F238E27FC236}">
                <a16:creationId xmlns:a16="http://schemas.microsoft.com/office/drawing/2014/main" id="{2BB42907-6311-3CDA-E611-11523BB93AA1}"/>
              </a:ext>
            </a:extLst>
          </p:cNvPr>
          <p:cNvSpPr txBox="1"/>
          <p:nvPr/>
        </p:nvSpPr>
        <p:spPr>
          <a:xfrm>
            <a:off x="405534" y="4141421"/>
            <a:ext cx="3711363" cy="1477328"/>
          </a:xfrm>
          <a:prstGeom prst="rect">
            <a:avLst/>
          </a:prstGeom>
          <a:solidFill>
            <a:srgbClr val="E19292"/>
          </a:solidFill>
        </p:spPr>
        <p:txBody>
          <a:bodyPr wrap="square" rtlCol="0">
            <a:spAutoFit/>
          </a:bodyPr>
          <a:lstStyle/>
          <a:p>
            <a:r>
              <a:rPr lang="sv-SE" altLang="zh-CN" b="1"/>
              <a:t>"</a:t>
            </a:r>
            <a:r>
              <a:rPr lang="sv-SE" altLang="zh-CN" b="1" err="1"/>
              <a:t>Invisible</a:t>
            </a:r>
            <a:r>
              <a:rPr lang="sv-SE" altLang="zh-CN" b="1"/>
              <a:t>" &amp; </a:t>
            </a:r>
            <a:r>
              <a:rPr lang="sv-SE" altLang="zh-CN" b="1" err="1"/>
              <a:t>Overlapping</a:t>
            </a:r>
            <a:r>
              <a:rPr lang="sv-SE" altLang="zh-CN" b="1"/>
              <a:t> Symptoms</a:t>
            </a:r>
          </a:p>
          <a:p>
            <a:endParaRPr kumimoji="1" lang="en-US" altLang="zh-CN" b="1"/>
          </a:p>
          <a:p>
            <a:r>
              <a:rPr lang="sv-SE" altLang="zh-CN" err="1"/>
              <a:t>Fluctuating</a:t>
            </a:r>
            <a:r>
              <a:rPr lang="sv-SE" altLang="zh-CN"/>
              <a:t> pain and </a:t>
            </a:r>
            <a:r>
              <a:rPr lang="sv-SE" altLang="zh-CN" err="1"/>
              <a:t>overlapping</a:t>
            </a:r>
            <a:r>
              <a:rPr lang="sv-SE" altLang="zh-CN"/>
              <a:t> symptoms make RA </a:t>
            </a:r>
            <a:r>
              <a:rPr lang="sv-SE" altLang="zh-CN" err="1"/>
              <a:t>difficult</a:t>
            </a:r>
            <a:r>
              <a:rPr lang="sv-SE" altLang="zh-CN"/>
              <a:t> to </a:t>
            </a:r>
            <a:r>
              <a:rPr lang="sv-SE" altLang="zh-CN" err="1"/>
              <a:t>distinguish</a:t>
            </a:r>
            <a:r>
              <a:rPr lang="sv-SE" altLang="zh-CN"/>
              <a:t> from </a:t>
            </a:r>
            <a:r>
              <a:rPr lang="sv-SE" altLang="zh-CN" err="1"/>
              <a:t>other</a:t>
            </a:r>
            <a:r>
              <a:rPr lang="sv-SE" altLang="zh-CN"/>
              <a:t> </a:t>
            </a:r>
            <a:r>
              <a:rPr lang="sv-SE" altLang="zh-CN" err="1"/>
              <a:t>conditions</a:t>
            </a:r>
            <a:r>
              <a:rPr lang="sv-SE" altLang="zh-CN"/>
              <a:t>.</a:t>
            </a:r>
            <a:endParaRPr kumimoji="1" lang="zh-CN" altLang="en-US" b="1"/>
          </a:p>
        </p:txBody>
      </p:sp>
      <p:sp>
        <p:nvSpPr>
          <p:cNvPr id="30" name="文本框 29">
            <a:extLst>
              <a:ext uri="{FF2B5EF4-FFF2-40B4-BE49-F238E27FC236}">
                <a16:creationId xmlns:a16="http://schemas.microsoft.com/office/drawing/2014/main" id="{73B4F974-38EA-CBD9-FBFC-9CB98208B252}"/>
              </a:ext>
            </a:extLst>
          </p:cNvPr>
          <p:cNvSpPr txBox="1"/>
          <p:nvPr/>
        </p:nvSpPr>
        <p:spPr>
          <a:xfrm>
            <a:off x="8258123" y="1640335"/>
            <a:ext cx="3400478" cy="1754326"/>
          </a:xfrm>
          <a:prstGeom prst="rect">
            <a:avLst/>
          </a:prstGeom>
          <a:solidFill>
            <a:srgbClr val="E19292"/>
          </a:solidFill>
        </p:spPr>
        <p:txBody>
          <a:bodyPr wrap="square" rtlCol="0">
            <a:spAutoFit/>
          </a:bodyPr>
          <a:lstStyle/>
          <a:p>
            <a:r>
              <a:rPr lang="sv-SE" altLang="zh-CN" b="1"/>
              <a:t>Data </a:t>
            </a:r>
            <a:r>
              <a:rPr lang="sv-SE" altLang="zh-CN" b="1" err="1"/>
              <a:t>Fragmentation</a:t>
            </a:r>
            <a:endParaRPr lang="sv-SE" altLang="zh-CN" b="1"/>
          </a:p>
          <a:p>
            <a:endParaRPr kumimoji="1" lang="sv-SE" altLang="zh-CN" b="1"/>
          </a:p>
          <a:p>
            <a:r>
              <a:rPr lang="sv-SE" altLang="zh-CN" err="1"/>
              <a:t>Scattered</a:t>
            </a:r>
            <a:r>
              <a:rPr lang="sv-SE" altLang="zh-CN"/>
              <a:t> </a:t>
            </a:r>
            <a:r>
              <a:rPr lang="sv-SE" altLang="zh-CN" err="1"/>
              <a:t>medical</a:t>
            </a:r>
            <a:r>
              <a:rPr lang="sv-SE" altLang="zh-CN"/>
              <a:t> </a:t>
            </a:r>
            <a:r>
              <a:rPr lang="sv-SE" altLang="zh-CN" err="1"/>
              <a:t>records</a:t>
            </a:r>
            <a:r>
              <a:rPr lang="sv-SE" altLang="zh-CN"/>
              <a:t> </a:t>
            </a:r>
            <a:r>
              <a:rPr lang="sv-SE" altLang="zh-CN" err="1"/>
              <a:t>prevent</a:t>
            </a:r>
            <a:r>
              <a:rPr lang="sv-SE" altLang="zh-CN"/>
              <a:t> </a:t>
            </a:r>
            <a:r>
              <a:rPr lang="sv-SE" altLang="zh-CN" err="1"/>
              <a:t>doctors</a:t>
            </a:r>
            <a:r>
              <a:rPr lang="sv-SE" altLang="zh-CN"/>
              <a:t> from </a:t>
            </a:r>
            <a:r>
              <a:rPr lang="sv-SE" altLang="zh-CN" err="1"/>
              <a:t>using</a:t>
            </a:r>
            <a:r>
              <a:rPr lang="sv-SE" altLang="zh-CN"/>
              <a:t> </a:t>
            </a:r>
            <a:r>
              <a:rPr lang="sv-SE" altLang="zh-CN" err="1"/>
              <a:t>past</a:t>
            </a:r>
            <a:r>
              <a:rPr lang="sv-SE" altLang="zh-CN"/>
              <a:t> test </a:t>
            </a:r>
            <a:r>
              <a:rPr lang="sv-SE" altLang="zh-CN" err="1"/>
              <a:t>outcomes</a:t>
            </a:r>
            <a:r>
              <a:rPr lang="sv-SE" altLang="zh-CN"/>
              <a:t> to make faster, </a:t>
            </a:r>
            <a:r>
              <a:rPr lang="sv-SE" altLang="zh-CN" err="1"/>
              <a:t>informed</a:t>
            </a:r>
            <a:r>
              <a:rPr lang="sv-SE" altLang="zh-CN"/>
              <a:t> </a:t>
            </a:r>
            <a:r>
              <a:rPr lang="sv-SE" altLang="zh-CN" err="1"/>
              <a:t>decisions</a:t>
            </a:r>
            <a:r>
              <a:rPr lang="sv-SE" altLang="zh-CN"/>
              <a:t>.</a:t>
            </a:r>
            <a:endParaRPr kumimoji="1" lang="zh-CN" altLang="en-US" b="1"/>
          </a:p>
        </p:txBody>
      </p:sp>
      <p:sp>
        <p:nvSpPr>
          <p:cNvPr id="32" name="文本框 31">
            <a:extLst>
              <a:ext uri="{FF2B5EF4-FFF2-40B4-BE49-F238E27FC236}">
                <a16:creationId xmlns:a16="http://schemas.microsoft.com/office/drawing/2014/main" id="{12AA7118-12DE-5AAF-B8EA-4A8EA4E13E5D}"/>
              </a:ext>
            </a:extLst>
          </p:cNvPr>
          <p:cNvSpPr txBox="1"/>
          <p:nvPr/>
        </p:nvSpPr>
        <p:spPr>
          <a:xfrm>
            <a:off x="8258123" y="4141421"/>
            <a:ext cx="3400478" cy="1477328"/>
          </a:xfrm>
          <a:prstGeom prst="rect">
            <a:avLst/>
          </a:prstGeom>
          <a:solidFill>
            <a:srgbClr val="A2B4D5"/>
          </a:solidFill>
        </p:spPr>
        <p:txBody>
          <a:bodyPr wrap="square">
            <a:spAutoFit/>
          </a:bodyPr>
          <a:lstStyle/>
          <a:p>
            <a:r>
              <a:rPr lang="sv-SE" altLang="zh-CN" b="1" err="1"/>
              <a:t>Confusion</a:t>
            </a:r>
            <a:r>
              <a:rPr lang="sv-SE" altLang="zh-CN" b="1"/>
              <a:t> Over "</a:t>
            </a:r>
            <a:r>
              <a:rPr lang="sv-SE" altLang="zh-CN" b="1" err="1"/>
              <a:t>Next</a:t>
            </a:r>
            <a:r>
              <a:rPr lang="sv-SE" altLang="zh-CN" b="1"/>
              <a:t> Steps”</a:t>
            </a:r>
          </a:p>
          <a:p>
            <a:endParaRPr lang="sv-SE" altLang="zh-CN" b="1"/>
          </a:p>
          <a:p>
            <a:r>
              <a:rPr lang="sv-SE" altLang="zh-CN" err="1"/>
              <a:t>Inconsistent</a:t>
            </a:r>
            <a:r>
              <a:rPr lang="sv-SE" altLang="zh-CN"/>
              <a:t> hospital standards </a:t>
            </a:r>
            <a:r>
              <a:rPr lang="sv-SE" altLang="zh-CN" err="1"/>
              <a:t>leave</a:t>
            </a:r>
            <a:r>
              <a:rPr lang="sv-SE" altLang="zh-CN"/>
              <a:t> patients </a:t>
            </a:r>
            <a:r>
              <a:rPr lang="sv-SE" altLang="zh-CN" err="1"/>
              <a:t>lost</a:t>
            </a:r>
            <a:r>
              <a:rPr lang="sv-SE" altLang="zh-CN"/>
              <a:t> and </a:t>
            </a:r>
            <a:r>
              <a:rPr lang="sv-SE" altLang="zh-CN" err="1"/>
              <a:t>unsure</a:t>
            </a:r>
            <a:r>
              <a:rPr lang="sv-SE" altLang="zh-CN"/>
              <a:t> </a:t>
            </a:r>
            <a:r>
              <a:rPr lang="sv-SE" altLang="zh-CN" err="1"/>
              <a:t>of</a:t>
            </a:r>
            <a:r>
              <a:rPr lang="sv-SE" altLang="zh-CN"/>
              <a:t> the </a:t>
            </a:r>
            <a:r>
              <a:rPr lang="sv-SE" altLang="zh-CN" err="1"/>
              <a:t>necessary</a:t>
            </a:r>
            <a:r>
              <a:rPr lang="sv-SE" altLang="zh-CN"/>
              <a:t> </a:t>
            </a:r>
            <a:r>
              <a:rPr lang="sv-SE" altLang="zh-CN" err="1"/>
              <a:t>next</a:t>
            </a:r>
            <a:r>
              <a:rPr lang="sv-SE" altLang="zh-CN"/>
              <a:t> steps.</a:t>
            </a:r>
            <a:endParaRPr lang="zh-CN" altLang="en-US" b="1"/>
          </a:p>
        </p:txBody>
      </p:sp>
      <p:sp>
        <p:nvSpPr>
          <p:cNvPr id="33" name="文本框 32">
            <a:extLst>
              <a:ext uri="{FF2B5EF4-FFF2-40B4-BE49-F238E27FC236}">
                <a16:creationId xmlns:a16="http://schemas.microsoft.com/office/drawing/2014/main" id="{075BC5BE-9BAE-4993-F07A-550E18F1E28A}"/>
              </a:ext>
            </a:extLst>
          </p:cNvPr>
          <p:cNvSpPr txBox="1"/>
          <p:nvPr/>
        </p:nvSpPr>
        <p:spPr>
          <a:xfrm>
            <a:off x="464568" y="1761111"/>
            <a:ext cx="3593299" cy="1477328"/>
          </a:xfrm>
          <a:prstGeom prst="rect">
            <a:avLst/>
          </a:prstGeom>
          <a:solidFill>
            <a:srgbClr val="A2B4D5"/>
          </a:solidFill>
        </p:spPr>
        <p:txBody>
          <a:bodyPr wrap="square">
            <a:spAutoFit/>
          </a:bodyPr>
          <a:lstStyle/>
          <a:p>
            <a:r>
              <a:rPr lang="sv-SE" altLang="zh-CN" b="1" err="1"/>
              <a:t>Delayed</a:t>
            </a:r>
            <a:r>
              <a:rPr lang="sv-SE" altLang="zh-CN" b="1"/>
              <a:t> Diagnosis</a:t>
            </a:r>
          </a:p>
          <a:p>
            <a:endParaRPr lang="sv-SE" altLang="zh-CN"/>
          </a:p>
          <a:p>
            <a:r>
              <a:rPr lang="sv-SE" altLang="zh-CN"/>
              <a:t>It </a:t>
            </a:r>
            <a:r>
              <a:rPr lang="sv-SE" altLang="zh-CN" err="1"/>
              <a:t>takes</a:t>
            </a:r>
            <a:r>
              <a:rPr lang="sv-SE" altLang="zh-CN"/>
              <a:t> an </a:t>
            </a:r>
            <a:r>
              <a:rPr lang="sv-SE" altLang="zh-CN" err="1"/>
              <a:t>average</a:t>
            </a:r>
            <a:r>
              <a:rPr lang="sv-SE" altLang="zh-CN"/>
              <a:t> </a:t>
            </a:r>
            <a:r>
              <a:rPr lang="sv-SE" altLang="zh-CN" err="1"/>
              <a:t>of</a:t>
            </a:r>
            <a:r>
              <a:rPr lang="sv-SE" altLang="zh-CN"/>
              <a:t> 4 </a:t>
            </a:r>
            <a:r>
              <a:rPr lang="sv-SE" altLang="zh-CN" err="1"/>
              <a:t>years</a:t>
            </a:r>
            <a:r>
              <a:rPr lang="sv-SE" altLang="zh-CN"/>
              <a:t> to get a final </a:t>
            </a:r>
            <a:r>
              <a:rPr lang="sv-SE" altLang="zh-CN" err="1"/>
              <a:t>diagnosis</a:t>
            </a:r>
            <a:r>
              <a:rPr lang="sv-SE" altLang="zh-CN"/>
              <a:t>, </a:t>
            </a:r>
            <a:r>
              <a:rPr lang="sv-SE" altLang="zh-CN" err="1"/>
              <a:t>causing</a:t>
            </a:r>
            <a:r>
              <a:rPr lang="sv-SE" altLang="zh-CN"/>
              <a:t> </a:t>
            </a:r>
            <a:r>
              <a:rPr lang="sv-SE" altLang="zh-CN" err="1"/>
              <a:t>immense</a:t>
            </a:r>
            <a:r>
              <a:rPr lang="sv-SE" altLang="zh-CN"/>
              <a:t> patient </a:t>
            </a:r>
            <a:r>
              <a:rPr lang="sv-SE" altLang="zh-CN" err="1"/>
              <a:t>anxiety</a:t>
            </a:r>
            <a:r>
              <a:rPr lang="sv-SE" altLang="zh-CN"/>
              <a:t> and mental </a:t>
            </a:r>
            <a:r>
              <a:rPr lang="sv-SE" altLang="zh-CN" err="1"/>
              <a:t>strain</a:t>
            </a:r>
            <a:r>
              <a:rPr lang="sv-SE" altLang="zh-CN"/>
              <a:t>.</a:t>
            </a:r>
          </a:p>
        </p:txBody>
      </p:sp>
      <p:sp>
        <p:nvSpPr>
          <p:cNvPr id="38" name="圆角矩形 37">
            <a:extLst>
              <a:ext uri="{FF2B5EF4-FFF2-40B4-BE49-F238E27FC236}">
                <a16:creationId xmlns:a16="http://schemas.microsoft.com/office/drawing/2014/main" id="{30504A46-571B-AE03-854C-63340713D43B}"/>
              </a:ext>
            </a:extLst>
          </p:cNvPr>
          <p:cNvSpPr/>
          <p:nvPr/>
        </p:nvSpPr>
        <p:spPr>
          <a:xfrm>
            <a:off x="2684770" y="290123"/>
            <a:ext cx="6817658" cy="779661"/>
          </a:xfrm>
          <a:prstGeom prst="roundRect">
            <a:avLst/>
          </a:prstGeom>
          <a:solidFill>
            <a:srgbClr val="535B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sv-SE" altLang="zh-CN" sz="2800" b="1"/>
              <a:t>The </a:t>
            </a:r>
            <a:r>
              <a:rPr lang="sv-SE" altLang="zh-CN" sz="2800" b="1" err="1"/>
              <a:t>Diagnostic</a:t>
            </a:r>
            <a:r>
              <a:rPr lang="sv-SE" altLang="zh-CN" sz="2800" b="1"/>
              <a:t> Long</a:t>
            </a:r>
            <a:r>
              <a:rPr lang="zh-CN" altLang="en-US" sz="2800" b="1"/>
              <a:t> </a:t>
            </a:r>
            <a:r>
              <a:rPr lang="en-US" altLang="zh-CN" sz="2800" b="1"/>
              <a:t>Journey</a:t>
            </a:r>
            <a:endParaRPr kumimoji="1" lang="zh-CN" altLang="en-US" sz="2800" b="1">
              <a:solidFill>
                <a:schemeClr val="bg1"/>
              </a:solidFill>
            </a:endParaRPr>
          </a:p>
        </p:txBody>
      </p:sp>
      <p:grpSp>
        <p:nvGrpSpPr>
          <p:cNvPr id="43" name="组合 42">
            <a:extLst>
              <a:ext uri="{FF2B5EF4-FFF2-40B4-BE49-F238E27FC236}">
                <a16:creationId xmlns:a16="http://schemas.microsoft.com/office/drawing/2014/main" id="{8290BFF6-D30F-551B-40ED-1566EA878D85}"/>
              </a:ext>
            </a:extLst>
          </p:cNvPr>
          <p:cNvGrpSpPr/>
          <p:nvPr/>
        </p:nvGrpSpPr>
        <p:grpSpPr>
          <a:xfrm>
            <a:off x="4248710" y="1911105"/>
            <a:ext cx="3694580" cy="3708139"/>
            <a:chOff x="4248710" y="1574930"/>
            <a:chExt cx="3694580" cy="3708139"/>
          </a:xfrm>
        </p:grpSpPr>
        <p:grpSp>
          <p:nvGrpSpPr>
            <p:cNvPr id="17" name="ïş1íḓê">
              <a:extLst>
                <a:ext uri="{FF2B5EF4-FFF2-40B4-BE49-F238E27FC236}">
                  <a16:creationId xmlns:a16="http://schemas.microsoft.com/office/drawing/2014/main" id="{905233C5-F2AE-CB50-0195-0A9B905F8E69}"/>
                </a:ext>
              </a:extLst>
            </p:cNvPr>
            <p:cNvGrpSpPr/>
            <p:nvPr/>
          </p:nvGrpSpPr>
          <p:grpSpPr>
            <a:xfrm>
              <a:off x="4248711" y="1574930"/>
              <a:ext cx="1849691" cy="1849691"/>
              <a:chOff x="3651250" y="1447800"/>
              <a:chExt cx="2444750" cy="2444750"/>
            </a:xfrm>
          </p:grpSpPr>
          <p:sp>
            <p:nvSpPr>
              <p:cNvPr id="27" name="ïsļíďè">
                <a:extLst>
                  <a:ext uri="{FF2B5EF4-FFF2-40B4-BE49-F238E27FC236}">
                    <a16:creationId xmlns:a16="http://schemas.microsoft.com/office/drawing/2014/main" id="{28624B36-EF81-F8BF-358F-75C6D6C2AF26}"/>
                  </a:ext>
                </a:extLst>
              </p:cNvPr>
              <p:cNvSpPr/>
              <p:nvPr/>
            </p:nvSpPr>
            <p:spPr>
              <a:xfrm flipH="1">
                <a:off x="3651250" y="1447800"/>
                <a:ext cx="2444750" cy="2444750"/>
              </a:xfrm>
              <a:prstGeom prst="round2SameRect">
                <a:avLst>
                  <a:gd name="adj1" fmla="val 50000"/>
                  <a:gd name="adj2" fmla="val 0"/>
                </a:avLst>
              </a:prstGeom>
              <a:solidFill>
                <a:schemeClr val="tx2">
                  <a:alpha val="15000"/>
                </a:schemeClr>
              </a:solidFill>
              <a:ln w="12700" cap="flat" cmpd="sng" algn="ctr">
                <a:solidFill>
                  <a:schemeClr val="bg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28" name="Number1">
                <a:extLst>
                  <a:ext uri="{FF2B5EF4-FFF2-40B4-BE49-F238E27FC236}">
                    <a16:creationId xmlns:a16="http://schemas.microsoft.com/office/drawing/2014/main" id="{D2B48D8A-3607-8B54-1B9B-BC7260F9B89F}"/>
                  </a:ext>
                </a:extLst>
              </p:cNvPr>
              <p:cNvSpPr/>
              <p:nvPr/>
            </p:nvSpPr>
            <p:spPr>
              <a:xfrm flipH="1">
                <a:off x="4168857" y="1913083"/>
                <a:ext cx="1288800" cy="1288800"/>
              </a:xfrm>
              <a:prstGeom prst="ellipse">
                <a:avLst/>
              </a:prstGeom>
              <a:solidFill>
                <a:srgbClr val="A2B4D5"/>
              </a:solid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endParaRPr lang="zh-CN" altLang="en-US" sz="2200" b="1">
                  <a:solidFill>
                    <a:schemeClr val="bg1"/>
                  </a:solidFill>
                </a:endParaRPr>
              </a:p>
            </p:txBody>
          </p:sp>
        </p:grpSp>
        <p:grpSp>
          <p:nvGrpSpPr>
            <p:cNvPr id="18" name="ïṥliḋé">
              <a:extLst>
                <a:ext uri="{FF2B5EF4-FFF2-40B4-BE49-F238E27FC236}">
                  <a16:creationId xmlns:a16="http://schemas.microsoft.com/office/drawing/2014/main" id="{C8439711-2367-2B47-BF66-C4DAB4DEF137}"/>
                </a:ext>
              </a:extLst>
            </p:cNvPr>
            <p:cNvGrpSpPr/>
            <p:nvPr/>
          </p:nvGrpSpPr>
          <p:grpSpPr>
            <a:xfrm flipH="1">
              <a:off x="6093599" y="1574930"/>
              <a:ext cx="1849691" cy="1849691"/>
              <a:chOff x="3651249" y="1447800"/>
              <a:chExt cx="2444750" cy="2444750"/>
            </a:xfrm>
          </p:grpSpPr>
          <p:sp>
            <p:nvSpPr>
              <p:cNvPr id="25" name="îšľïḓé">
                <a:extLst>
                  <a:ext uri="{FF2B5EF4-FFF2-40B4-BE49-F238E27FC236}">
                    <a16:creationId xmlns:a16="http://schemas.microsoft.com/office/drawing/2014/main" id="{65AE16BB-B164-70E6-A286-93223AF4AB42}"/>
                  </a:ext>
                </a:extLst>
              </p:cNvPr>
              <p:cNvSpPr/>
              <p:nvPr/>
            </p:nvSpPr>
            <p:spPr>
              <a:xfrm flipH="1">
                <a:off x="3651249" y="1447800"/>
                <a:ext cx="2444750" cy="2444750"/>
              </a:xfrm>
              <a:prstGeom prst="round2SameRect">
                <a:avLst>
                  <a:gd name="adj1" fmla="val 50000"/>
                  <a:gd name="adj2" fmla="val 0"/>
                </a:avLst>
              </a:prstGeom>
              <a:solidFill>
                <a:schemeClr val="accent1">
                  <a:alpha val="15000"/>
                </a:schemeClr>
              </a:solidFill>
              <a:ln w="12700" cap="flat" cmpd="sng" algn="ctr">
                <a:solidFill>
                  <a:schemeClr val="bg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26" name="Number2">
                <a:extLst>
                  <a:ext uri="{FF2B5EF4-FFF2-40B4-BE49-F238E27FC236}">
                    <a16:creationId xmlns:a16="http://schemas.microsoft.com/office/drawing/2014/main" id="{71F8BB01-5810-46E2-A77B-157D92EC084D}"/>
                  </a:ext>
                </a:extLst>
              </p:cNvPr>
              <p:cNvSpPr/>
              <p:nvPr/>
            </p:nvSpPr>
            <p:spPr>
              <a:xfrm flipH="1">
                <a:off x="4168857" y="1913083"/>
                <a:ext cx="1288800" cy="1288800"/>
              </a:xfrm>
              <a:prstGeom prst="ellipse">
                <a:avLst/>
              </a:prstGeom>
              <a:solidFill>
                <a:srgbClr val="E19292"/>
              </a:solid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endParaRPr lang="zh-CN" altLang="en-US" sz="2200" b="1">
                  <a:solidFill>
                    <a:schemeClr val="bg1"/>
                  </a:solidFill>
                </a:endParaRPr>
              </a:p>
            </p:txBody>
          </p:sp>
        </p:grpSp>
        <p:grpSp>
          <p:nvGrpSpPr>
            <p:cNvPr id="19" name="îşľiḑê">
              <a:extLst>
                <a:ext uri="{FF2B5EF4-FFF2-40B4-BE49-F238E27FC236}">
                  <a16:creationId xmlns:a16="http://schemas.microsoft.com/office/drawing/2014/main" id="{B26AD8E4-9C4D-51A8-9697-03BFEC94D8C6}"/>
                </a:ext>
              </a:extLst>
            </p:cNvPr>
            <p:cNvGrpSpPr/>
            <p:nvPr/>
          </p:nvGrpSpPr>
          <p:grpSpPr>
            <a:xfrm>
              <a:off x="4248710" y="3433378"/>
              <a:ext cx="1849691" cy="1849691"/>
              <a:chOff x="3651249" y="1447800"/>
              <a:chExt cx="2444750" cy="2444750"/>
            </a:xfrm>
          </p:grpSpPr>
          <p:sp>
            <p:nvSpPr>
              <p:cNvPr id="23" name="îšļiḍé">
                <a:extLst>
                  <a:ext uri="{FF2B5EF4-FFF2-40B4-BE49-F238E27FC236}">
                    <a16:creationId xmlns:a16="http://schemas.microsoft.com/office/drawing/2014/main" id="{45ABA72D-EADE-7987-C53D-AA70135A9D88}"/>
                  </a:ext>
                </a:extLst>
              </p:cNvPr>
              <p:cNvSpPr/>
              <p:nvPr/>
            </p:nvSpPr>
            <p:spPr>
              <a:xfrm flipH="1" flipV="1">
                <a:off x="3651249" y="1447800"/>
                <a:ext cx="2444750" cy="2444750"/>
              </a:xfrm>
              <a:prstGeom prst="round2SameRect">
                <a:avLst>
                  <a:gd name="adj1" fmla="val 50000"/>
                  <a:gd name="adj2" fmla="val 0"/>
                </a:avLst>
              </a:prstGeom>
              <a:solidFill>
                <a:schemeClr val="accent1">
                  <a:alpha val="15000"/>
                </a:schemeClr>
              </a:solidFill>
              <a:ln w="12700" cap="flat" cmpd="sng" algn="ctr">
                <a:solidFill>
                  <a:schemeClr val="bg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24" name="Number3">
                <a:extLst>
                  <a:ext uri="{FF2B5EF4-FFF2-40B4-BE49-F238E27FC236}">
                    <a16:creationId xmlns:a16="http://schemas.microsoft.com/office/drawing/2014/main" id="{C257ACBA-C436-5051-C9D5-4A045B798717}"/>
                  </a:ext>
                </a:extLst>
              </p:cNvPr>
              <p:cNvSpPr/>
              <p:nvPr/>
            </p:nvSpPr>
            <p:spPr>
              <a:xfrm flipH="1">
                <a:off x="4168857" y="1913083"/>
                <a:ext cx="1288800" cy="1288800"/>
              </a:xfrm>
              <a:prstGeom prst="ellipse">
                <a:avLst/>
              </a:prstGeom>
              <a:solidFill>
                <a:srgbClr val="E19292"/>
              </a:solid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p>
                <a:pPr algn="ctr" defTabSz="914354"/>
                <a:endParaRPr lang="zh-CN" altLang="en-US" sz="2200" b="1">
                  <a:solidFill>
                    <a:schemeClr val="bg1"/>
                  </a:solidFill>
                </a:endParaRPr>
              </a:p>
            </p:txBody>
          </p:sp>
        </p:grpSp>
        <p:grpSp>
          <p:nvGrpSpPr>
            <p:cNvPr id="20" name="ïšḷíḓe">
              <a:extLst>
                <a:ext uri="{FF2B5EF4-FFF2-40B4-BE49-F238E27FC236}">
                  <a16:creationId xmlns:a16="http://schemas.microsoft.com/office/drawing/2014/main" id="{73525DEB-ECE1-4093-3F54-FE8BC3D09E0B}"/>
                </a:ext>
              </a:extLst>
            </p:cNvPr>
            <p:cNvGrpSpPr/>
            <p:nvPr/>
          </p:nvGrpSpPr>
          <p:grpSpPr>
            <a:xfrm flipH="1">
              <a:off x="6093599" y="3433378"/>
              <a:ext cx="1849691" cy="1849691"/>
              <a:chOff x="3651249" y="1447800"/>
              <a:chExt cx="2444750" cy="2444750"/>
            </a:xfrm>
          </p:grpSpPr>
          <p:sp>
            <p:nvSpPr>
              <p:cNvPr id="21" name="íṧḻîḍe">
                <a:extLst>
                  <a:ext uri="{FF2B5EF4-FFF2-40B4-BE49-F238E27FC236}">
                    <a16:creationId xmlns:a16="http://schemas.microsoft.com/office/drawing/2014/main" id="{3FC8CCA0-6BA6-CFFF-12E8-08E569AAA048}"/>
                  </a:ext>
                </a:extLst>
              </p:cNvPr>
              <p:cNvSpPr/>
              <p:nvPr/>
            </p:nvSpPr>
            <p:spPr>
              <a:xfrm flipH="1" flipV="1">
                <a:off x="3651249" y="1447800"/>
                <a:ext cx="2444750" cy="2444750"/>
              </a:xfrm>
              <a:prstGeom prst="round2SameRect">
                <a:avLst>
                  <a:gd name="adj1" fmla="val 50000"/>
                  <a:gd name="adj2" fmla="val 0"/>
                </a:avLst>
              </a:prstGeom>
              <a:solidFill>
                <a:schemeClr val="tx2">
                  <a:alpha val="15000"/>
                </a:schemeClr>
              </a:solidFill>
              <a:ln w="12700" cap="flat" cmpd="sng" algn="ctr">
                <a:solidFill>
                  <a:schemeClr val="bg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22" name="Number4">
                <a:extLst>
                  <a:ext uri="{FF2B5EF4-FFF2-40B4-BE49-F238E27FC236}">
                    <a16:creationId xmlns:a16="http://schemas.microsoft.com/office/drawing/2014/main" id="{28DD3952-07A9-4FF5-EF7E-81DCE7635C6D}"/>
                  </a:ext>
                </a:extLst>
              </p:cNvPr>
              <p:cNvSpPr/>
              <p:nvPr/>
            </p:nvSpPr>
            <p:spPr>
              <a:xfrm flipH="1">
                <a:off x="4168857" y="1913083"/>
                <a:ext cx="1288800" cy="1288800"/>
              </a:xfrm>
              <a:prstGeom prst="ellipse">
                <a:avLst/>
              </a:prstGeom>
              <a:solidFill>
                <a:srgbClr val="A2B4D5"/>
              </a:solid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endParaRPr lang="zh-CN" altLang="en-US" sz="2200" b="1">
                  <a:solidFill>
                    <a:schemeClr val="bg1"/>
                  </a:solidFill>
                </a:endParaRPr>
              </a:p>
            </p:txBody>
          </p:sp>
        </p:grpSp>
        <p:pic>
          <p:nvPicPr>
            <p:cNvPr id="35" name="图形 34">
              <a:extLst>
                <a:ext uri="{FF2B5EF4-FFF2-40B4-BE49-F238E27FC236}">
                  <a16:creationId xmlns:a16="http://schemas.microsoft.com/office/drawing/2014/main" id="{BA8710E7-907F-8041-C8C9-110139D0ABF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738204" y="2088599"/>
              <a:ext cx="651828" cy="651828"/>
            </a:xfrm>
            <a:prstGeom prst="rect">
              <a:avLst/>
            </a:prstGeom>
          </p:spPr>
        </p:pic>
        <p:pic>
          <p:nvPicPr>
            <p:cNvPr id="37" name="图形 36">
              <a:extLst>
                <a:ext uri="{FF2B5EF4-FFF2-40B4-BE49-F238E27FC236}">
                  <a16:creationId xmlns:a16="http://schemas.microsoft.com/office/drawing/2014/main" id="{3931E9F6-4DA7-0ABD-B72D-2808EEBC3E0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853338" y="2163400"/>
              <a:ext cx="549088" cy="549088"/>
            </a:xfrm>
            <a:prstGeom prst="rect">
              <a:avLst/>
            </a:prstGeom>
          </p:spPr>
        </p:pic>
        <p:pic>
          <p:nvPicPr>
            <p:cNvPr id="40" name="图形 39">
              <a:extLst>
                <a:ext uri="{FF2B5EF4-FFF2-40B4-BE49-F238E27FC236}">
                  <a16:creationId xmlns:a16="http://schemas.microsoft.com/office/drawing/2014/main" id="{1BC11599-236D-B9C5-5817-C44E4C8154B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797682" y="3930491"/>
              <a:ext cx="684940" cy="684940"/>
            </a:xfrm>
            <a:prstGeom prst="rect">
              <a:avLst/>
            </a:prstGeom>
          </p:spPr>
        </p:pic>
        <p:pic>
          <p:nvPicPr>
            <p:cNvPr id="42" name="图形 41">
              <a:extLst>
                <a:ext uri="{FF2B5EF4-FFF2-40B4-BE49-F238E27FC236}">
                  <a16:creationId xmlns:a16="http://schemas.microsoft.com/office/drawing/2014/main" id="{310CDFC0-B9D4-49A6-7E19-B799F547B062}"/>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683148" y="3891991"/>
              <a:ext cx="761939" cy="761939"/>
            </a:xfrm>
            <a:prstGeom prst="rect">
              <a:avLst/>
            </a:prstGeom>
          </p:spPr>
        </p:pic>
      </p:grpSp>
    </p:spTree>
    <p:extLst>
      <p:ext uri="{BB962C8B-B14F-4D97-AF65-F5344CB8AC3E}">
        <p14:creationId xmlns:p14="http://schemas.microsoft.com/office/powerpoint/2010/main" val="31550744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E1FF3C5-BA10-B699-348A-84190766C425}"/>
            </a:ext>
          </a:extLst>
        </p:cNvPr>
        <p:cNvGrpSpPr/>
        <p:nvPr/>
      </p:nvGrpSpPr>
      <p:grpSpPr>
        <a:xfrm>
          <a:off x="0" y="0"/>
          <a:ext cx="0" cy="0"/>
          <a:chOff x="0" y="0"/>
          <a:chExt cx="0" cy="0"/>
        </a:xfrm>
      </p:grpSpPr>
      <p:sp>
        <p:nvSpPr>
          <p:cNvPr id="4" name="圆角矩形 15"/>
          <p:cNvSpPr/>
          <p:nvPr/>
        </p:nvSpPr>
        <p:spPr>
          <a:xfrm>
            <a:off x="385524" y="2480208"/>
            <a:ext cx="2745822" cy="763560"/>
          </a:xfrm>
          <a:prstGeom prst="roundRect">
            <a:avLst/>
          </a:prstGeom>
          <a:solidFill>
            <a:schemeClr val="bg1"/>
          </a:solidFill>
          <a:ln w="28575">
            <a:solidFill>
              <a:srgbClr val="A1B4D5"/>
            </a:solidFill>
          </a:ln>
        </p:spPr>
        <p:txBody>
          <a:bodyPr lIns="91440" tIns="45720" rIns="91440" bIns="45720" anchor="ctr"/>
          <a:lstStyle/>
          <a:p>
            <a:pPr algn="ctr"/>
            <a:r>
              <a:rPr lang="en-US" altLang="zh-CN" sz="1600" b="1" noProof="1">
                <a:solidFill>
                  <a:srgbClr val="000000"/>
                </a:solidFill>
                <a:latin typeface="Calibri"/>
                <a:ea typeface="Calibri"/>
                <a:cs typeface="Calibri"/>
              </a:rPr>
              <a:t>AI-based</a:t>
            </a:r>
            <a:r>
              <a:rPr lang="zh-CN" altLang="en-US" sz="1600" b="1" noProof="1">
                <a:solidFill>
                  <a:srgbClr val="000000"/>
                </a:solidFill>
                <a:latin typeface="Calibri"/>
                <a:ea typeface="Calibri"/>
                <a:cs typeface="Calibri"/>
              </a:rPr>
              <a:t> </a:t>
            </a:r>
            <a:r>
              <a:rPr lang="en-US" altLang="zh-CN" sz="1600" b="1" noProof="1">
                <a:solidFill>
                  <a:srgbClr val="000000"/>
                </a:solidFill>
                <a:latin typeface="Calibri"/>
                <a:ea typeface="Calibri"/>
                <a:cs typeface="Calibri"/>
              </a:rPr>
              <a:t>risk scoring from demographics and symptoms </a:t>
            </a:r>
            <a:endParaRPr lang="en-US" altLang="zh-CN" sz="1600" b="1" noProof="1">
              <a:ea typeface="Calibri"/>
              <a:cs typeface="Calibri"/>
            </a:endParaRPr>
          </a:p>
        </p:txBody>
      </p:sp>
      <p:sp>
        <p:nvSpPr>
          <p:cNvPr id="5" name="圆角矩形 16"/>
          <p:cNvSpPr/>
          <p:nvPr/>
        </p:nvSpPr>
        <p:spPr>
          <a:xfrm>
            <a:off x="3338779" y="2441272"/>
            <a:ext cx="2587251" cy="815321"/>
          </a:xfrm>
          <a:prstGeom prst="roundRect">
            <a:avLst/>
          </a:prstGeom>
          <a:solidFill>
            <a:srgbClr val="A1B4D5"/>
          </a:solidFill>
          <a:ln>
            <a:noFill/>
          </a:ln>
        </p:spPr>
        <p:txBody>
          <a:bodyPr lIns="91440" tIns="45720" rIns="91440" bIns="45720" anchor="ctr"/>
          <a:lstStyle/>
          <a:p>
            <a:pPr algn="ctr"/>
            <a:r>
              <a:rPr lang="zh-CN" altLang="en-US" sz="1600" b="1" noProof="1">
                <a:solidFill>
                  <a:srgbClr val="000000"/>
                </a:solidFill>
                <a:latin typeface="Calibri"/>
                <a:ea typeface="等线"/>
                <a:cs typeface="Calibri"/>
              </a:rPr>
              <a:t>User friendly</a:t>
            </a:r>
          </a:p>
          <a:p>
            <a:pPr marL="285750" indent="-285750">
              <a:buFont typeface="Arial"/>
              <a:buChar char="•"/>
            </a:pPr>
            <a:r>
              <a:rPr lang="en-US" sz="1600">
                <a:ea typeface="+mn-lt"/>
                <a:cs typeface="+mn-lt"/>
              </a:rPr>
              <a:t>At-Home Assessment</a:t>
            </a:r>
          </a:p>
          <a:p>
            <a:pPr marL="285750" indent="-285750">
              <a:buFont typeface="Arial"/>
              <a:buChar char="•"/>
            </a:pPr>
            <a:r>
              <a:rPr lang="zh-CN" altLang="en-US" sz="1600" noProof="1">
                <a:solidFill>
                  <a:srgbClr val="000000"/>
                </a:solidFill>
                <a:ea typeface="等线"/>
                <a:cs typeface="Calibri"/>
              </a:rPr>
              <a:t>Interactive symptom log</a:t>
            </a:r>
          </a:p>
        </p:txBody>
      </p:sp>
      <p:sp>
        <p:nvSpPr>
          <p:cNvPr id="18" name="圆角矩形 17"/>
          <p:cNvSpPr/>
          <p:nvPr/>
        </p:nvSpPr>
        <p:spPr>
          <a:xfrm>
            <a:off x="3334460" y="3390020"/>
            <a:ext cx="2587251" cy="1158795"/>
          </a:xfrm>
          <a:prstGeom prst="roundRect">
            <a:avLst/>
          </a:prstGeom>
          <a:solidFill>
            <a:srgbClr val="A1B4D5"/>
          </a:solidFill>
          <a:ln>
            <a:solidFill>
              <a:srgbClr val="A1B4D5"/>
            </a:solidFill>
          </a:ln>
        </p:spPr>
        <p:txBody>
          <a:bodyPr lIns="91440" tIns="45720" rIns="91440" bIns="45720" anchor="ctr"/>
          <a:lstStyle/>
          <a:p>
            <a:pPr algn="ctr"/>
            <a:r>
              <a:rPr lang="zh-CN" altLang="en-US" sz="1600" b="1" noProof="1">
                <a:solidFill>
                  <a:srgbClr val="000000"/>
                </a:solidFill>
                <a:latin typeface="Calibri"/>
                <a:ea typeface="等线"/>
                <a:cs typeface="Calibri"/>
              </a:rPr>
              <a:t>Data integration</a:t>
            </a:r>
          </a:p>
          <a:p>
            <a:pPr marL="285750" indent="-285750">
              <a:buFont typeface="Arial"/>
              <a:buChar char="•"/>
            </a:pPr>
            <a:r>
              <a:rPr lang="zh-CN" altLang="en-US" sz="1600" noProof="1">
                <a:solidFill>
                  <a:srgbClr val="000000"/>
                </a:solidFill>
                <a:latin typeface="Calibri"/>
                <a:ea typeface="等线"/>
                <a:cs typeface="Calibri"/>
              </a:rPr>
              <a:t>Patient summary</a:t>
            </a:r>
          </a:p>
          <a:p>
            <a:pPr marL="285750" indent="-285750">
              <a:buFont typeface="Arial"/>
              <a:buChar char="•"/>
            </a:pPr>
            <a:r>
              <a:rPr lang="zh-CN" sz="1600" noProof="1">
                <a:solidFill>
                  <a:srgbClr val="000000"/>
                </a:solidFill>
                <a:latin typeface="Calibri"/>
                <a:ea typeface="等线"/>
                <a:cs typeface="Calibri"/>
              </a:rPr>
              <a:t>Sync with HIS system </a:t>
            </a:r>
            <a:br>
              <a:rPr lang="zh-CN" sz="1600" noProof="1">
                <a:latin typeface="Calibri"/>
                <a:ea typeface="等线"/>
                <a:cs typeface="Calibri"/>
              </a:rPr>
            </a:br>
            <a:r>
              <a:rPr lang="zh-CN" sz="1600" noProof="1">
                <a:solidFill>
                  <a:srgbClr val="000000"/>
                </a:solidFill>
                <a:latin typeface="Calibri"/>
                <a:ea typeface="等线"/>
                <a:cs typeface="Calibri"/>
              </a:rPr>
              <a:t>(with user consent)</a:t>
            </a:r>
            <a:endParaRPr lang="zh-CN" altLang="en-US" sz="1600" noProof="1">
              <a:solidFill>
                <a:srgbClr val="000000"/>
              </a:solidFill>
              <a:latin typeface="Calibri"/>
              <a:ea typeface="等线"/>
              <a:cs typeface="Calibri"/>
            </a:endParaRPr>
          </a:p>
        </p:txBody>
      </p:sp>
      <p:sp>
        <p:nvSpPr>
          <p:cNvPr id="9" name="圆角矩形 16">
            <a:extLst>
              <a:ext uri="{FF2B5EF4-FFF2-40B4-BE49-F238E27FC236}">
                <a16:creationId xmlns:a16="http://schemas.microsoft.com/office/drawing/2014/main" id="{67C9534E-0DBF-A531-29D9-2BF25DC681C7}"/>
              </a:ext>
            </a:extLst>
          </p:cNvPr>
          <p:cNvSpPr/>
          <p:nvPr/>
        </p:nvSpPr>
        <p:spPr>
          <a:xfrm>
            <a:off x="3333688" y="4731123"/>
            <a:ext cx="2587250" cy="968428"/>
          </a:xfrm>
          <a:prstGeom prst="roundRect">
            <a:avLst/>
          </a:prstGeom>
          <a:solidFill>
            <a:srgbClr val="A1B4D5"/>
          </a:solidFill>
          <a:ln>
            <a:noFill/>
          </a:ln>
        </p:spPr>
        <p:txBody>
          <a:bodyPr lIns="91440" tIns="45720" rIns="91440" bIns="45720" anchor="ctr"/>
          <a:lstStyle/>
          <a:p>
            <a:pPr algn="ctr"/>
            <a:r>
              <a:rPr lang="en-US" altLang="zh-CN" sz="1600" b="1" noProof="1">
                <a:solidFill>
                  <a:srgbClr val="000000"/>
                </a:solidFill>
                <a:latin typeface="Calibri"/>
                <a:ea typeface="Calibri"/>
                <a:cs typeface="Calibri"/>
              </a:rPr>
              <a:t>Data</a:t>
            </a:r>
            <a:r>
              <a:rPr lang="zh-CN" sz="1600" b="1" noProof="1">
                <a:solidFill>
                  <a:srgbClr val="000000"/>
                </a:solidFill>
                <a:latin typeface="Calibri"/>
                <a:ea typeface="等线"/>
                <a:cs typeface="Calibri"/>
              </a:rPr>
              <a:t> </a:t>
            </a:r>
            <a:r>
              <a:rPr lang="en-US" altLang="zh-CN" sz="1600" b="1" noProof="1">
                <a:solidFill>
                  <a:srgbClr val="000000"/>
                </a:solidFill>
                <a:latin typeface="Calibri"/>
                <a:ea typeface="Calibri"/>
                <a:cs typeface="Calibri"/>
              </a:rPr>
              <a:t>privacy</a:t>
            </a:r>
            <a:endParaRPr lang="en-US" sz="2000" b="1">
              <a:solidFill>
                <a:srgbClr val="000000"/>
              </a:solidFill>
            </a:endParaRPr>
          </a:p>
          <a:p>
            <a:pPr marL="285750" indent="-285750">
              <a:buFont typeface="Arial"/>
              <a:buChar char="•"/>
            </a:pPr>
            <a:r>
              <a:rPr lang="en-US" altLang="zh-CN" sz="1600" noProof="1">
                <a:solidFill>
                  <a:srgbClr val="000000"/>
                </a:solidFill>
                <a:latin typeface="Calibri"/>
                <a:ea typeface="Calibri"/>
                <a:cs typeface="Calibri"/>
              </a:rPr>
              <a:t>Store</a:t>
            </a:r>
            <a:r>
              <a:rPr lang="zh-CN" sz="1600" noProof="1">
                <a:solidFill>
                  <a:srgbClr val="000000"/>
                </a:solidFill>
                <a:latin typeface="Calibri"/>
                <a:ea typeface="等线"/>
                <a:cs typeface="Calibri"/>
              </a:rPr>
              <a:t> </a:t>
            </a:r>
            <a:r>
              <a:rPr lang="en-US" altLang="zh-CN" sz="1600" noProof="1">
                <a:solidFill>
                  <a:srgbClr val="000000"/>
                </a:solidFill>
                <a:latin typeface="Calibri"/>
                <a:ea typeface="Calibri"/>
                <a:cs typeface="Calibri"/>
              </a:rPr>
              <a:t>data</a:t>
            </a:r>
            <a:r>
              <a:rPr lang="zh-CN" sz="1600" noProof="1">
                <a:solidFill>
                  <a:srgbClr val="000000"/>
                </a:solidFill>
                <a:latin typeface="Calibri"/>
                <a:ea typeface="等线"/>
                <a:cs typeface="Calibri"/>
              </a:rPr>
              <a:t> </a:t>
            </a:r>
            <a:r>
              <a:rPr lang="en-US" altLang="zh-CN" sz="1600" noProof="1">
                <a:solidFill>
                  <a:srgbClr val="000000"/>
                </a:solidFill>
                <a:latin typeface="Calibri"/>
                <a:ea typeface="Calibri"/>
                <a:cs typeface="Calibri"/>
              </a:rPr>
              <a:t>locally</a:t>
            </a:r>
          </a:p>
          <a:p>
            <a:pPr marL="285750" indent="-285750">
              <a:buFont typeface="Arial"/>
              <a:buChar char="•"/>
            </a:pPr>
            <a:r>
              <a:rPr lang="en-US" altLang="zh-CN" sz="1600" noProof="1">
                <a:solidFill>
                  <a:srgbClr val="000000"/>
                </a:solidFill>
                <a:latin typeface="Calibri"/>
                <a:ea typeface="Calibri"/>
                <a:cs typeface="Calibri"/>
              </a:rPr>
              <a:t>Export reusable report </a:t>
            </a:r>
          </a:p>
        </p:txBody>
      </p:sp>
      <p:pic>
        <p:nvPicPr>
          <p:cNvPr id="17" name="Graphic 16" descr="Monitor with solid fill">
            <a:extLst>
              <a:ext uri="{FF2B5EF4-FFF2-40B4-BE49-F238E27FC236}">
                <a16:creationId xmlns:a16="http://schemas.microsoft.com/office/drawing/2014/main" id="{300F4083-9374-C916-49BD-1B556B999AA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54090" y="3706558"/>
            <a:ext cx="1992668" cy="1906750"/>
          </a:xfrm>
          <a:prstGeom prst="rect">
            <a:avLst/>
          </a:prstGeom>
        </p:spPr>
      </p:pic>
      <p:sp>
        <p:nvSpPr>
          <p:cNvPr id="26" name="TextBox 25">
            <a:extLst>
              <a:ext uri="{FF2B5EF4-FFF2-40B4-BE49-F238E27FC236}">
                <a16:creationId xmlns:a16="http://schemas.microsoft.com/office/drawing/2014/main" id="{C300A5DD-4960-F461-58A9-38812D4F567D}"/>
              </a:ext>
            </a:extLst>
          </p:cNvPr>
          <p:cNvSpPr txBox="1"/>
          <p:nvPr/>
        </p:nvSpPr>
        <p:spPr>
          <a:xfrm>
            <a:off x="1419846" y="1720808"/>
            <a:ext cx="3827684"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latin typeface="Calibri"/>
              </a:rPr>
              <a:t>Point-of-Care Screening</a:t>
            </a:r>
            <a:r>
              <a:rPr lang="en-US" sz="2000" b="1" baseline="0">
                <a:latin typeface="Calibri"/>
              </a:rPr>
              <a:t> </a:t>
            </a:r>
            <a:r>
              <a:rPr lang="en-US" sz="2000" b="1">
                <a:latin typeface="Calibri"/>
              </a:rPr>
              <a:t>Platform</a:t>
            </a:r>
            <a:r>
              <a:rPr sz="2000">
                <a:latin typeface="Calibri"/>
                <a:ea typeface="Calibri"/>
                <a:cs typeface="Calibri"/>
              </a:rPr>
              <a:t>​</a:t>
            </a:r>
            <a:endParaRPr lang="en-US" sz="2400">
              <a:ea typeface="Calibri" panose="020F0502020204030204"/>
              <a:cs typeface="Calibri" panose="020F0502020204030204"/>
            </a:endParaRPr>
          </a:p>
        </p:txBody>
      </p:sp>
      <p:grpSp>
        <p:nvGrpSpPr>
          <p:cNvPr id="3" name="Group 2">
            <a:extLst>
              <a:ext uri="{FF2B5EF4-FFF2-40B4-BE49-F238E27FC236}">
                <a16:creationId xmlns:a16="http://schemas.microsoft.com/office/drawing/2014/main" id="{24BB8713-9855-2F35-3585-FA31A44A60F5}"/>
              </a:ext>
            </a:extLst>
          </p:cNvPr>
          <p:cNvGrpSpPr/>
          <p:nvPr/>
        </p:nvGrpSpPr>
        <p:grpSpPr>
          <a:xfrm>
            <a:off x="6034460" y="1720808"/>
            <a:ext cx="5998272" cy="4479835"/>
            <a:chOff x="6155585" y="1803257"/>
            <a:chExt cx="5998272" cy="4479835"/>
          </a:xfrm>
        </p:grpSpPr>
        <p:sp>
          <p:nvSpPr>
            <p:cNvPr id="12" name="文本框 21">
              <a:extLst>
                <a:ext uri="{FF2B5EF4-FFF2-40B4-BE49-F238E27FC236}">
                  <a16:creationId xmlns:a16="http://schemas.microsoft.com/office/drawing/2014/main" id="{C5EF38EB-4F5E-51FB-3B89-9AC70CC52C38}"/>
                </a:ext>
              </a:extLst>
            </p:cNvPr>
            <p:cNvSpPr txBox="1"/>
            <p:nvPr/>
          </p:nvSpPr>
          <p:spPr>
            <a:xfrm>
              <a:off x="7637356" y="5901000"/>
              <a:ext cx="2360356" cy="382092"/>
            </a:xfrm>
            <a:prstGeom prst="rect">
              <a:avLst/>
            </a:prstGeom>
            <a:noFill/>
          </p:spPr>
          <p:txBody>
            <a:bodyPr wrap="square" lIns="91440" tIns="45720" rIns="91440" bIns="45720" anchor="t">
              <a:spAutoFit/>
            </a:bodyPr>
            <a:lstStyle>
              <a:defPPr>
                <a:defRPr lang="zh-CN"/>
              </a:defPPr>
              <a:lvl1pPr>
                <a:lnSpc>
                  <a:spcPct val="150000"/>
                </a:lnSpc>
                <a:defRPr sz="1050" b="0" i="0">
                  <a:solidFill>
                    <a:schemeClr val="bg1">
                      <a:lumMod val="50000"/>
                    </a:schemeClr>
                  </a:solidFill>
                  <a:effectLst/>
                  <a:latin typeface="HarmonyOS Sans SC Light" panose="00000400000000000000" pitchFamily="2" charset="-122"/>
                  <a:ea typeface="阿里巴巴普惠体 2.0 55 Regular" panose="00020600040101010101" pitchFamily="18" charset="-122"/>
                  <a:cs typeface="阿里巴巴普惠体 2.0 55 Regular" panose="00020600040101010101" pitchFamily="18" charset="-122"/>
                </a:defRPr>
              </a:lvl1pPr>
            </a:lstStyle>
            <a:p>
              <a:pPr algn="ctr"/>
              <a:r>
                <a:rPr lang="en-US" altLang="zh-CN" sz="1400" b="1">
                  <a:solidFill>
                    <a:schemeClr val="tx1"/>
                  </a:solidFill>
                  <a:latin typeface="Calibri"/>
                  <a:ea typeface="Calibri"/>
                  <a:cs typeface="Calibri"/>
                </a:rPr>
                <a:t>* This is the future plan </a:t>
              </a:r>
            </a:p>
          </p:txBody>
        </p:sp>
        <p:sp>
          <p:nvSpPr>
            <p:cNvPr id="2" name="TextBox 1">
              <a:extLst>
                <a:ext uri="{FF2B5EF4-FFF2-40B4-BE49-F238E27FC236}">
                  <a16:creationId xmlns:a16="http://schemas.microsoft.com/office/drawing/2014/main" id="{828DBF4B-BE50-FA89-0CB8-E39D6E98CCF1}"/>
                </a:ext>
              </a:extLst>
            </p:cNvPr>
            <p:cNvSpPr txBox="1"/>
            <p:nvPr/>
          </p:nvSpPr>
          <p:spPr>
            <a:xfrm>
              <a:off x="7125192" y="1803257"/>
              <a:ext cx="446000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latin typeface="Calibri"/>
                </a:rPr>
                <a:t>Clinical decision support for diagnosis</a:t>
              </a:r>
              <a:endParaRPr lang="en-US" sz="2000">
                <a:ea typeface="Calibri" panose="020F0502020204030204"/>
                <a:cs typeface="Calibri" panose="020F0502020204030204"/>
              </a:endParaRPr>
            </a:p>
          </p:txBody>
        </p:sp>
        <p:sp>
          <p:nvSpPr>
            <p:cNvPr id="7" name="圆角矩形 15">
              <a:extLst>
                <a:ext uri="{FF2B5EF4-FFF2-40B4-BE49-F238E27FC236}">
                  <a16:creationId xmlns:a16="http://schemas.microsoft.com/office/drawing/2014/main" id="{91417C50-DC7D-8E7A-41AA-06B8DC0299CB}"/>
                </a:ext>
              </a:extLst>
            </p:cNvPr>
            <p:cNvSpPr/>
            <p:nvPr/>
          </p:nvSpPr>
          <p:spPr>
            <a:xfrm>
              <a:off x="6155585" y="2574451"/>
              <a:ext cx="2728450" cy="892348"/>
            </a:xfrm>
            <a:prstGeom prst="roundRect">
              <a:avLst/>
            </a:prstGeom>
            <a:solidFill>
              <a:schemeClr val="bg1"/>
            </a:solidFill>
            <a:ln w="28575">
              <a:solidFill>
                <a:schemeClr val="accent2">
                  <a:lumMod val="60000"/>
                  <a:lumOff val="40000"/>
                </a:schemeClr>
              </a:solidFill>
            </a:ln>
          </p:spPr>
          <p:txBody>
            <a:bodyPr lIns="91440" tIns="45720" rIns="91440" bIns="45720" anchor="ctr"/>
            <a:lstStyle/>
            <a:p>
              <a:pPr algn="ctr"/>
              <a:r>
                <a:rPr lang="en-US" altLang="zh-CN" sz="1600" b="1" noProof="1">
                  <a:solidFill>
                    <a:srgbClr val="000000"/>
                  </a:solidFill>
                  <a:latin typeface="Calibri"/>
                  <a:ea typeface="Calibri"/>
                  <a:cs typeface="Calibri"/>
                </a:rPr>
                <a:t>AI-Optimized reflex test</a:t>
              </a:r>
              <a:endParaRPr lang="en-US" sz="2000">
                <a:solidFill>
                  <a:srgbClr val="000000"/>
                </a:solidFill>
                <a:latin typeface="Calibri"/>
                <a:ea typeface="Calibri"/>
                <a:cs typeface="Calibri"/>
              </a:endParaRPr>
            </a:p>
            <a:p>
              <a:pPr algn="ctr"/>
              <a:r>
                <a:rPr lang="en-US" sz="1600">
                  <a:ea typeface="Calibri"/>
                  <a:cs typeface="Calibri"/>
                </a:rPr>
                <a:t>Suggesting next test based on lab result and AI risk scoring</a:t>
              </a:r>
              <a:endParaRPr lang="en-US" sz="2000"/>
            </a:p>
          </p:txBody>
        </p:sp>
        <p:sp>
          <p:nvSpPr>
            <p:cNvPr id="14" name="圆角矩形 15">
              <a:extLst>
                <a:ext uri="{FF2B5EF4-FFF2-40B4-BE49-F238E27FC236}">
                  <a16:creationId xmlns:a16="http://schemas.microsoft.com/office/drawing/2014/main" id="{658E69CC-5845-85A3-79BF-C8AF16519313}"/>
                </a:ext>
              </a:extLst>
            </p:cNvPr>
            <p:cNvSpPr/>
            <p:nvPr/>
          </p:nvSpPr>
          <p:spPr>
            <a:xfrm>
              <a:off x="9112637" y="4629524"/>
              <a:ext cx="3009024" cy="1149632"/>
            </a:xfrm>
            <a:prstGeom prst="roundRect">
              <a:avLst/>
            </a:prstGeom>
            <a:solidFill>
              <a:srgbClr val="E09292"/>
            </a:solidFill>
            <a:ln>
              <a:noFill/>
            </a:ln>
          </p:spPr>
          <p:txBody>
            <a:bodyPr lIns="91440" tIns="45720" rIns="91440" bIns="45720" anchor="ctr"/>
            <a:lstStyle/>
            <a:p>
              <a:pPr algn="ctr"/>
              <a:r>
                <a:rPr lang="en-US" sz="1600" b="1" noProof="1">
                  <a:solidFill>
                    <a:srgbClr val="000000"/>
                  </a:solidFill>
                  <a:latin typeface="Calibri"/>
                  <a:ea typeface="Calibri"/>
                  <a:cs typeface="Calibri"/>
                </a:rPr>
                <a:t>Iterative Learning Loop</a:t>
              </a:r>
            </a:p>
            <a:p>
              <a:pPr marL="285750" indent="-285750">
                <a:buFont typeface="Arial"/>
                <a:buChar char="•"/>
              </a:pPr>
              <a:r>
                <a:rPr lang="en-US" sz="1600" noProof="1">
                  <a:ea typeface="+mn-lt"/>
                  <a:cs typeface="+mn-lt"/>
                </a:rPr>
                <a:t>Learns from clinician feedback and real-world data</a:t>
              </a:r>
              <a:endParaRPr lang="en-US" sz="1600" noProof="1">
                <a:ea typeface="Calibri"/>
                <a:cs typeface="Calibri"/>
              </a:endParaRPr>
            </a:p>
            <a:p>
              <a:pPr marL="285750" indent="-285750">
                <a:buFont typeface="Arial"/>
                <a:buChar char="•"/>
              </a:pPr>
              <a:r>
                <a:rPr lang="en-US" sz="1600" noProof="1">
                  <a:ea typeface="+mn-lt"/>
                  <a:cs typeface="+mn-lt"/>
                </a:rPr>
                <a:t>Refines test suggestions </a:t>
              </a:r>
              <a:endParaRPr lang="en-US" sz="1600" noProof="1">
                <a:ea typeface="Calibri" panose="020F0502020204030204"/>
                <a:cs typeface="Calibri" panose="020F0502020204030204"/>
              </a:endParaRPr>
            </a:p>
          </p:txBody>
        </p:sp>
        <p:sp>
          <p:nvSpPr>
            <p:cNvPr id="15" name="圆角矩形 15">
              <a:extLst>
                <a:ext uri="{FF2B5EF4-FFF2-40B4-BE49-F238E27FC236}">
                  <a16:creationId xmlns:a16="http://schemas.microsoft.com/office/drawing/2014/main" id="{E2CD3C23-A9E2-B1BD-43D0-A4F2CA478F53}"/>
                </a:ext>
              </a:extLst>
            </p:cNvPr>
            <p:cNvSpPr/>
            <p:nvPr/>
          </p:nvSpPr>
          <p:spPr>
            <a:xfrm>
              <a:off x="9123665" y="3487889"/>
              <a:ext cx="3030192" cy="1010111"/>
            </a:xfrm>
            <a:prstGeom prst="roundRect">
              <a:avLst/>
            </a:prstGeom>
            <a:solidFill>
              <a:srgbClr val="E09292"/>
            </a:solidFill>
            <a:ln>
              <a:noFill/>
            </a:ln>
          </p:spPr>
          <p:txBody>
            <a:bodyPr lIns="91440" tIns="45720" rIns="91440" bIns="45720" anchor="ctr"/>
            <a:lstStyle/>
            <a:p>
              <a:pPr algn="ctr"/>
              <a:r>
                <a:rPr lang="en-US" sz="1600" b="1" noProof="1">
                  <a:solidFill>
                    <a:srgbClr val="000000"/>
                  </a:solidFill>
                  <a:latin typeface="Calibri"/>
                  <a:ea typeface="Calibri"/>
                  <a:cs typeface="Calibri"/>
                </a:rPr>
                <a:t>Quantitative test analysis</a:t>
              </a:r>
              <a:r>
                <a:rPr lang="en-US" sz="1600" noProof="1">
                  <a:solidFill>
                    <a:srgbClr val="000000"/>
                  </a:solidFill>
                  <a:latin typeface="Calibri"/>
                  <a:ea typeface="Calibri"/>
                  <a:cs typeface="Calibri"/>
                </a:rPr>
                <a:t> </a:t>
              </a:r>
            </a:p>
            <a:p>
              <a:pPr marL="285750" indent="-285750">
                <a:buFont typeface="Arial"/>
                <a:buChar char="•"/>
              </a:pPr>
              <a:r>
                <a:rPr lang="en-US" sz="1600" noProof="1">
                  <a:solidFill>
                    <a:srgbClr val="000000"/>
                  </a:solidFill>
                  <a:ea typeface="+mn-lt"/>
                  <a:cs typeface="+mn-lt"/>
                </a:rPr>
                <a:t>Analyzes quantitative test value rather than binary results</a:t>
              </a:r>
              <a:endParaRPr lang="en-US" sz="2000">
                <a:ea typeface="+mn-lt"/>
                <a:cs typeface="+mn-lt"/>
              </a:endParaRPr>
            </a:p>
          </p:txBody>
        </p:sp>
        <p:sp>
          <p:nvSpPr>
            <p:cNvPr id="10" name="圆角矩形 15">
              <a:extLst>
                <a:ext uri="{FF2B5EF4-FFF2-40B4-BE49-F238E27FC236}">
                  <a16:creationId xmlns:a16="http://schemas.microsoft.com/office/drawing/2014/main" id="{525DBA73-CF8F-8E7E-4287-6044A77E150C}"/>
                </a:ext>
              </a:extLst>
            </p:cNvPr>
            <p:cNvSpPr/>
            <p:nvPr/>
          </p:nvSpPr>
          <p:spPr>
            <a:xfrm>
              <a:off x="9091469" y="2471032"/>
              <a:ext cx="3030192" cy="902791"/>
            </a:xfrm>
            <a:prstGeom prst="roundRect">
              <a:avLst/>
            </a:prstGeom>
            <a:solidFill>
              <a:srgbClr val="E09292"/>
            </a:solidFill>
            <a:ln>
              <a:noFill/>
            </a:ln>
          </p:spPr>
          <p:txBody>
            <a:bodyPr lIns="91440" tIns="45720" rIns="91440" bIns="45720" anchor="ctr"/>
            <a:lstStyle/>
            <a:p>
              <a:pPr algn="ctr"/>
              <a:r>
                <a:rPr lang="en-US" sz="1600" b="1" noProof="1">
                  <a:solidFill>
                    <a:srgbClr val="000000"/>
                  </a:solidFill>
                  <a:ea typeface="+mn-lt"/>
                  <a:cs typeface="+mn-lt"/>
                </a:rPr>
                <a:t>Seamless integration</a:t>
              </a:r>
              <a:endParaRPr lang="en-US" sz="1600" b="1" noProof="1">
                <a:ea typeface="Calibri"/>
                <a:cs typeface="Calibri"/>
              </a:endParaRPr>
            </a:p>
            <a:p>
              <a:pPr marL="285750" indent="-285750">
                <a:buFont typeface="Arial"/>
                <a:buChar char="•"/>
              </a:pPr>
              <a:r>
                <a:rPr lang="en-US" sz="1600" noProof="1">
                  <a:ea typeface="+mn-lt"/>
                  <a:cs typeface="+mn-lt"/>
                </a:rPr>
                <a:t>Plugs into existing Laboratory Information Systems (LIS)</a:t>
              </a:r>
              <a:endParaRPr lang="en-US" sz="1600" noProof="1">
                <a:ea typeface="Calibri"/>
                <a:cs typeface="Calibri"/>
              </a:endParaRPr>
            </a:p>
          </p:txBody>
        </p:sp>
        <p:pic>
          <p:nvPicPr>
            <p:cNvPr id="13" name="Picture 12" descr="Monitor computer lab icon outline vector. Research laboratory 16159390 ...">
              <a:extLst>
                <a:ext uri="{FF2B5EF4-FFF2-40B4-BE49-F238E27FC236}">
                  <a16:creationId xmlns:a16="http://schemas.microsoft.com/office/drawing/2014/main" id="{D7B11EBB-8539-BC6D-C9DB-F9006877820C}"/>
                </a:ext>
              </a:extLst>
            </p:cNvPr>
            <p:cNvPicPr>
              <a:picLocks noChangeAspect="1"/>
            </p:cNvPicPr>
            <p:nvPr/>
          </p:nvPicPr>
          <p:blipFill>
            <a:blip r:embed="rId5"/>
            <a:srcRect t="-203" r="-838" b="4411"/>
            <a:stretch>
              <a:fillRect/>
            </a:stretch>
          </p:blipFill>
          <p:spPr>
            <a:xfrm>
              <a:off x="6463041" y="3977156"/>
              <a:ext cx="1548850" cy="1562679"/>
            </a:xfrm>
            <a:prstGeom prst="rect">
              <a:avLst/>
            </a:prstGeom>
          </p:spPr>
        </p:pic>
        <p:pic>
          <p:nvPicPr>
            <p:cNvPr id="16" name="Picture 15" descr="lab test line icon with test tubes 46372589 Vector Art at Vecteezy">
              <a:extLst>
                <a:ext uri="{FF2B5EF4-FFF2-40B4-BE49-F238E27FC236}">
                  <a16:creationId xmlns:a16="http://schemas.microsoft.com/office/drawing/2014/main" id="{BA74082C-378E-0B6B-E541-A4516F751D21}"/>
                </a:ext>
              </a:extLst>
            </p:cNvPr>
            <p:cNvPicPr>
              <a:picLocks noChangeAspect="1"/>
            </p:cNvPicPr>
            <p:nvPr/>
          </p:nvPicPr>
          <p:blipFill>
            <a:blip r:embed="rId6"/>
            <a:srcRect l="20844" t="18369" r="24031" b="17969"/>
            <a:stretch>
              <a:fillRect/>
            </a:stretch>
          </p:blipFill>
          <p:spPr>
            <a:xfrm>
              <a:off x="8013177" y="4909182"/>
              <a:ext cx="763188" cy="881385"/>
            </a:xfrm>
            <a:prstGeom prst="rect">
              <a:avLst/>
            </a:prstGeom>
          </p:spPr>
        </p:pic>
      </p:grpSp>
      <p:pic>
        <p:nvPicPr>
          <p:cNvPr id="19" name="Picture 18" descr="Note, txt, webpage icon - Download on Iconfinder">
            <a:extLst>
              <a:ext uri="{FF2B5EF4-FFF2-40B4-BE49-F238E27FC236}">
                <a16:creationId xmlns:a16="http://schemas.microsoft.com/office/drawing/2014/main" id="{9F2EB23E-46BB-9EB5-C608-D499D7F7414A}"/>
              </a:ext>
            </a:extLst>
          </p:cNvPr>
          <p:cNvPicPr>
            <a:picLocks noChangeAspect="1"/>
          </p:cNvPicPr>
          <p:nvPr/>
        </p:nvPicPr>
        <p:blipFill>
          <a:blip r:embed="rId7"/>
          <a:stretch>
            <a:fillRect/>
          </a:stretch>
        </p:blipFill>
        <p:spPr>
          <a:xfrm>
            <a:off x="1116204" y="4129872"/>
            <a:ext cx="859972" cy="827315"/>
          </a:xfrm>
          <a:prstGeom prst="rect">
            <a:avLst/>
          </a:prstGeom>
        </p:spPr>
      </p:pic>
      <p:pic>
        <p:nvPicPr>
          <p:cNvPr id="20" name="Picture 19" descr="Diagnosis, healthcare, patient, symptom checker icon">
            <a:extLst>
              <a:ext uri="{FF2B5EF4-FFF2-40B4-BE49-F238E27FC236}">
                <a16:creationId xmlns:a16="http://schemas.microsoft.com/office/drawing/2014/main" id="{3E8AF050-C478-37C7-4077-17791F28B486}"/>
              </a:ext>
            </a:extLst>
          </p:cNvPr>
          <p:cNvPicPr>
            <a:picLocks noChangeAspect="1"/>
          </p:cNvPicPr>
          <p:nvPr/>
        </p:nvPicPr>
        <p:blipFill>
          <a:blip r:embed="rId8"/>
          <a:stretch>
            <a:fillRect/>
          </a:stretch>
        </p:blipFill>
        <p:spPr>
          <a:xfrm>
            <a:off x="2368062" y="4978957"/>
            <a:ext cx="631373" cy="642259"/>
          </a:xfrm>
          <a:prstGeom prst="rect">
            <a:avLst/>
          </a:prstGeom>
        </p:spPr>
      </p:pic>
      <p:sp>
        <p:nvSpPr>
          <p:cNvPr id="8" name="圆角矩形 7">
            <a:extLst>
              <a:ext uri="{FF2B5EF4-FFF2-40B4-BE49-F238E27FC236}">
                <a16:creationId xmlns:a16="http://schemas.microsoft.com/office/drawing/2014/main" id="{5D6062F3-2C21-76DA-2750-2A1B00485847}"/>
              </a:ext>
            </a:extLst>
          </p:cNvPr>
          <p:cNvSpPr/>
          <p:nvPr/>
        </p:nvSpPr>
        <p:spPr>
          <a:xfrm>
            <a:off x="2625631" y="246278"/>
            <a:ext cx="6817658" cy="954741"/>
          </a:xfrm>
          <a:prstGeom prst="roundRect">
            <a:avLst/>
          </a:prstGeom>
          <a:solidFill>
            <a:srgbClr val="535B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800" b="1">
                <a:solidFill>
                  <a:schemeClr val="bg1"/>
                </a:solidFill>
                <a:latin typeface="Arial"/>
                <a:ea typeface="Arial"/>
                <a:cs typeface="Arial"/>
              </a:rPr>
              <a:t>AI-Optimized Early Detection for Rheumatoid Arthritis</a:t>
            </a:r>
            <a:endParaRPr lang="en-US" altLang="zh-CN" sz="2800">
              <a:solidFill>
                <a:schemeClr val="bg1"/>
              </a:solidFill>
            </a:endParaRPr>
          </a:p>
        </p:txBody>
      </p:sp>
      <p:pic>
        <p:nvPicPr>
          <p:cNvPr id="22" name="图形 21">
            <a:extLst>
              <a:ext uri="{FF2B5EF4-FFF2-40B4-BE49-F238E27FC236}">
                <a16:creationId xmlns:a16="http://schemas.microsoft.com/office/drawing/2014/main" id="{28034DDF-7E3B-3685-F759-178FBB9A7A6C}"/>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54090" y="1504677"/>
            <a:ext cx="783934" cy="783934"/>
          </a:xfrm>
          <a:prstGeom prst="rect">
            <a:avLst/>
          </a:prstGeom>
        </p:spPr>
      </p:pic>
      <p:pic>
        <p:nvPicPr>
          <p:cNvPr id="24" name="图形 23">
            <a:extLst>
              <a:ext uri="{FF2B5EF4-FFF2-40B4-BE49-F238E27FC236}">
                <a16:creationId xmlns:a16="http://schemas.microsoft.com/office/drawing/2014/main" id="{7B26F7FE-6C99-6484-B359-5139AE9E7CD8}"/>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096000" y="1467786"/>
            <a:ext cx="900000" cy="900000"/>
          </a:xfrm>
          <a:prstGeom prst="rect">
            <a:avLst/>
          </a:prstGeom>
        </p:spPr>
      </p:pic>
    </p:spTree>
    <p:extLst>
      <p:ext uri="{BB962C8B-B14F-4D97-AF65-F5344CB8AC3E}">
        <p14:creationId xmlns:p14="http://schemas.microsoft.com/office/powerpoint/2010/main" val="3724922495"/>
      </p:ext>
    </p:ext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285EE03-7409-A0D7-446C-D851E923C00A}"/>
            </a:ext>
          </a:extLst>
        </p:cNvPr>
        <p:cNvGrpSpPr/>
        <p:nvPr/>
      </p:nvGrpSpPr>
      <p:grpSpPr>
        <a:xfrm>
          <a:off x="0" y="0"/>
          <a:ext cx="0" cy="0"/>
          <a:chOff x="0" y="0"/>
          <a:chExt cx="0" cy="0"/>
        </a:xfrm>
      </p:grpSpPr>
      <p:pic>
        <p:nvPicPr>
          <p:cNvPr id="21" name="Picture 20" descr="Monitor computer lab icon outline vector. Research laboratory 16159390 ...">
            <a:extLst>
              <a:ext uri="{FF2B5EF4-FFF2-40B4-BE49-F238E27FC236}">
                <a16:creationId xmlns:a16="http://schemas.microsoft.com/office/drawing/2014/main" id="{E4BA1A7C-A425-382E-801D-4849E14041EE}"/>
              </a:ext>
            </a:extLst>
          </p:cNvPr>
          <p:cNvPicPr>
            <a:picLocks noChangeAspect="1"/>
          </p:cNvPicPr>
          <p:nvPr/>
        </p:nvPicPr>
        <p:blipFill>
          <a:blip r:embed="rId3"/>
          <a:srcRect t="-203" r="-838" b="4411"/>
          <a:stretch>
            <a:fillRect/>
          </a:stretch>
        </p:blipFill>
        <p:spPr>
          <a:xfrm>
            <a:off x="6662700" y="4418625"/>
            <a:ext cx="1548850" cy="1562679"/>
          </a:xfrm>
          <a:prstGeom prst="rect">
            <a:avLst/>
          </a:prstGeom>
        </p:spPr>
      </p:pic>
      <p:pic>
        <p:nvPicPr>
          <p:cNvPr id="23" name="Picture 22" descr="lab test line icon with test tubes 46372589 Vector Art at Vecteezy">
            <a:extLst>
              <a:ext uri="{FF2B5EF4-FFF2-40B4-BE49-F238E27FC236}">
                <a16:creationId xmlns:a16="http://schemas.microsoft.com/office/drawing/2014/main" id="{7C52748D-5C73-9D64-89CC-D2CF2A07B158}"/>
              </a:ext>
            </a:extLst>
          </p:cNvPr>
          <p:cNvPicPr>
            <a:picLocks noChangeAspect="1"/>
          </p:cNvPicPr>
          <p:nvPr/>
        </p:nvPicPr>
        <p:blipFill>
          <a:blip r:embed="rId4"/>
          <a:srcRect l="20844" t="18369" r="24031" b="17969"/>
          <a:stretch>
            <a:fillRect/>
          </a:stretch>
        </p:blipFill>
        <p:spPr>
          <a:xfrm>
            <a:off x="6174583" y="5672691"/>
            <a:ext cx="687842" cy="794370"/>
          </a:xfrm>
          <a:prstGeom prst="rect">
            <a:avLst/>
          </a:prstGeom>
        </p:spPr>
      </p:pic>
      <p:sp>
        <p:nvSpPr>
          <p:cNvPr id="38" name="文本框 37">
            <a:extLst>
              <a:ext uri="{FF2B5EF4-FFF2-40B4-BE49-F238E27FC236}">
                <a16:creationId xmlns:a16="http://schemas.microsoft.com/office/drawing/2014/main" id="{0013984C-B0AB-FA95-58D5-8E480BE9DAFC}"/>
              </a:ext>
            </a:extLst>
          </p:cNvPr>
          <p:cNvSpPr txBox="1"/>
          <p:nvPr/>
        </p:nvSpPr>
        <p:spPr>
          <a:xfrm>
            <a:off x="473079" y="1565189"/>
            <a:ext cx="3591817" cy="830997"/>
          </a:xfrm>
          <a:prstGeom prst="rect">
            <a:avLst/>
          </a:prstGeom>
          <a:noFill/>
        </p:spPr>
        <p:txBody>
          <a:bodyPr wrap="square" lIns="91440" tIns="45720" rIns="91440" bIns="45720" rtlCol="0" anchor="t">
            <a:spAutoFit/>
          </a:bodyPr>
          <a:lstStyle>
            <a:defPPr>
              <a:defRPr lang="zh-CN"/>
            </a:defPPr>
            <a:lvl1pPr>
              <a:defRPr sz="1600" b="1">
                <a:solidFill>
                  <a:schemeClr val="tx1">
                    <a:lumMod val="95000"/>
                    <a:lumOff val="5000"/>
                  </a:schemeClr>
                </a:solidFill>
                <a:latin typeface="HarmonyOS Sans SC Light" panose="00000400000000000000" pitchFamily="2" charset="-122"/>
                <a:ea typeface="阿里巴巴普惠体 2.0 55 Regular" panose="00020600040101010101" pitchFamily="18" charset="-122"/>
                <a:cs typeface="阿里巴巴普惠体 2.0 55 Regular" panose="00020600040101010101" pitchFamily="18" charset="-122"/>
              </a:defRPr>
            </a:lvl1pPr>
          </a:lstStyle>
          <a:p>
            <a:pPr marL="342900" indent="-342900" algn="ctr">
              <a:buAutoNum type="arabicParenR"/>
            </a:pPr>
            <a:r>
              <a:rPr lang="en-US" altLang="zh-CN">
                <a:solidFill>
                  <a:schemeClr val="tx1"/>
                </a:solidFill>
                <a:latin typeface="Calibri"/>
                <a:ea typeface="Calibri"/>
                <a:cs typeface="Calibri"/>
                <a:sym typeface="HarmonyOS Sans SC Light" panose="00000400000000000000" pitchFamily="2" charset="-122"/>
              </a:rPr>
              <a:t>Home-screening</a:t>
            </a:r>
            <a:endParaRPr lang="en-US">
              <a:solidFill>
                <a:schemeClr val="tx1"/>
              </a:solidFill>
              <a:latin typeface="Calibri"/>
              <a:cs typeface="Calibri"/>
              <a:sym typeface="HarmonyOS Sans SC Light" panose="00000400000000000000" pitchFamily="2" charset="-122"/>
            </a:endParaRPr>
          </a:p>
          <a:p>
            <a:pPr algn="ctr"/>
            <a:r>
              <a:rPr lang="en-US" altLang="zh-CN" b="0">
                <a:solidFill>
                  <a:schemeClr val="tx1"/>
                </a:solidFill>
                <a:latin typeface="Calibri"/>
                <a:ea typeface="Calibri"/>
                <a:cs typeface="Calibri"/>
                <a:sym typeface="HarmonyOS Sans SC Light" panose="00000400000000000000" pitchFamily="2" charset="-122"/>
              </a:rPr>
              <a:t>Patients</a:t>
            </a:r>
            <a:r>
              <a:rPr lang="en-US" altLang="zh-CN" b="0">
                <a:solidFill>
                  <a:schemeClr val="tx1"/>
                </a:solidFill>
                <a:latin typeface="Calibri"/>
                <a:ea typeface="Calibri"/>
                <a:cs typeface="Calibri"/>
              </a:rPr>
              <a:t> input their symptoms via the website/app to generate a risk score</a:t>
            </a:r>
            <a:endParaRPr lang="en-US">
              <a:solidFill>
                <a:schemeClr val="tx1"/>
              </a:solidFill>
              <a:latin typeface="Calibri"/>
              <a:cs typeface="Calibri"/>
            </a:endParaRPr>
          </a:p>
        </p:txBody>
      </p:sp>
      <p:pic>
        <p:nvPicPr>
          <p:cNvPr id="3" name="Graphic 2" descr="House with solid fill">
            <a:extLst>
              <a:ext uri="{FF2B5EF4-FFF2-40B4-BE49-F238E27FC236}">
                <a16:creationId xmlns:a16="http://schemas.microsoft.com/office/drawing/2014/main" id="{F9FE083F-920C-F69B-567D-DCFAA5C6CF6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498462" y="2312725"/>
            <a:ext cx="1268569" cy="1257836"/>
          </a:xfrm>
          <a:prstGeom prst="rect">
            <a:avLst/>
          </a:prstGeom>
        </p:spPr>
      </p:pic>
      <p:sp>
        <p:nvSpPr>
          <p:cNvPr id="47" name="文本框 46">
            <a:extLst>
              <a:ext uri="{FF2B5EF4-FFF2-40B4-BE49-F238E27FC236}">
                <a16:creationId xmlns:a16="http://schemas.microsoft.com/office/drawing/2014/main" id="{D0916B9D-5A18-BFB1-BCBB-D0F3277E28D5}"/>
              </a:ext>
            </a:extLst>
          </p:cNvPr>
          <p:cNvSpPr txBox="1"/>
          <p:nvPr/>
        </p:nvSpPr>
        <p:spPr>
          <a:xfrm>
            <a:off x="3791585" y="2803803"/>
            <a:ext cx="3575491" cy="1580098"/>
          </a:xfrm>
          <a:prstGeom prst="rect">
            <a:avLst/>
          </a:prstGeom>
          <a:solidFill>
            <a:schemeClr val="accent2">
              <a:lumMod val="20000"/>
              <a:lumOff val="80000"/>
            </a:schemeClr>
          </a:solidFill>
        </p:spPr>
        <p:txBody>
          <a:bodyPr wrap="square" lIns="91440" tIns="45720" rIns="91440" bIns="45720" rtlCol="0" anchor="t">
            <a:spAutoFit/>
          </a:bodyPr>
          <a:lstStyle>
            <a:defPPr>
              <a:defRPr lang="zh-CN"/>
            </a:defPPr>
            <a:lvl1pPr>
              <a:defRPr b="1">
                <a:solidFill>
                  <a:schemeClr val="tx1">
                    <a:lumMod val="65000"/>
                    <a:lumOff val="35000"/>
                  </a:schemeClr>
                </a:solidFill>
                <a:latin typeface="HarmonyOS Sans SC Light" panose="00000400000000000000" pitchFamily="2" charset="-122"/>
                <a:ea typeface="阿里巴巴普惠体 2.0 55 Regular" panose="00020600040101010101" pitchFamily="18" charset="-122"/>
                <a:cs typeface="阿里巴巴普惠体 2.0 55 Regular" panose="00020600040101010101" pitchFamily="18" charset="-122"/>
              </a:defRPr>
            </a:lvl1pPr>
          </a:lstStyle>
          <a:p>
            <a:pPr algn="ctr"/>
            <a:r>
              <a:rPr lang="en-US" sz="1600">
                <a:solidFill>
                  <a:srgbClr val="000000"/>
                </a:solidFill>
                <a:latin typeface="Calibri"/>
                <a:ea typeface="Calibri"/>
                <a:cs typeface="Calibri"/>
              </a:rPr>
              <a:t>2) Bridge to Hospital</a:t>
            </a:r>
            <a:endParaRPr lang="en-US">
              <a:solidFill>
                <a:srgbClr val="000000"/>
              </a:solidFill>
            </a:endParaRPr>
          </a:p>
          <a:p>
            <a:pPr marL="285750" indent="-285750">
              <a:buFont typeface="Arial"/>
              <a:buChar char="•"/>
            </a:pPr>
            <a:r>
              <a:rPr lang="en-US" sz="1600" b="0">
                <a:solidFill>
                  <a:srgbClr val="000000"/>
                </a:solidFill>
                <a:latin typeface="Calibri"/>
                <a:ea typeface="Calibri"/>
                <a:cs typeface="Calibri"/>
              </a:rPr>
              <a:t>If high risk, the system suggested initial test.</a:t>
            </a:r>
            <a:endParaRPr lang="en-US">
              <a:solidFill>
                <a:srgbClr val="595959"/>
              </a:solidFill>
              <a:latin typeface="Calibri"/>
              <a:cs typeface="Calibri"/>
            </a:endParaRPr>
          </a:p>
          <a:p>
            <a:pPr marL="285750" indent="-285750">
              <a:buFont typeface="Arial"/>
              <a:buChar char="•"/>
            </a:pPr>
            <a:endParaRPr lang="en-US" sz="1600" b="0">
              <a:solidFill>
                <a:srgbClr val="000000"/>
              </a:solidFill>
              <a:latin typeface="Calibri"/>
              <a:ea typeface="Calibri"/>
              <a:cs typeface="Calibri"/>
            </a:endParaRPr>
          </a:p>
          <a:p>
            <a:pPr marL="285750" indent="-285750">
              <a:buFont typeface="Arial"/>
              <a:buChar char="•"/>
            </a:pPr>
            <a:r>
              <a:rPr lang="en-US" sz="1600" b="0">
                <a:solidFill>
                  <a:srgbClr val="000000"/>
                </a:solidFill>
                <a:latin typeface="Calibri"/>
                <a:ea typeface="HarmonyOS Sans SC Light"/>
                <a:cs typeface="Calibri"/>
              </a:rPr>
              <a:t>Patient chooses to print the report or send data securely to hospital EHR.</a:t>
            </a:r>
            <a:endParaRPr lang="en-US"/>
          </a:p>
        </p:txBody>
      </p:sp>
      <p:sp>
        <p:nvSpPr>
          <p:cNvPr id="20" name="Arrow: Right 19">
            <a:extLst>
              <a:ext uri="{FF2B5EF4-FFF2-40B4-BE49-F238E27FC236}">
                <a16:creationId xmlns:a16="http://schemas.microsoft.com/office/drawing/2014/main" id="{12078FC3-73F7-CBDB-A8C6-792A75402969}"/>
              </a:ext>
            </a:extLst>
          </p:cNvPr>
          <p:cNvSpPr/>
          <p:nvPr/>
        </p:nvSpPr>
        <p:spPr>
          <a:xfrm>
            <a:off x="5086607" y="4814912"/>
            <a:ext cx="998354" cy="642259"/>
          </a:xfrm>
          <a:prstGeom prst="rightArrow">
            <a:avLst/>
          </a:prstGeom>
          <a:solidFill>
            <a:srgbClr val="ED7D3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ea typeface="Calibri"/>
              <a:cs typeface="Calibri"/>
            </a:endParaRPr>
          </a:p>
        </p:txBody>
      </p:sp>
      <p:grpSp>
        <p:nvGrpSpPr>
          <p:cNvPr id="6" name="组合 5">
            <a:extLst>
              <a:ext uri="{FF2B5EF4-FFF2-40B4-BE49-F238E27FC236}">
                <a16:creationId xmlns:a16="http://schemas.microsoft.com/office/drawing/2014/main" id="{AC4C7A68-225F-6282-8DA9-A7584B453246}"/>
              </a:ext>
            </a:extLst>
          </p:cNvPr>
          <p:cNvGrpSpPr/>
          <p:nvPr/>
        </p:nvGrpSpPr>
        <p:grpSpPr>
          <a:xfrm>
            <a:off x="2364501" y="4274165"/>
            <a:ext cx="1992668" cy="1906750"/>
            <a:chOff x="2072228" y="3916357"/>
            <a:chExt cx="1992668" cy="1906750"/>
          </a:xfrm>
        </p:grpSpPr>
        <p:pic>
          <p:nvPicPr>
            <p:cNvPr id="10" name="Graphic 9" descr="Monitor with solid fill">
              <a:extLst>
                <a:ext uri="{FF2B5EF4-FFF2-40B4-BE49-F238E27FC236}">
                  <a16:creationId xmlns:a16="http://schemas.microsoft.com/office/drawing/2014/main" id="{7F0A9D94-7A89-DB78-C360-3DD52D73ED1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072228" y="3916357"/>
              <a:ext cx="1992668" cy="1906750"/>
            </a:xfrm>
            <a:prstGeom prst="rect">
              <a:avLst/>
            </a:prstGeom>
          </p:spPr>
        </p:pic>
        <p:pic>
          <p:nvPicPr>
            <p:cNvPr id="15" name="Picture 14" descr="Note, txt, webpage icon - Download on Iconfinder">
              <a:extLst>
                <a:ext uri="{FF2B5EF4-FFF2-40B4-BE49-F238E27FC236}">
                  <a16:creationId xmlns:a16="http://schemas.microsoft.com/office/drawing/2014/main" id="{BF0C7C24-E192-827D-B699-7AEEDE2CA423}"/>
                </a:ext>
              </a:extLst>
            </p:cNvPr>
            <p:cNvPicPr>
              <a:picLocks noChangeAspect="1"/>
            </p:cNvPicPr>
            <p:nvPr/>
          </p:nvPicPr>
          <p:blipFill>
            <a:blip r:embed="rId9"/>
            <a:stretch>
              <a:fillRect/>
            </a:stretch>
          </p:blipFill>
          <p:spPr>
            <a:xfrm>
              <a:off x="2634342" y="4339671"/>
              <a:ext cx="859972" cy="827315"/>
            </a:xfrm>
            <a:prstGeom prst="rect">
              <a:avLst/>
            </a:prstGeom>
          </p:spPr>
        </p:pic>
      </p:grpSp>
      <p:pic>
        <p:nvPicPr>
          <p:cNvPr id="18" name="Picture 17" descr="Diagnosis, healthcare, patient, symptom checker icon">
            <a:extLst>
              <a:ext uri="{FF2B5EF4-FFF2-40B4-BE49-F238E27FC236}">
                <a16:creationId xmlns:a16="http://schemas.microsoft.com/office/drawing/2014/main" id="{21432BE1-0BBA-66D9-A993-16FBECA183A9}"/>
              </a:ext>
            </a:extLst>
          </p:cNvPr>
          <p:cNvPicPr>
            <a:picLocks noChangeAspect="1"/>
          </p:cNvPicPr>
          <p:nvPr/>
        </p:nvPicPr>
        <p:blipFill>
          <a:blip r:embed="rId10"/>
          <a:stretch>
            <a:fillRect/>
          </a:stretch>
        </p:blipFill>
        <p:spPr>
          <a:xfrm>
            <a:off x="4169769" y="5695562"/>
            <a:ext cx="631373" cy="642259"/>
          </a:xfrm>
          <a:prstGeom prst="rect">
            <a:avLst/>
          </a:prstGeom>
        </p:spPr>
      </p:pic>
      <p:grpSp>
        <p:nvGrpSpPr>
          <p:cNvPr id="8" name="Group 7">
            <a:extLst>
              <a:ext uri="{FF2B5EF4-FFF2-40B4-BE49-F238E27FC236}">
                <a16:creationId xmlns:a16="http://schemas.microsoft.com/office/drawing/2014/main" id="{3997034D-1D23-32C5-AA03-B0E9C5D9CE28}"/>
              </a:ext>
            </a:extLst>
          </p:cNvPr>
          <p:cNvGrpSpPr/>
          <p:nvPr/>
        </p:nvGrpSpPr>
        <p:grpSpPr>
          <a:xfrm>
            <a:off x="8550490" y="2344625"/>
            <a:ext cx="1225639" cy="1623331"/>
            <a:chOff x="3184435" y="4595311"/>
            <a:chExt cx="914400" cy="1269003"/>
          </a:xfrm>
        </p:grpSpPr>
        <p:pic>
          <p:nvPicPr>
            <p:cNvPr id="4" name="Graphic 3" descr="Medical with solid fill">
              <a:extLst>
                <a:ext uri="{FF2B5EF4-FFF2-40B4-BE49-F238E27FC236}">
                  <a16:creationId xmlns:a16="http://schemas.microsoft.com/office/drawing/2014/main" id="{F2EE3184-FBC8-B3CE-3332-1B051D109AC2}"/>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444746" y="4595311"/>
              <a:ext cx="395193" cy="402611"/>
            </a:xfrm>
            <a:prstGeom prst="rect">
              <a:avLst/>
            </a:prstGeom>
          </p:spPr>
        </p:pic>
        <p:pic>
          <p:nvPicPr>
            <p:cNvPr id="5" name="Graphic 4" descr="Building with solid fill">
              <a:extLst>
                <a:ext uri="{FF2B5EF4-FFF2-40B4-BE49-F238E27FC236}">
                  <a16:creationId xmlns:a16="http://schemas.microsoft.com/office/drawing/2014/main" id="{6C08F1E4-643E-6DE1-C214-6DF303F0E9FA}"/>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184435" y="4949914"/>
              <a:ext cx="914400" cy="914400"/>
            </a:xfrm>
            <a:prstGeom prst="rect">
              <a:avLst/>
            </a:prstGeom>
          </p:spPr>
        </p:pic>
      </p:grpSp>
      <p:sp>
        <p:nvSpPr>
          <p:cNvPr id="12" name="TextBox 11">
            <a:extLst>
              <a:ext uri="{FF2B5EF4-FFF2-40B4-BE49-F238E27FC236}">
                <a16:creationId xmlns:a16="http://schemas.microsoft.com/office/drawing/2014/main" id="{75B42342-3DBD-D2A2-F5B7-189CEB47FC26}"/>
              </a:ext>
            </a:extLst>
          </p:cNvPr>
          <p:cNvSpPr txBox="1"/>
          <p:nvPr/>
        </p:nvSpPr>
        <p:spPr>
          <a:xfrm>
            <a:off x="7576641" y="1512523"/>
            <a:ext cx="4054934"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solidFill>
                  <a:srgbClr val="000000"/>
                </a:solidFill>
              </a:rPr>
              <a:t>3) The Clinical Decision Support (CDS) tool </a:t>
            </a:r>
          </a:p>
          <a:p>
            <a:r>
              <a:rPr lang="en-US" sz="1600">
                <a:solidFill>
                  <a:srgbClr val="000000"/>
                </a:solidFill>
              </a:rPr>
              <a:t>System suggests an optimal, staged reflex testing workflow.</a:t>
            </a:r>
            <a:endParaRPr lang="en-US" sz="1600">
              <a:solidFill>
                <a:srgbClr val="000000"/>
              </a:solidFill>
              <a:ea typeface="Calibri" panose="020F0502020204030204"/>
              <a:cs typeface="Calibri" panose="020F0502020204030204"/>
            </a:endParaRPr>
          </a:p>
        </p:txBody>
      </p:sp>
      <p:pic>
        <p:nvPicPr>
          <p:cNvPr id="25" name="Graphic 24" descr="Transfer with solid fill">
            <a:extLst>
              <a:ext uri="{FF2B5EF4-FFF2-40B4-BE49-F238E27FC236}">
                <a16:creationId xmlns:a16="http://schemas.microsoft.com/office/drawing/2014/main" id="{4255110F-1354-2576-50E8-587E541B83EA}"/>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rot="2909285">
            <a:off x="2267643" y="3664592"/>
            <a:ext cx="699359" cy="675243"/>
          </a:xfrm>
          <a:prstGeom prst="rect">
            <a:avLst/>
          </a:prstGeom>
        </p:spPr>
      </p:pic>
      <p:sp>
        <p:nvSpPr>
          <p:cNvPr id="2" name="圆角矩形 1">
            <a:extLst>
              <a:ext uri="{FF2B5EF4-FFF2-40B4-BE49-F238E27FC236}">
                <a16:creationId xmlns:a16="http://schemas.microsoft.com/office/drawing/2014/main" id="{EF45C9E1-B28D-03F4-DAED-E37F4FE81672}"/>
              </a:ext>
            </a:extLst>
          </p:cNvPr>
          <p:cNvSpPr/>
          <p:nvPr/>
        </p:nvSpPr>
        <p:spPr>
          <a:xfrm>
            <a:off x="2627867" y="205077"/>
            <a:ext cx="6817658" cy="954741"/>
          </a:xfrm>
          <a:prstGeom prst="roundRect">
            <a:avLst/>
          </a:prstGeom>
          <a:solidFill>
            <a:srgbClr val="535B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800" b="1"/>
              <a:t>Workflow: From Home to Hospital </a:t>
            </a:r>
            <a:endParaRPr kumimoji="1" lang="zh-CN" altLang="en-US" sz="2800" b="1">
              <a:solidFill>
                <a:schemeClr val="bg1"/>
              </a:solidFill>
            </a:endParaRPr>
          </a:p>
        </p:txBody>
      </p:sp>
      <p:sp>
        <p:nvSpPr>
          <p:cNvPr id="11" name="TextBox 10">
            <a:extLst>
              <a:ext uri="{FF2B5EF4-FFF2-40B4-BE49-F238E27FC236}">
                <a16:creationId xmlns:a16="http://schemas.microsoft.com/office/drawing/2014/main" id="{FD9406FC-7290-98C3-494F-F16E9299F274}"/>
              </a:ext>
            </a:extLst>
          </p:cNvPr>
          <p:cNvSpPr txBox="1"/>
          <p:nvPr/>
        </p:nvSpPr>
        <p:spPr>
          <a:xfrm>
            <a:off x="8214986" y="4389764"/>
            <a:ext cx="4029205"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latin typeface="Calibri"/>
                <a:ea typeface="Arial"/>
                <a:cs typeface="Arial"/>
              </a:rPr>
              <a:t>4) Clinical confirmation - The feedback Loop</a:t>
            </a:r>
          </a:p>
          <a:p>
            <a:r>
              <a:rPr lang="en-US" sz="1600" baseline="0">
                <a:latin typeface="Calibri"/>
                <a:ea typeface="Arial"/>
                <a:cs typeface="Arial"/>
              </a:rPr>
              <a:t>Clinicians review the AI summary,</a:t>
            </a:r>
            <a:r>
              <a:rPr lang="en-US" sz="1600">
                <a:latin typeface="Calibri"/>
                <a:ea typeface="Arial"/>
                <a:cs typeface="Arial"/>
              </a:rPr>
              <a:t> </a:t>
            </a:r>
            <a:r>
              <a:rPr lang="en-US" sz="1600" baseline="0">
                <a:latin typeface="Calibri"/>
                <a:ea typeface="Arial"/>
                <a:cs typeface="Arial"/>
              </a:rPr>
              <a:t>finalize the diagnosis, and </a:t>
            </a:r>
            <a:r>
              <a:rPr lang="en-US" sz="1600">
                <a:latin typeface="Calibri"/>
                <a:ea typeface="Arial"/>
                <a:cs typeface="Arial"/>
              </a:rPr>
              <a:t>provide feedback</a:t>
            </a:r>
            <a:r>
              <a:rPr lang="en-US" sz="1600" baseline="0">
                <a:latin typeface="Calibri"/>
                <a:ea typeface="Arial"/>
                <a:cs typeface="Arial"/>
              </a:rPr>
              <a:t> to iteratively retrain the AI.</a:t>
            </a:r>
            <a:r>
              <a:rPr lang="en-US" sz="1600">
                <a:latin typeface="Calibri"/>
                <a:ea typeface="Arial"/>
                <a:cs typeface="Arial"/>
              </a:rPr>
              <a:t>​</a:t>
            </a:r>
            <a:endParaRPr lang="en-US">
              <a:ea typeface="Calibri" panose="020F0502020204030204"/>
              <a:cs typeface="Calibri" panose="020F0502020204030204"/>
            </a:endParaRPr>
          </a:p>
        </p:txBody>
      </p:sp>
      <p:pic>
        <p:nvPicPr>
          <p:cNvPr id="7" name="Graphic 24" descr="Transfer with solid fill">
            <a:extLst>
              <a:ext uri="{FF2B5EF4-FFF2-40B4-BE49-F238E27FC236}">
                <a16:creationId xmlns:a16="http://schemas.microsoft.com/office/drawing/2014/main" id="{27C6CD98-173D-7CC5-0711-3EF4D587ECBA}"/>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rot="8127160">
            <a:off x="7714763" y="3546561"/>
            <a:ext cx="699359" cy="675243"/>
          </a:xfrm>
          <a:prstGeom prst="rect">
            <a:avLst/>
          </a:prstGeom>
        </p:spPr>
      </p:pic>
    </p:spTree>
    <p:extLst>
      <p:ext uri="{BB962C8B-B14F-4D97-AF65-F5344CB8AC3E}">
        <p14:creationId xmlns:p14="http://schemas.microsoft.com/office/powerpoint/2010/main" val="4062385431"/>
      </p:ext>
    </p:ext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47" grpId="0" animBg="1"/>
      <p:bldP spid="12" grpId="0"/>
      <p:bldP spid="1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A41AE6-2136-D3B5-1B6E-DE49F9A1C3A6}"/>
            </a:ext>
          </a:extLst>
        </p:cNvPr>
        <p:cNvGrpSpPr/>
        <p:nvPr/>
      </p:nvGrpSpPr>
      <p:grpSpPr>
        <a:xfrm>
          <a:off x="0" y="0"/>
          <a:ext cx="0" cy="0"/>
          <a:chOff x="0" y="0"/>
          <a:chExt cx="0" cy="0"/>
        </a:xfrm>
      </p:grpSpPr>
      <p:sp>
        <p:nvSpPr>
          <p:cNvPr id="10" name="圆角矩形 1">
            <a:extLst>
              <a:ext uri="{FF2B5EF4-FFF2-40B4-BE49-F238E27FC236}">
                <a16:creationId xmlns:a16="http://schemas.microsoft.com/office/drawing/2014/main" id="{0486299E-4788-5E0F-877E-98B027695204}"/>
              </a:ext>
            </a:extLst>
          </p:cNvPr>
          <p:cNvSpPr/>
          <p:nvPr/>
        </p:nvSpPr>
        <p:spPr>
          <a:xfrm>
            <a:off x="2733374" y="367198"/>
            <a:ext cx="6470732" cy="880399"/>
          </a:xfrm>
          <a:prstGeom prst="roundRect">
            <a:avLst/>
          </a:prstGeom>
          <a:solidFill>
            <a:srgbClr val="535B6E"/>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ltLang="zh-CN" sz="2800" b="1">
                <a:ea typeface="等线"/>
              </a:rPr>
              <a:t>We</a:t>
            </a:r>
            <a:r>
              <a:rPr lang="zh-CN" altLang="en-US" sz="2800" b="1">
                <a:ea typeface="等线"/>
              </a:rPr>
              <a:t> </a:t>
            </a:r>
            <a:r>
              <a:rPr lang="en-US" altLang="zh-CN" sz="2800" b="1">
                <a:ea typeface="等线"/>
              </a:rPr>
              <a:t>Value Data</a:t>
            </a:r>
            <a:r>
              <a:rPr lang="zh-CN" altLang="en-US" sz="2800" b="1">
                <a:ea typeface="等线"/>
              </a:rPr>
              <a:t> </a:t>
            </a:r>
            <a:r>
              <a:rPr lang="en-US" altLang="zh-CN" sz="2800" b="1">
                <a:ea typeface="等线"/>
              </a:rPr>
              <a:t>Privacy and Security</a:t>
            </a:r>
            <a:endParaRPr lang="zh-CN"/>
          </a:p>
        </p:txBody>
      </p:sp>
      <p:sp>
        <p:nvSpPr>
          <p:cNvPr id="8" name="TextBox 10">
            <a:extLst>
              <a:ext uri="{FF2B5EF4-FFF2-40B4-BE49-F238E27FC236}">
                <a16:creationId xmlns:a16="http://schemas.microsoft.com/office/drawing/2014/main" id="{551F946C-68AB-2545-93C7-740A07A04CBC}"/>
              </a:ext>
            </a:extLst>
          </p:cNvPr>
          <p:cNvSpPr txBox="1"/>
          <p:nvPr/>
        </p:nvSpPr>
        <p:spPr>
          <a:xfrm>
            <a:off x="2490746" y="5357096"/>
            <a:ext cx="7714272" cy="15314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ct val="150000"/>
              </a:lnSpc>
              <a:buFont typeface="Arial"/>
              <a:buChar char="•"/>
            </a:pPr>
            <a:r>
              <a:rPr lang="en-US" sz="1600" b="1">
                <a:ea typeface="+mn-lt"/>
                <a:cs typeface="+mn-lt"/>
              </a:rPr>
              <a:t>Patient clinical data</a:t>
            </a:r>
            <a:r>
              <a:rPr lang="en-US" sz="1600">
                <a:ea typeface="+mn-lt"/>
                <a:cs typeface="+mn-lt"/>
              </a:rPr>
              <a:t> is stored on </a:t>
            </a:r>
            <a:r>
              <a:rPr lang="en-US" sz="1600" baseline="0">
                <a:ea typeface="+mn-lt"/>
                <a:cs typeface="+mn-lt"/>
              </a:rPr>
              <a:t>the </a:t>
            </a:r>
            <a:r>
              <a:rPr lang="en-US" sz="1600" b="1">
                <a:ea typeface="+mn-lt"/>
                <a:cs typeface="+mn-lt"/>
              </a:rPr>
              <a:t>user device</a:t>
            </a:r>
            <a:endParaRPr lang="en-US" altLang="zh-CN" sz="1600">
              <a:ea typeface="+mn-lt"/>
              <a:cs typeface="+mn-lt"/>
            </a:endParaRPr>
          </a:p>
          <a:p>
            <a:pPr marL="285750" indent="-285750">
              <a:lnSpc>
                <a:spcPct val="150000"/>
              </a:lnSpc>
              <a:buFont typeface="Arial"/>
              <a:buChar char="•"/>
            </a:pPr>
            <a:r>
              <a:rPr lang="en-US" sz="1600">
                <a:ea typeface="+mn-lt"/>
                <a:cs typeface="+mn-lt"/>
              </a:rPr>
              <a:t>The</a:t>
            </a:r>
            <a:r>
              <a:rPr lang="en-US" sz="1600" baseline="0">
                <a:ea typeface="+mn-lt"/>
                <a:cs typeface="+mn-lt"/>
              </a:rPr>
              <a:t> </a:t>
            </a:r>
            <a:r>
              <a:rPr lang="en-US" sz="1600" b="1">
                <a:ea typeface="+mn-lt"/>
                <a:cs typeface="+mn-lt"/>
              </a:rPr>
              <a:t> sever computation </a:t>
            </a:r>
            <a:r>
              <a:rPr lang="en-US" sz="1600">
                <a:ea typeface="+mn-lt"/>
                <a:cs typeface="+mn-lt"/>
              </a:rPr>
              <a:t>only transient inference </a:t>
            </a:r>
            <a:r>
              <a:rPr lang="en-US" sz="1600" b="1">
                <a:ea typeface="+mn-lt"/>
                <a:cs typeface="+mn-lt"/>
              </a:rPr>
              <a:t>without persistent storage</a:t>
            </a:r>
            <a:endParaRPr lang="en-US" altLang="zh-CN" sz="1600">
              <a:ea typeface="+mn-lt"/>
              <a:cs typeface="+mn-lt"/>
            </a:endParaRPr>
          </a:p>
          <a:p>
            <a:pPr marL="285750" indent="-285750">
              <a:lnSpc>
                <a:spcPct val="150000"/>
              </a:lnSpc>
              <a:buFont typeface="Arial"/>
              <a:buChar char="•"/>
            </a:pPr>
            <a:r>
              <a:rPr lang="en-US" sz="1600">
                <a:ea typeface="+mn-lt"/>
                <a:cs typeface="+mn-lt"/>
              </a:rPr>
              <a:t>Only after </a:t>
            </a:r>
            <a:r>
              <a:rPr lang="en-US" sz="1600" b="1">
                <a:ea typeface="+mn-lt"/>
                <a:cs typeface="+mn-lt"/>
              </a:rPr>
              <a:t>consent</a:t>
            </a:r>
            <a:r>
              <a:rPr lang="en-US" sz="1600">
                <a:ea typeface="+mn-lt"/>
                <a:cs typeface="+mn-lt"/>
              </a:rPr>
              <a:t>, patient clinical data can be stored in the </a:t>
            </a:r>
            <a:r>
              <a:rPr lang="en-US" sz="1600" b="1">
                <a:ea typeface="+mn-lt"/>
                <a:cs typeface="+mn-lt"/>
              </a:rPr>
              <a:t>training server</a:t>
            </a:r>
            <a:endParaRPr lang="en-US" sz="1600" b="1">
              <a:ea typeface="Calibri" panose="020F0502020204030204"/>
              <a:cs typeface="Calibri"/>
            </a:endParaRPr>
          </a:p>
          <a:p>
            <a:pPr>
              <a:lnSpc>
                <a:spcPct val="150000"/>
              </a:lnSpc>
            </a:pPr>
            <a:endParaRPr lang="en-US" sz="1600" b="1">
              <a:ea typeface="Calibri" panose="020F0502020204030204"/>
              <a:cs typeface="Arial"/>
            </a:endParaRPr>
          </a:p>
        </p:txBody>
      </p:sp>
      <p:grpSp>
        <p:nvGrpSpPr>
          <p:cNvPr id="7" name="组合 6">
            <a:extLst>
              <a:ext uri="{FF2B5EF4-FFF2-40B4-BE49-F238E27FC236}">
                <a16:creationId xmlns:a16="http://schemas.microsoft.com/office/drawing/2014/main" id="{318F66B3-5915-17D8-82E2-00286F7CF34F}"/>
              </a:ext>
            </a:extLst>
          </p:cNvPr>
          <p:cNvGrpSpPr/>
          <p:nvPr/>
        </p:nvGrpSpPr>
        <p:grpSpPr>
          <a:xfrm>
            <a:off x="629472" y="2040295"/>
            <a:ext cx="10965794" cy="7640233"/>
            <a:chOff x="617749" y="1395528"/>
            <a:chExt cx="10965794" cy="7640233"/>
          </a:xfrm>
        </p:grpSpPr>
        <p:grpSp>
          <p:nvGrpSpPr>
            <p:cNvPr id="20" name="组合 19">
              <a:extLst>
                <a:ext uri="{FF2B5EF4-FFF2-40B4-BE49-F238E27FC236}">
                  <a16:creationId xmlns:a16="http://schemas.microsoft.com/office/drawing/2014/main" id="{20041EF8-8B4B-C847-DD27-5F9F87528740}"/>
                </a:ext>
              </a:extLst>
            </p:cNvPr>
            <p:cNvGrpSpPr/>
            <p:nvPr/>
          </p:nvGrpSpPr>
          <p:grpSpPr>
            <a:xfrm>
              <a:off x="617749" y="1395528"/>
              <a:ext cx="10965794" cy="7640233"/>
              <a:chOff x="179739" y="1551060"/>
              <a:chExt cx="12036690" cy="8374511"/>
            </a:xfrm>
          </p:grpSpPr>
          <p:pic>
            <p:nvPicPr>
              <p:cNvPr id="9" name="图形 8">
                <a:extLst>
                  <a:ext uri="{FF2B5EF4-FFF2-40B4-BE49-F238E27FC236}">
                    <a16:creationId xmlns:a16="http://schemas.microsoft.com/office/drawing/2014/main" id="{9629AEA1-AE70-E879-A78E-675C5D1CE5B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795011" y="3945050"/>
                <a:ext cx="912192" cy="914401"/>
              </a:xfrm>
              <a:prstGeom prst="rect">
                <a:avLst/>
              </a:prstGeom>
            </p:spPr>
          </p:pic>
          <p:pic>
            <p:nvPicPr>
              <p:cNvPr id="11" name="图形 10">
                <a:extLst>
                  <a:ext uri="{FF2B5EF4-FFF2-40B4-BE49-F238E27FC236}">
                    <a16:creationId xmlns:a16="http://schemas.microsoft.com/office/drawing/2014/main" id="{1FE7C657-5504-50E7-925C-F659CBB84B0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97420" y="2922017"/>
                <a:ext cx="913676" cy="915885"/>
              </a:xfrm>
              <a:prstGeom prst="rect">
                <a:avLst/>
              </a:prstGeom>
            </p:spPr>
          </p:pic>
          <p:pic>
            <p:nvPicPr>
              <p:cNvPr id="5" name="图形 4">
                <a:extLst>
                  <a:ext uri="{FF2B5EF4-FFF2-40B4-BE49-F238E27FC236}">
                    <a16:creationId xmlns:a16="http://schemas.microsoft.com/office/drawing/2014/main" id="{8E294C6D-0577-22DC-3F64-D51F3F7F03C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494235" y="2856365"/>
                <a:ext cx="912192" cy="914401"/>
              </a:xfrm>
              <a:prstGeom prst="rect">
                <a:avLst/>
              </a:prstGeom>
            </p:spPr>
          </p:pic>
          <p:pic>
            <p:nvPicPr>
              <p:cNvPr id="16" name="图形 15">
                <a:extLst>
                  <a:ext uri="{FF2B5EF4-FFF2-40B4-BE49-F238E27FC236}">
                    <a16:creationId xmlns:a16="http://schemas.microsoft.com/office/drawing/2014/main" id="{1701EBC5-2B02-AB1F-5876-809A429080DE}"/>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833496" y="1551060"/>
                <a:ext cx="919201" cy="914400"/>
              </a:xfrm>
              <a:prstGeom prst="rect">
                <a:avLst/>
              </a:prstGeom>
            </p:spPr>
          </p:pic>
          <p:sp>
            <p:nvSpPr>
              <p:cNvPr id="18" name="文本框 17">
                <a:extLst>
                  <a:ext uri="{FF2B5EF4-FFF2-40B4-BE49-F238E27FC236}">
                    <a16:creationId xmlns:a16="http://schemas.microsoft.com/office/drawing/2014/main" id="{97F079A5-5A47-0294-E011-770CB3E1FE8A}"/>
                  </a:ext>
                </a:extLst>
              </p:cNvPr>
              <p:cNvSpPr txBox="1"/>
              <p:nvPr/>
            </p:nvSpPr>
            <p:spPr>
              <a:xfrm>
                <a:off x="179739" y="3940565"/>
                <a:ext cx="1147200" cy="6578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ltLang="zh-CN" sz="1100" b="1">
                    <a:latin typeface="Calibri Light"/>
                    <a:ea typeface="Calibri Light"/>
                    <a:cs typeface="Calibri Light"/>
                  </a:rPr>
                  <a:t>Login with the Multi-Fa</a:t>
                </a:r>
                <a:r>
                  <a:rPr lang="zh-CN" sz="1100" b="1">
                    <a:latin typeface="Calibri Light"/>
                    <a:ea typeface="等线"/>
                    <a:cs typeface="Calibri Light"/>
                  </a:rPr>
                  <a:t>ctor Authentication</a:t>
                </a:r>
              </a:p>
            </p:txBody>
          </p:sp>
          <p:sp>
            <p:nvSpPr>
              <p:cNvPr id="21" name="文本框 20">
                <a:extLst>
                  <a:ext uri="{FF2B5EF4-FFF2-40B4-BE49-F238E27FC236}">
                    <a16:creationId xmlns:a16="http://schemas.microsoft.com/office/drawing/2014/main" id="{4B42852D-D325-03AB-F6A5-2CB50A23C4F9}"/>
                  </a:ext>
                </a:extLst>
              </p:cNvPr>
              <p:cNvSpPr txBox="1"/>
              <p:nvPr/>
            </p:nvSpPr>
            <p:spPr>
              <a:xfrm>
                <a:off x="4381086" y="3790304"/>
                <a:ext cx="1147200" cy="6001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ltLang="zh-CN" sz="1100">
                    <a:latin typeface="Calibri Light"/>
                    <a:ea typeface="Calibri Light"/>
                    <a:cs typeface="Calibri Light"/>
                  </a:rPr>
                  <a:t>Do the computation in the memory</a:t>
                </a:r>
                <a:endParaRPr lang="zh-CN" altLang="zh-CN"/>
              </a:p>
            </p:txBody>
          </p:sp>
          <p:sp>
            <p:nvSpPr>
              <p:cNvPr id="22" name="箭头: 右 21">
                <a:extLst>
                  <a:ext uri="{FF2B5EF4-FFF2-40B4-BE49-F238E27FC236}">
                    <a16:creationId xmlns:a16="http://schemas.microsoft.com/office/drawing/2014/main" id="{20F4C8AA-8141-CB94-D30A-C3CEAFA9BA28}"/>
                  </a:ext>
                </a:extLst>
              </p:cNvPr>
              <p:cNvSpPr/>
              <p:nvPr/>
            </p:nvSpPr>
            <p:spPr>
              <a:xfrm rot="19920000">
                <a:off x="5376782" y="2149180"/>
                <a:ext cx="1422000" cy="588000"/>
              </a:xfrm>
              <a:prstGeom prst="rightArrow">
                <a:avLst/>
              </a:prstGeom>
              <a:solidFill>
                <a:srgbClr val="A1B4D5"/>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ltLang="zh-CN" sz="1100" b="1">
                  <a:latin typeface="Arial"/>
                  <a:ea typeface="等线"/>
                  <a:cs typeface="Arial"/>
                </a:endParaRPr>
              </a:p>
              <a:p>
                <a:pPr algn="ctr"/>
                <a:endParaRPr lang="en-US" altLang="zh-CN" sz="1100" b="1">
                  <a:latin typeface="Arial"/>
                  <a:ea typeface="等线"/>
                  <a:cs typeface="Arial"/>
                </a:endParaRPr>
              </a:p>
              <a:p>
                <a:pPr algn="ctr"/>
                <a:r>
                  <a:rPr lang="en-US" altLang="zh-CN" sz="1100" b="1">
                    <a:solidFill>
                      <a:schemeClr val="tx2"/>
                    </a:solidFill>
                    <a:latin typeface="Arial"/>
                    <a:ea typeface="等线"/>
                    <a:cs typeface="Arial"/>
                  </a:rPr>
                  <a:t>After consent</a:t>
                </a:r>
                <a:endParaRPr lang="zh-CN" altLang="en-US" sz="1100">
                  <a:solidFill>
                    <a:schemeClr val="tx2"/>
                  </a:solidFill>
                  <a:latin typeface="Arial"/>
                  <a:ea typeface="等线"/>
                  <a:cs typeface="Arial"/>
                </a:endParaRPr>
              </a:p>
              <a:p>
                <a:pPr algn="ctr"/>
                <a:endParaRPr lang="zh-CN" altLang="en-US">
                  <a:ea typeface="等线"/>
                  <a:cs typeface="Calibri"/>
                </a:endParaRPr>
              </a:p>
            </p:txBody>
          </p:sp>
          <p:sp>
            <p:nvSpPr>
              <p:cNvPr id="28" name="文本框 27">
                <a:extLst>
                  <a:ext uri="{FF2B5EF4-FFF2-40B4-BE49-F238E27FC236}">
                    <a16:creationId xmlns:a16="http://schemas.microsoft.com/office/drawing/2014/main" id="{55103654-8B80-018D-EB43-7C9D54507B5E}"/>
                  </a:ext>
                </a:extLst>
              </p:cNvPr>
              <p:cNvSpPr txBox="1"/>
              <p:nvPr/>
            </p:nvSpPr>
            <p:spPr>
              <a:xfrm>
                <a:off x="6456577" y="2670763"/>
                <a:ext cx="1865077" cy="4722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ltLang="zh-CN" sz="1100" b="1">
                    <a:latin typeface="Calibri Light"/>
                    <a:ea typeface="Calibri Light"/>
                    <a:cs typeface="Calibri Light"/>
                  </a:rPr>
                  <a:t>Store the patient data to train our model </a:t>
                </a:r>
                <a:endParaRPr lang="zh-CN" altLang="en-US" b="1">
                  <a:ea typeface="等线"/>
                  <a:cs typeface="Calibri"/>
                </a:endParaRPr>
              </a:p>
            </p:txBody>
          </p:sp>
          <p:pic>
            <p:nvPicPr>
              <p:cNvPr id="30" name="图形 29">
                <a:extLst>
                  <a:ext uri="{FF2B5EF4-FFF2-40B4-BE49-F238E27FC236}">
                    <a16:creationId xmlns:a16="http://schemas.microsoft.com/office/drawing/2014/main" id="{9A9C50A5-5066-A36A-D859-7A68AEDA759E}"/>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0932668" y="3138882"/>
                <a:ext cx="912383" cy="914401"/>
              </a:xfrm>
              <a:prstGeom prst="rect">
                <a:avLst/>
              </a:prstGeom>
            </p:spPr>
          </p:pic>
          <p:sp>
            <p:nvSpPr>
              <p:cNvPr id="34" name="箭头: 右 33">
                <a:extLst>
                  <a:ext uri="{FF2B5EF4-FFF2-40B4-BE49-F238E27FC236}">
                    <a16:creationId xmlns:a16="http://schemas.microsoft.com/office/drawing/2014/main" id="{5A1D66A9-21E6-3DDA-FE5A-53F63E68A6BF}"/>
                  </a:ext>
                </a:extLst>
              </p:cNvPr>
              <p:cNvSpPr/>
              <p:nvPr/>
            </p:nvSpPr>
            <p:spPr>
              <a:xfrm>
                <a:off x="3319085" y="3058302"/>
                <a:ext cx="1062000" cy="546000"/>
              </a:xfrm>
              <a:prstGeom prst="rightArrow">
                <a:avLst/>
              </a:prstGeom>
              <a:solidFill>
                <a:srgbClr val="A1B4D5"/>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ltLang="zh-CN" sz="1100" b="1">
                  <a:latin typeface="Arial"/>
                  <a:ea typeface="等线"/>
                  <a:cs typeface="Arial"/>
                </a:endParaRPr>
              </a:p>
              <a:p>
                <a:pPr algn="ctr"/>
                <a:endParaRPr lang="en-US" altLang="zh-CN" sz="1100" b="1">
                  <a:latin typeface="Arial"/>
                  <a:ea typeface="等线"/>
                  <a:cs typeface="Arial"/>
                </a:endParaRPr>
              </a:p>
              <a:p>
                <a:pPr algn="ctr"/>
                <a:r>
                  <a:rPr lang="en-US" altLang="zh-CN" sz="900" b="1">
                    <a:solidFill>
                      <a:schemeClr val="tx2"/>
                    </a:solidFill>
                    <a:latin typeface="Arial"/>
                    <a:ea typeface="等线"/>
                    <a:cs typeface="Arial"/>
                  </a:rPr>
                  <a:t>Encryption</a:t>
                </a:r>
                <a:endParaRPr lang="zh-CN" sz="900">
                  <a:solidFill>
                    <a:schemeClr val="tx2"/>
                  </a:solidFill>
                  <a:ea typeface="等线"/>
                  <a:cs typeface="Calibri"/>
                </a:endParaRPr>
              </a:p>
              <a:p>
                <a:pPr algn="ctr"/>
                <a:endParaRPr lang="zh-CN" altLang="en-US">
                  <a:ea typeface="等线"/>
                  <a:cs typeface="Calibri"/>
                </a:endParaRPr>
              </a:p>
            </p:txBody>
          </p:sp>
          <p:sp>
            <p:nvSpPr>
              <p:cNvPr id="35" name="箭头: 右 34">
                <a:extLst>
                  <a:ext uri="{FF2B5EF4-FFF2-40B4-BE49-F238E27FC236}">
                    <a16:creationId xmlns:a16="http://schemas.microsoft.com/office/drawing/2014/main" id="{B2FD23DD-3575-11A0-CD00-3C8B751C4D62}"/>
                  </a:ext>
                </a:extLst>
              </p:cNvPr>
              <p:cNvSpPr/>
              <p:nvPr/>
            </p:nvSpPr>
            <p:spPr>
              <a:xfrm rot="1320000">
                <a:off x="5382781" y="3677781"/>
                <a:ext cx="1422000" cy="588000"/>
              </a:xfrm>
              <a:prstGeom prst="rightArrow">
                <a:avLst/>
              </a:prstGeom>
              <a:solidFill>
                <a:srgbClr val="A1B4D5"/>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ltLang="zh-CN" sz="1100" b="1">
                  <a:latin typeface="Arial"/>
                  <a:ea typeface="等线"/>
                  <a:cs typeface="Arial"/>
                </a:endParaRPr>
              </a:p>
              <a:p>
                <a:pPr algn="ctr"/>
                <a:endParaRPr lang="en-US" altLang="zh-CN" sz="1100" b="1">
                  <a:latin typeface="Arial"/>
                  <a:ea typeface="等线"/>
                  <a:cs typeface="Arial"/>
                </a:endParaRPr>
              </a:p>
              <a:p>
                <a:pPr algn="ctr"/>
                <a:r>
                  <a:rPr lang="en-US" altLang="zh-CN" sz="1100" b="1">
                    <a:solidFill>
                      <a:schemeClr val="tx2"/>
                    </a:solidFill>
                    <a:latin typeface="Arial"/>
                    <a:ea typeface="等线"/>
                    <a:cs typeface="Arial"/>
                  </a:rPr>
                  <a:t>No consent</a:t>
                </a:r>
                <a:endParaRPr lang="zh-CN" altLang="en-US" sz="1100">
                  <a:solidFill>
                    <a:schemeClr val="tx2"/>
                  </a:solidFill>
                  <a:latin typeface="Arial"/>
                  <a:ea typeface="等线"/>
                  <a:cs typeface="Arial"/>
                </a:endParaRPr>
              </a:p>
              <a:p>
                <a:pPr algn="ctr"/>
                <a:endParaRPr lang="zh-CN" altLang="en-US">
                  <a:ea typeface="等线"/>
                  <a:cs typeface="Calibri"/>
                </a:endParaRPr>
              </a:p>
            </p:txBody>
          </p:sp>
          <p:sp>
            <p:nvSpPr>
              <p:cNvPr id="36" name="文本框 35">
                <a:extLst>
                  <a:ext uri="{FF2B5EF4-FFF2-40B4-BE49-F238E27FC236}">
                    <a16:creationId xmlns:a16="http://schemas.microsoft.com/office/drawing/2014/main" id="{19AB21F8-8B9B-F585-1EC6-2B77B185FEE1}"/>
                  </a:ext>
                </a:extLst>
              </p:cNvPr>
              <p:cNvSpPr txBox="1"/>
              <p:nvPr/>
            </p:nvSpPr>
            <p:spPr>
              <a:xfrm>
                <a:off x="8021360" y="9638819"/>
                <a:ext cx="3575310" cy="2867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ltLang="zh-CN" sz="1100">
                    <a:latin typeface="Calibri Light"/>
                    <a:ea typeface="Calibri Light"/>
                    <a:cs typeface="Calibri Light"/>
                  </a:rPr>
                  <a:t>Destroy the patient data on the server</a:t>
                </a:r>
                <a:endParaRPr lang="zh-CN"/>
              </a:p>
            </p:txBody>
          </p:sp>
          <p:sp>
            <p:nvSpPr>
              <p:cNvPr id="37" name="箭头: 右 36">
                <a:extLst>
                  <a:ext uri="{FF2B5EF4-FFF2-40B4-BE49-F238E27FC236}">
                    <a16:creationId xmlns:a16="http://schemas.microsoft.com/office/drawing/2014/main" id="{3ABFA51F-0A54-0943-F9D9-485610B59F55}"/>
                  </a:ext>
                </a:extLst>
              </p:cNvPr>
              <p:cNvSpPr/>
              <p:nvPr/>
            </p:nvSpPr>
            <p:spPr>
              <a:xfrm>
                <a:off x="7793702" y="3337801"/>
                <a:ext cx="1141032" cy="493387"/>
              </a:xfrm>
              <a:prstGeom prst="rightArrow">
                <a:avLst/>
              </a:prstGeom>
              <a:solidFill>
                <a:srgbClr val="A1B4D5"/>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ltLang="zh-CN" sz="1100" b="1">
                  <a:latin typeface="Arial"/>
                  <a:ea typeface="等线"/>
                  <a:cs typeface="Arial"/>
                </a:endParaRPr>
              </a:p>
              <a:p>
                <a:pPr algn="ctr"/>
                <a:endParaRPr lang="en-US" altLang="zh-CN" sz="1100" b="1">
                  <a:latin typeface="Arial"/>
                  <a:ea typeface="等线"/>
                  <a:cs typeface="Arial"/>
                </a:endParaRPr>
              </a:p>
              <a:p>
                <a:pPr algn="ctr"/>
                <a:r>
                  <a:rPr lang="en-US" altLang="zh-CN" sz="1000" b="1">
                    <a:solidFill>
                      <a:schemeClr val="tx2"/>
                    </a:solidFill>
                    <a:latin typeface="Arial"/>
                    <a:ea typeface="等线"/>
                    <a:cs typeface="Arial"/>
                  </a:rPr>
                  <a:t>Encryption</a:t>
                </a:r>
                <a:endParaRPr lang="zh-CN" sz="1000">
                  <a:solidFill>
                    <a:schemeClr val="tx2"/>
                  </a:solidFill>
                  <a:ea typeface="等线"/>
                  <a:cs typeface="Calibri"/>
                </a:endParaRPr>
              </a:p>
              <a:p>
                <a:pPr algn="ctr"/>
                <a:endParaRPr lang="zh-CN" altLang="en-US">
                  <a:ea typeface="等线"/>
                  <a:cs typeface="Calibri"/>
                </a:endParaRPr>
              </a:p>
            </p:txBody>
          </p:sp>
          <p:pic>
            <p:nvPicPr>
              <p:cNvPr id="38" name="图形 37">
                <a:extLst>
                  <a:ext uri="{FF2B5EF4-FFF2-40B4-BE49-F238E27FC236}">
                    <a16:creationId xmlns:a16="http://schemas.microsoft.com/office/drawing/2014/main" id="{7DE46D3F-4EC0-3178-F1AA-32D7E5A208B7}"/>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964959" y="3222678"/>
                <a:ext cx="917714" cy="914401"/>
              </a:xfrm>
              <a:prstGeom prst="rect">
                <a:avLst/>
              </a:prstGeom>
            </p:spPr>
          </p:pic>
          <p:sp>
            <p:nvSpPr>
              <p:cNvPr id="41" name="文本框 40">
                <a:extLst>
                  <a:ext uri="{FF2B5EF4-FFF2-40B4-BE49-F238E27FC236}">
                    <a16:creationId xmlns:a16="http://schemas.microsoft.com/office/drawing/2014/main" id="{2D8A32CE-059C-D324-993C-7DAC93058260}"/>
                  </a:ext>
                </a:extLst>
              </p:cNvPr>
              <p:cNvSpPr txBox="1"/>
              <p:nvPr/>
            </p:nvSpPr>
            <p:spPr>
              <a:xfrm>
                <a:off x="8849693" y="4133170"/>
                <a:ext cx="1147200" cy="4722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ltLang="zh-CN" sz="1100" b="1">
                    <a:latin typeface="Calibri Light"/>
                    <a:ea typeface="Calibri Light"/>
                    <a:cs typeface="Calibri Light"/>
                  </a:rPr>
                  <a:t>User get the results </a:t>
                </a:r>
                <a:endParaRPr lang="zh-CN" b="1">
                  <a:ea typeface="等线"/>
                  <a:cs typeface="Calibri"/>
                </a:endParaRPr>
              </a:p>
            </p:txBody>
          </p:sp>
          <p:sp>
            <p:nvSpPr>
              <p:cNvPr id="2" name="文本框 20">
                <a:extLst>
                  <a:ext uri="{FF2B5EF4-FFF2-40B4-BE49-F238E27FC236}">
                    <a16:creationId xmlns:a16="http://schemas.microsoft.com/office/drawing/2014/main" id="{4B42852D-D325-03AB-F6A5-2CB50A23C4F9}"/>
                  </a:ext>
                </a:extLst>
              </p:cNvPr>
              <p:cNvSpPr txBox="1"/>
              <p:nvPr/>
            </p:nvSpPr>
            <p:spPr>
              <a:xfrm>
                <a:off x="4381086" y="3790304"/>
                <a:ext cx="1147200" cy="60016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zh-CN" sz="1100">
                    <a:latin typeface="Calibri Light"/>
                    <a:ea typeface="Calibri Light"/>
                    <a:cs typeface="Calibri Light"/>
                  </a:rPr>
                  <a:t>Do the computation in the memory</a:t>
                </a:r>
                <a:endParaRPr lang="zh-CN" altLang="zh-CN"/>
              </a:p>
            </p:txBody>
          </p:sp>
          <p:sp>
            <p:nvSpPr>
              <p:cNvPr id="4" name="文本框 20">
                <a:extLst>
                  <a:ext uri="{FF2B5EF4-FFF2-40B4-BE49-F238E27FC236}">
                    <a16:creationId xmlns:a16="http://schemas.microsoft.com/office/drawing/2014/main" id="{62F12A74-39D4-F526-4303-2D4D83701A33}"/>
                  </a:ext>
                </a:extLst>
              </p:cNvPr>
              <p:cNvSpPr txBox="1"/>
              <p:nvPr/>
            </p:nvSpPr>
            <p:spPr>
              <a:xfrm>
                <a:off x="4381086" y="3790304"/>
                <a:ext cx="1147200" cy="65784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zh-CN" sz="1100" b="1">
                    <a:latin typeface="Calibri Light"/>
                    <a:ea typeface="Calibri Light"/>
                    <a:cs typeface="Calibri Light"/>
                  </a:rPr>
                  <a:t>Do the computation in the memory</a:t>
                </a:r>
                <a:endParaRPr lang="zh-CN" altLang="zh-CN" b="1"/>
              </a:p>
            </p:txBody>
          </p:sp>
          <p:sp>
            <p:nvSpPr>
              <p:cNvPr id="3" name="箭头: 右 2">
                <a:extLst>
                  <a:ext uri="{FF2B5EF4-FFF2-40B4-BE49-F238E27FC236}">
                    <a16:creationId xmlns:a16="http://schemas.microsoft.com/office/drawing/2014/main" id="{F4EA87E2-654A-EA07-381A-8BFB9A9D4894}"/>
                  </a:ext>
                </a:extLst>
              </p:cNvPr>
              <p:cNvSpPr/>
              <p:nvPr/>
            </p:nvSpPr>
            <p:spPr>
              <a:xfrm>
                <a:off x="9912737" y="3341213"/>
                <a:ext cx="1062000" cy="546000"/>
              </a:xfrm>
              <a:prstGeom prst="rightArrow">
                <a:avLst/>
              </a:prstGeom>
              <a:solidFill>
                <a:srgbClr val="A1B4D5"/>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ltLang="zh-CN" sz="1100" b="1">
                  <a:latin typeface="Arial"/>
                  <a:ea typeface="等线"/>
                  <a:cs typeface="Arial"/>
                </a:endParaRPr>
              </a:p>
              <a:p>
                <a:pPr algn="ctr"/>
                <a:endParaRPr lang="en-US" altLang="zh-CN" sz="1100" b="1">
                  <a:latin typeface="Arial"/>
                  <a:ea typeface="等线"/>
                  <a:cs typeface="Arial"/>
                </a:endParaRPr>
              </a:p>
              <a:p>
                <a:pPr algn="ctr"/>
                <a:r>
                  <a:rPr lang="en-US" altLang="zh-CN" sz="900" b="1">
                    <a:solidFill>
                      <a:schemeClr val="tx2"/>
                    </a:solidFill>
                    <a:latin typeface="Arial"/>
                    <a:ea typeface="等线"/>
                    <a:cs typeface="Arial"/>
                  </a:rPr>
                  <a:t>Encryption</a:t>
                </a:r>
                <a:endParaRPr lang="zh-CN" sz="900">
                  <a:solidFill>
                    <a:schemeClr val="tx2"/>
                  </a:solidFill>
                  <a:ea typeface="等线"/>
                  <a:cs typeface="Calibri"/>
                </a:endParaRPr>
              </a:p>
              <a:p>
                <a:pPr algn="ctr"/>
                <a:endParaRPr lang="zh-CN" altLang="en-US">
                  <a:solidFill>
                    <a:schemeClr val="tx2"/>
                  </a:solidFill>
                  <a:ea typeface="等线"/>
                  <a:cs typeface="Calibri"/>
                </a:endParaRPr>
              </a:p>
            </p:txBody>
          </p:sp>
          <p:sp>
            <p:nvSpPr>
              <p:cNvPr id="6" name="文本框 5">
                <a:extLst>
                  <a:ext uri="{FF2B5EF4-FFF2-40B4-BE49-F238E27FC236}">
                    <a16:creationId xmlns:a16="http://schemas.microsoft.com/office/drawing/2014/main" id="{1384E416-1FEE-3CCD-D075-B8C750436FD5}"/>
                  </a:ext>
                </a:extLst>
              </p:cNvPr>
              <p:cNvSpPr txBox="1"/>
              <p:nvPr/>
            </p:nvSpPr>
            <p:spPr>
              <a:xfrm>
                <a:off x="10561288" y="4153108"/>
                <a:ext cx="1655141" cy="6578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ltLang="zh-CN" sz="1100" b="1">
                    <a:solidFill>
                      <a:schemeClr val="tx2"/>
                    </a:solidFill>
                    <a:latin typeface="Calibri Light"/>
                    <a:ea typeface="Calibri Light"/>
                    <a:cs typeface="Calibri Light"/>
                  </a:rPr>
                  <a:t>The result and the patient's data is store locally</a:t>
                </a:r>
              </a:p>
            </p:txBody>
          </p:sp>
          <p:pic>
            <p:nvPicPr>
              <p:cNvPr id="15" name="图形 14">
                <a:extLst>
                  <a:ext uri="{FF2B5EF4-FFF2-40B4-BE49-F238E27FC236}">
                    <a16:creationId xmlns:a16="http://schemas.microsoft.com/office/drawing/2014/main" id="{9638A9FA-1BB1-D2A9-7B43-9DCEE7022F5A}"/>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flipH="1">
                <a:off x="7018131" y="4186583"/>
                <a:ext cx="462278" cy="577576"/>
              </a:xfrm>
              <a:prstGeom prst="rect">
                <a:avLst/>
              </a:prstGeom>
            </p:spPr>
          </p:pic>
          <p:pic>
            <p:nvPicPr>
              <p:cNvPr id="17" name="图形 16">
                <a:extLst>
                  <a:ext uri="{FF2B5EF4-FFF2-40B4-BE49-F238E27FC236}">
                    <a16:creationId xmlns:a16="http://schemas.microsoft.com/office/drawing/2014/main" id="{4DAF1FA4-ED99-7FCA-1CC3-AAC818592127}"/>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flipH="1">
                <a:off x="2429567" y="2905539"/>
                <a:ext cx="729751" cy="908880"/>
              </a:xfrm>
              <a:prstGeom prst="rect">
                <a:avLst/>
              </a:prstGeom>
            </p:spPr>
          </p:pic>
          <p:sp>
            <p:nvSpPr>
              <p:cNvPr id="19" name="文本框 18">
                <a:extLst>
                  <a:ext uri="{FF2B5EF4-FFF2-40B4-BE49-F238E27FC236}">
                    <a16:creationId xmlns:a16="http://schemas.microsoft.com/office/drawing/2014/main" id="{2290BE6B-7CD7-6B38-F43D-B4664B1C004B}"/>
                  </a:ext>
                </a:extLst>
              </p:cNvPr>
              <p:cNvSpPr txBox="1"/>
              <p:nvPr/>
            </p:nvSpPr>
            <p:spPr>
              <a:xfrm>
                <a:off x="2222782" y="3979217"/>
                <a:ext cx="1147200" cy="2867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ltLang="zh-CN" sz="1100" b="1">
                    <a:solidFill>
                      <a:schemeClr val="tx2"/>
                    </a:solidFill>
                    <a:latin typeface="Calibri Light"/>
                    <a:ea typeface="Calibri Light"/>
                    <a:cs typeface="Calibri Light"/>
                  </a:rPr>
                  <a:t>Fill form</a:t>
                </a:r>
                <a:endParaRPr lang="zh-CN" b="1">
                  <a:solidFill>
                    <a:schemeClr val="tx2"/>
                  </a:solidFill>
                  <a:ea typeface="等线"/>
                  <a:cs typeface="Calibri"/>
                </a:endParaRPr>
              </a:p>
            </p:txBody>
          </p:sp>
        </p:grpSp>
        <p:sp>
          <p:nvSpPr>
            <p:cNvPr id="42" name="箭头: 右 41">
              <a:extLst>
                <a:ext uri="{FF2B5EF4-FFF2-40B4-BE49-F238E27FC236}">
                  <a16:creationId xmlns:a16="http://schemas.microsoft.com/office/drawing/2014/main" id="{B60F5442-46BD-741F-E1B0-9A05A37A61AA}"/>
                </a:ext>
              </a:extLst>
            </p:cNvPr>
            <p:cNvSpPr/>
            <p:nvPr/>
          </p:nvSpPr>
          <p:spPr>
            <a:xfrm>
              <a:off x="1626179" y="2834551"/>
              <a:ext cx="985515" cy="399973"/>
            </a:xfrm>
            <a:prstGeom prst="rightArrow">
              <a:avLst/>
            </a:prstGeom>
            <a:solidFill>
              <a:srgbClr val="A1B4D5"/>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ltLang="zh-CN" sz="1100" b="1">
                <a:latin typeface="Arial"/>
                <a:ea typeface="等线"/>
                <a:cs typeface="Arial"/>
              </a:endParaRPr>
            </a:p>
            <a:p>
              <a:pPr algn="ctr"/>
              <a:endParaRPr lang="en-US" altLang="zh-CN" sz="1100" b="1">
                <a:latin typeface="Arial"/>
                <a:ea typeface="等线"/>
                <a:cs typeface="Arial"/>
              </a:endParaRPr>
            </a:p>
          </p:txBody>
        </p:sp>
      </p:grpSp>
      <p:sp>
        <p:nvSpPr>
          <p:cNvPr id="74" name="任意多边形: 形状 1">
            <a:extLst>
              <a:ext uri="{FF2B5EF4-FFF2-40B4-BE49-F238E27FC236}">
                <a16:creationId xmlns:a16="http://schemas.microsoft.com/office/drawing/2014/main" id="{6EE35126-2467-FAA3-0AED-3A97B480D871}"/>
              </a:ext>
            </a:extLst>
          </p:cNvPr>
          <p:cNvSpPr>
            <a:spLocks noChangeAspect="1"/>
          </p:cNvSpPr>
          <p:nvPr/>
        </p:nvSpPr>
        <p:spPr>
          <a:xfrm>
            <a:off x="149799" y="1363263"/>
            <a:ext cx="586883" cy="414801"/>
          </a:xfrm>
          <a:custGeom>
            <a:avLst/>
            <a:gdLst>
              <a:gd name="connsiteX0" fmla="*/ 602784 w 602784"/>
              <a:gd name="connsiteY0" fmla="*/ 0 h 478369"/>
              <a:gd name="connsiteX1" fmla="*/ 602784 w 602784"/>
              <a:gd name="connsiteY1" fmla="*/ 103439 h 478369"/>
              <a:gd name="connsiteX2" fmla="*/ 465229 w 602784"/>
              <a:gd name="connsiteY2" fmla="*/ 237256 h 478369"/>
              <a:gd name="connsiteX3" fmla="*/ 602784 w 602784"/>
              <a:gd name="connsiteY3" fmla="*/ 237256 h 478369"/>
              <a:gd name="connsiteX4" fmla="*/ 602784 w 602784"/>
              <a:gd name="connsiteY4" fmla="*/ 478369 h 478369"/>
              <a:gd name="connsiteX5" fmla="*/ 361670 w 602784"/>
              <a:gd name="connsiteY5" fmla="*/ 478369 h 478369"/>
              <a:gd name="connsiteX6" fmla="*/ 361670 w 602784"/>
              <a:gd name="connsiteY6" fmla="*/ 237256 h 478369"/>
              <a:gd name="connsiteX7" fmla="*/ 602784 w 602784"/>
              <a:gd name="connsiteY7" fmla="*/ 0 h 478369"/>
              <a:gd name="connsiteX8" fmla="*/ 241114 w 602784"/>
              <a:gd name="connsiteY8" fmla="*/ 0 h 478369"/>
              <a:gd name="connsiteX9" fmla="*/ 241114 w 602784"/>
              <a:gd name="connsiteY9" fmla="*/ 103439 h 478369"/>
              <a:gd name="connsiteX10" fmla="*/ 103559 w 602784"/>
              <a:gd name="connsiteY10" fmla="*/ 237256 h 478369"/>
              <a:gd name="connsiteX11" fmla="*/ 241114 w 602784"/>
              <a:gd name="connsiteY11" fmla="*/ 237256 h 478369"/>
              <a:gd name="connsiteX12" fmla="*/ 241114 w 602784"/>
              <a:gd name="connsiteY12" fmla="*/ 478369 h 478369"/>
              <a:gd name="connsiteX13" fmla="*/ 0 w 602784"/>
              <a:gd name="connsiteY13" fmla="*/ 478369 h 478369"/>
              <a:gd name="connsiteX14" fmla="*/ 0 w 602784"/>
              <a:gd name="connsiteY14" fmla="*/ 237256 h 478369"/>
              <a:gd name="connsiteX15" fmla="*/ 241114 w 602784"/>
              <a:gd name="connsiteY15" fmla="*/ 0 h 478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02784" h="478369">
                <a:moveTo>
                  <a:pt x="602784" y="0"/>
                </a:moveTo>
                <a:lnTo>
                  <a:pt x="602784" y="103439"/>
                </a:lnTo>
                <a:cubicBezTo>
                  <a:pt x="528277" y="103474"/>
                  <a:pt x="467316" y="162778"/>
                  <a:pt x="465229" y="237256"/>
                </a:cubicBezTo>
                <a:lnTo>
                  <a:pt x="602784" y="237256"/>
                </a:lnTo>
                <a:lnTo>
                  <a:pt x="602784" y="478369"/>
                </a:lnTo>
                <a:lnTo>
                  <a:pt x="361670" y="478369"/>
                </a:lnTo>
                <a:lnTo>
                  <a:pt x="361670" y="237256"/>
                </a:lnTo>
                <a:cubicBezTo>
                  <a:pt x="363778" y="105602"/>
                  <a:pt x="471113" y="-17"/>
                  <a:pt x="602784" y="0"/>
                </a:cubicBezTo>
                <a:close/>
                <a:moveTo>
                  <a:pt x="241114" y="0"/>
                </a:moveTo>
                <a:lnTo>
                  <a:pt x="241114" y="103439"/>
                </a:lnTo>
                <a:cubicBezTo>
                  <a:pt x="166606" y="103474"/>
                  <a:pt x="105646" y="162778"/>
                  <a:pt x="103559" y="237256"/>
                </a:cubicBezTo>
                <a:lnTo>
                  <a:pt x="241114" y="237256"/>
                </a:lnTo>
                <a:lnTo>
                  <a:pt x="241114" y="478369"/>
                </a:lnTo>
                <a:lnTo>
                  <a:pt x="0" y="478369"/>
                </a:lnTo>
                <a:lnTo>
                  <a:pt x="0" y="237256"/>
                </a:lnTo>
                <a:cubicBezTo>
                  <a:pt x="2107" y="105602"/>
                  <a:pt x="109443" y="-17"/>
                  <a:pt x="241114" y="0"/>
                </a:cubicBezTo>
                <a:close/>
              </a:path>
            </a:pathLst>
          </a:custGeom>
          <a:solidFill>
            <a:schemeClr val="tx2">
              <a:alpha val="50000"/>
            </a:schemeClr>
          </a:solidFill>
          <a:ln w="6055" cap="flat">
            <a:noFill/>
            <a:prstDash val="solid"/>
            <a:miter/>
          </a:ln>
        </p:spPr>
        <p:txBody>
          <a:bodyPr wrap="square" rtlCol="0" anchor="ctr">
            <a:noAutofit/>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2" name="文本框 11">
            <a:extLst>
              <a:ext uri="{FF2B5EF4-FFF2-40B4-BE49-F238E27FC236}">
                <a16:creationId xmlns:a16="http://schemas.microsoft.com/office/drawing/2014/main" id="{9AABE878-0E45-A8F5-AECD-DF51BBAC00DE}"/>
              </a:ext>
            </a:extLst>
          </p:cNvPr>
          <p:cNvSpPr txBox="1"/>
          <p:nvPr/>
        </p:nvSpPr>
        <p:spPr>
          <a:xfrm>
            <a:off x="175503" y="1778064"/>
            <a:ext cx="5516112" cy="553998"/>
          </a:xfrm>
          <a:prstGeom prst="rect">
            <a:avLst/>
          </a:prstGeom>
          <a:noFill/>
          <a:effectLst/>
        </p:spPr>
        <p:txBody>
          <a:bodyPr wrap="square" lIns="91440" tIns="45720" rIns="91440" bIns="45720" rtlCol="0" anchor="t">
            <a:spAutoFit/>
          </a:bodyPr>
          <a:lstStyle/>
          <a:p>
            <a:r>
              <a:rPr kumimoji="1" lang="en-US" altLang="zh-CN" sz="2800" b="1">
                <a:solidFill>
                  <a:srgbClr val="8893A0"/>
                </a:solidFill>
                <a:ea typeface="等线"/>
              </a:rPr>
              <a:t>Collected Data is stored </a:t>
            </a:r>
            <a:r>
              <a:rPr kumimoji="1" lang="en-US" altLang="zh-CN" sz="3000" b="1">
                <a:solidFill>
                  <a:srgbClr val="8893A0"/>
                </a:solidFill>
                <a:latin typeface="Trebuchet MS"/>
                <a:ea typeface="等线"/>
                <a:cs typeface="Calibri"/>
              </a:rPr>
              <a:t>LOCALLY</a:t>
            </a:r>
            <a:endParaRPr lang="zh-CN" altLang="zh-CN" sz="3000" b="1">
              <a:solidFill>
                <a:srgbClr val="8893A0"/>
              </a:solidFill>
              <a:latin typeface="Trebuchet MS"/>
              <a:ea typeface="等线"/>
              <a:cs typeface="Calibri"/>
            </a:endParaRPr>
          </a:p>
        </p:txBody>
      </p:sp>
      <p:sp>
        <p:nvSpPr>
          <p:cNvPr id="13" name="文本框 12">
            <a:extLst>
              <a:ext uri="{FF2B5EF4-FFF2-40B4-BE49-F238E27FC236}">
                <a16:creationId xmlns:a16="http://schemas.microsoft.com/office/drawing/2014/main" id="{CBA586BF-5306-79E8-8DA8-990FBEA5ACA0}"/>
              </a:ext>
            </a:extLst>
          </p:cNvPr>
          <p:cNvSpPr txBox="1"/>
          <p:nvPr/>
        </p:nvSpPr>
        <p:spPr>
          <a:xfrm>
            <a:off x="7034837" y="4929921"/>
            <a:ext cx="1933134"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100" b="1">
                <a:ea typeface="+mn-lt"/>
                <a:cs typeface="+mn-lt"/>
              </a:rPr>
              <a:t> </a:t>
            </a:r>
            <a:r>
              <a:rPr lang="en-US" sz="1100" b="1">
                <a:latin typeface="Calibri Light"/>
                <a:ea typeface="Calibri Light"/>
                <a:cs typeface="Calibri Light"/>
              </a:rPr>
              <a:t>After computation,</a:t>
            </a:r>
          </a:p>
          <a:p>
            <a:pPr algn="ctr"/>
            <a:r>
              <a:rPr lang="en-US" sz="1100" b="1">
                <a:latin typeface="Calibri Light"/>
                <a:ea typeface="Calibri Light"/>
                <a:cs typeface="Calibri Light"/>
              </a:rPr>
              <a:t>delete data from the server</a:t>
            </a:r>
          </a:p>
        </p:txBody>
      </p:sp>
      <p:grpSp>
        <p:nvGrpSpPr>
          <p:cNvPr id="14" name="组合 13">
            <a:extLst>
              <a:ext uri="{FF2B5EF4-FFF2-40B4-BE49-F238E27FC236}">
                <a16:creationId xmlns:a16="http://schemas.microsoft.com/office/drawing/2014/main" id="{B66A1F6D-D44F-8365-C879-69D642EEB4BC}"/>
              </a:ext>
            </a:extLst>
          </p:cNvPr>
          <p:cNvGrpSpPr>
            <a:grpSpLocks noChangeAspect="1"/>
          </p:cNvGrpSpPr>
          <p:nvPr/>
        </p:nvGrpSpPr>
        <p:grpSpPr>
          <a:xfrm>
            <a:off x="8535308" y="2210816"/>
            <a:ext cx="2768810" cy="555107"/>
            <a:chOff x="10127576" y="7506806"/>
            <a:chExt cx="3628926" cy="727546"/>
          </a:xfrm>
        </p:grpSpPr>
        <p:sp>
          <p:nvSpPr>
            <p:cNvPr id="23" name="í$1iďé_1">
              <a:extLst>
                <a:ext uri="{FF2B5EF4-FFF2-40B4-BE49-F238E27FC236}">
                  <a16:creationId xmlns:a16="http://schemas.microsoft.com/office/drawing/2014/main" id="{635374AE-321C-DE1C-ECF6-149A63EF8169}"/>
                </a:ext>
              </a:extLst>
            </p:cNvPr>
            <p:cNvSpPr txBox="1"/>
            <p:nvPr/>
          </p:nvSpPr>
          <p:spPr>
            <a:xfrm>
              <a:off x="10445115" y="7506806"/>
              <a:ext cx="3311387" cy="726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b" anchorCtr="0">
              <a:spAutoFit/>
            </a:bodyPr>
            <a:lstStyle>
              <a:defPPr>
                <a:defRPr lang="zh-CN"/>
              </a:defPPr>
              <a:lvl1pPr>
                <a:defRPr kumimoji="1" sz="6000" b="1">
                  <a:gradFill>
                    <a:gsLst>
                      <a:gs pos="0">
                        <a:schemeClr val="accent1">
                          <a:lumMod val="60000"/>
                          <a:lumOff val="40000"/>
                        </a:schemeClr>
                      </a:gs>
                      <a:gs pos="50000">
                        <a:schemeClr val="accent1"/>
                      </a:gs>
                    </a:gsLst>
                    <a:lin ang="2700000" scaled="0"/>
                  </a:gradFill>
                  <a:latin typeface="Arial" panose="020B0604020202020204" pitchFamily="34" charset="0"/>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1800">
                  <a:solidFill>
                    <a:srgbClr val="A2B4D5"/>
                  </a:solidFill>
                  <a:latin typeface="Arial"/>
                  <a:ea typeface="微软雅黑"/>
                  <a:cs typeface="Arial"/>
                </a:rPr>
                <a:t>Consent</a:t>
              </a:r>
              <a:r>
                <a:rPr lang="zh-CN" altLang="en-US" sz="1800">
                  <a:solidFill>
                    <a:srgbClr val="A2B4D5"/>
                  </a:solidFill>
                  <a:latin typeface="Arial"/>
                  <a:ea typeface="微软雅黑"/>
                  <a:cs typeface="Arial"/>
                </a:rPr>
                <a:t> </a:t>
              </a:r>
              <a:r>
                <a:rPr lang="en-US" altLang="zh-CN" sz="1800">
                  <a:solidFill>
                    <a:srgbClr val="A2B4D5"/>
                  </a:solidFill>
                  <a:latin typeface="Arial"/>
                  <a:ea typeface="微软雅黑"/>
                  <a:cs typeface="Arial"/>
                </a:rPr>
                <a:t>can be withdrawn anytime</a:t>
              </a:r>
              <a:endParaRPr lang="en-US">
                <a:gradFill>
                  <a:gsLst>
                    <a:gs pos="0">
                      <a:srgbClr val="156082">
                        <a:lumMod val="60000"/>
                        <a:lumOff val="40000"/>
                      </a:srgbClr>
                    </a:gs>
                    <a:gs pos="50000">
                      <a:srgbClr val="156082"/>
                    </a:gs>
                  </a:gsLst>
                  <a:lin ang="2700000" scaled="0"/>
                </a:gradFill>
                <a:cs typeface="Arial" panose="020B0604020202020204" pitchFamily="34" charset="0"/>
              </a:endParaRPr>
            </a:p>
          </p:txBody>
        </p:sp>
        <p:sp>
          <p:nvSpPr>
            <p:cNvPr id="26" name="Rectangle 153_1">
              <a:extLst>
                <a:ext uri="{FF2B5EF4-FFF2-40B4-BE49-F238E27FC236}">
                  <a16:creationId xmlns:a16="http://schemas.microsoft.com/office/drawing/2014/main" id="{C3B5D516-E6A2-F18C-B63A-678C99CAD431}"/>
                </a:ext>
              </a:extLst>
            </p:cNvPr>
            <p:cNvSpPr/>
            <p:nvPr/>
          </p:nvSpPr>
          <p:spPr>
            <a:xfrm>
              <a:off x="10127576" y="7556125"/>
              <a:ext cx="118827" cy="678227"/>
            </a:xfrm>
            <a:prstGeom prst="rect">
              <a:avLst/>
            </a:prstGeom>
            <a:solidFill>
              <a:srgbClr val="A2B4D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kumimoji="1" lang="zh-CN" altLang="en-US" sz="4400" b="1">
                <a:solidFill>
                  <a:schemeClr val="bg1"/>
                </a:solidFill>
                <a:latin typeface="Arial" panose="020B0604020202020204" pitchFamily="34" charset="0"/>
                <a:ea typeface="微软雅黑" panose="020B0503020204020204" pitchFamily="34" charset="-122"/>
              </a:endParaRPr>
            </a:p>
          </p:txBody>
        </p:sp>
      </p:grpSp>
      <p:sp>
        <p:nvSpPr>
          <p:cNvPr id="27" name="任意多边形: 形状 1">
            <a:extLst>
              <a:ext uri="{FF2B5EF4-FFF2-40B4-BE49-F238E27FC236}">
                <a16:creationId xmlns:a16="http://schemas.microsoft.com/office/drawing/2014/main" id="{B1694B33-87A3-8A91-1BCD-F558BB60499A}"/>
              </a:ext>
            </a:extLst>
          </p:cNvPr>
          <p:cNvSpPr>
            <a:spLocks noChangeAspect="1"/>
          </p:cNvSpPr>
          <p:nvPr/>
        </p:nvSpPr>
        <p:spPr>
          <a:xfrm rot="10800000">
            <a:off x="5020592" y="2278092"/>
            <a:ext cx="586883" cy="414801"/>
          </a:xfrm>
          <a:custGeom>
            <a:avLst/>
            <a:gdLst>
              <a:gd name="connsiteX0" fmla="*/ 602784 w 602784"/>
              <a:gd name="connsiteY0" fmla="*/ 0 h 478369"/>
              <a:gd name="connsiteX1" fmla="*/ 602784 w 602784"/>
              <a:gd name="connsiteY1" fmla="*/ 103439 h 478369"/>
              <a:gd name="connsiteX2" fmla="*/ 465229 w 602784"/>
              <a:gd name="connsiteY2" fmla="*/ 237256 h 478369"/>
              <a:gd name="connsiteX3" fmla="*/ 602784 w 602784"/>
              <a:gd name="connsiteY3" fmla="*/ 237256 h 478369"/>
              <a:gd name="connsiteX4" fmla="*/ 602784 w 602784"/>
              <a:gd name="connsiteY4" fmla="*/ 478369 h 478369"/>
              <a:gd name="connsiteX5" fmla="*/ 361670 w 602784"/>
              <a:gd name="connsiteY5" fmla="*/ 478369 h 478369"/>
              <a:gd name="connsiteX6" fmla="*/ 361670 w 602784"/>
              <a:gd name="connsiteY6" fmla="*/ 237256 h 478369"/>
              <a:gd name="connsiteX7" fmla="*/ 602784 w 602784"/>
              <a:gd name="connsiteY7" fmla="*/ 0 h 478369"/>
              <a:gd name="connsiteX8" fmla="*/ 241114 w 602784"/>
              <a:gd name="connsiteY8" fmla="*/ 0 h 478369"/>
              <a:gd name="connsiteX9" fmla="*/ 241114 w 602784"/>
              <a:gd name="connsiteY9" fmla="*/ 103439 h 478369"/>
              <a:gd name="connsiteX10" fmla="*/ 103559 w 602784"/>
              <a:gd name="connsiteY10" fmla="*/ 237256 h 478369"/>
              <a:gd name="connsiteX11" fmla="*/ 241114 w 602784"/>
              <a:gd name="connsiteY11" fmla="*/ 237256 h 478369"/>
              <a:gd name="connsiteX12" fmla="*/ 241114 w 602784"/>
              <a:gd name="connsiteY12" fmla="*/ 478369 h 478369"/>
              <a:gd name="connsiteX13" fmla="*/ 0 w 602784"/>
              <a:gd name="connsiteY13" fmla="*/ 478369 h 478369"/>
              <a:gd name="connsiteX14" fmla="*/ 0 w 602784"/>
              <a:gd name="connsiteY14" fmla="*/ 237256 h 478369"/>
              <a:gd name="connsiteX15" fmla="*/ 241114 w 602784"/>
              <a:gd name="connsiteY15" fmla="*/ 0 h 478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02784" h="478369">
                <a:moveTo>
                  <a:pt x="602784" y="0"/>
                </a:moveTo>
                <a:lnTo>
                  <a:pt x="602784" y="103439"/>
                </a:lnTo>
                <a:cubicBezTo>
                  <a:pt x="528277" y="103474"/>
                  <a:pt x="467316" y="162778"/>
                  <a:pt x="465229" y="237256"/>
                </a:cubicBezTo>
                <a:lnTo>
                  <a:pt x="602784" y="237256"/>
                </a:lnTo>
                <a:lnTo>
                  <a:pt x="602784" y="478369"/>
                </a:lnTo>
                <a:lnTo>
                  <a:pt x="361670" y="478369"/>
                </a:lnTo>
                <a:lnTo>
                  <a:pt x="361670" y="237256"/>
                </a:lnTo>
                <a:cubicBezTo>
                  <a:pt x="363778" y="105602"/>
                  <a:pt x="471113" y="-17"/>
                  <a:pt x="602784" y="0"/>
                </a:cubicBezTo>
                <a:close/>
                <a:moveTo>
                  <a:pt x="241114" y="0"/>
                </a:moveTo>
                <a:lnTo>
                  <a:pt x="241114" y="103439"/>
                </a:lnTo>
                <a:cubicBezTo>
                  <a:pt x="166606" y="103474"/>
                  <a:pt x="105646" y="162778"/>
                  <a:pt x="103559" y="237256"/>
                </a:cubicBezTo>
                <a:lnTo>
                  <a:pt x="241114" y="237256"/>
                </a:lnTo>
                <a:lnTo>
                  <a:pt x="241114" y="478369"/>
                </a:lnTo>
                <a:lnTo>
                  <a:pt x="0" y="478369"/>
                </a:lnTo>
                <a:lnTo>
                  <a:pt x="0" y="237256"/>
                </a:lnTo>
                <a:cubicBezTo>
                  <a:pt x="2107" y="105602"/>
                  <a:pt x="109443" y="-17"/>
                  <a:pt x="241114" y="0"/>
                </a:cubicBezTo>
                <a:close/>
              </a:path>
            </a:pathLst>
          </a:custGeom>
          <a:solidFill>
            <a:schemeClr val="tx2">
              <a:alpha val="50000"/>
            </a:schemeClr>
          </a:solidFill>
          <a:ln w="6055" cap="flat">
            <a:noFill/>
            <a:prstDash val="solid"/>
            <a:miter/>
          </a:ln>
        </p:spPr>
        <p:txBody>
          <a:bodyPr wrap="square" rtlCol="0" anchor="ctr">
            <a:noAutofit/>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31916992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组合 29">
            <a:extLst>
              <a:ext uri="{FF2B5EF4-FFF2-40B4-BE49-F238E27FC236}">
                <a16:creationId xmlns:a16="http://schemas.microsoft.com/office/drawing/2014/main" id="{6BFEFA3D-DBE4-DD31-7184-2AEB99AF0377}"/>
              </a:ext>
            </a:extLst>
          </p:cNvPr>
          <p:cNvGrpSpPr>
            <a:grpSpLocks noChangeAspect="1"/>
          </p:cNvGrpSpPr>
          <p:nvPr/>
        </p:nvGrpSpPr>
        <p:grpSpPr>
          <a:xfrm>
            <a:off x="918443" y="1450819"/>
            <a:ext cx="3372857" cy="3980492"/>
            <a:chOff x="660401" y="2186409"/>
            <a:chExt cx="2618319" cy="3090022"/>
          </a:xfrm>
        </p:grpSpPr>
        <p:grpSp>
          <p:nvGrpSpPr>
            <p:cNvPr id="31" name="组合 30">
              <a:extLst>
                <a:ext uri="{FF2B5EF4-FFF2-40B4-BE49-F238E27FC236}">
                  <a16:creationId xmlns:a16="http://schemas.microsoft.com/office/drawing/2014/main" id="{A225639E-4542-4B7B-65FE-E1C902A0BD35}"/>
                </a:ext>
              </a:extLst>
            </p:cNvPr>
            <p:cNvGrpSpPr/>
            <p:nvPr/>
          </p:nvGrpSpPr>
          <p:grpSpPr>
            <a:xfrm>
              <a:off x="660401" y="2186409"/>
              <a:ext cx="2618319" cy="523365"/>
              <a:chOff x="1253173" y="1648295"/>
              <a:chExt cx="3452661" cy="851123"/>
            </a:xfrm>
          </p:grpSpPr>
          <p:sp>
            <p:nvSpPr>
              <p:cNvPr id="44" name="Number1">
                <a:extLst>
                  <a:ext uri="{FF2B5EF4-FFF2-40B4-BE49-F238E27FC236}">
                    <a16:creationId xmlns:a16="http://schemas.microsoft.com/office/drawing/2014/main" id="{1E41E463-7279-EAC5-B45F-E2263F315473}"/>
                  </a:ext>
                </a:extLst>
              </p:cNvPr>
              <p:cNvSpPr/>
              <p:nvPr/>
            </p:nvSpPr>
            <p:spPr>
              <a:xfrm>
                <a:off x="1253173" y="1648296"/>
                <a:ext cx="596900" cy="851122"/>
              </a:xfrm>
              <a:prstGeom prst="roundRect">
                <a:avLst/>
              </a:pr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3765"/>
                <a:r>
                  <a:rPr lang="en-US" altLang="zh-CN" sz="1600" b="1">
                    <a:solidFill>
                      <a:srgbClr val="FFFFFF"/>
                    </a:solidFill>
                  </a:rPr>
                  <a:t>01</a:t>
                </a:r>
                <a:endParaRPr lang="zh-CN" altLang="en-US" sz="1600" b="1">
                  <a:solidFill>
                    <a:srgbClr val="FFFFFF"/>
                  </a:solidFill>
                </a:endParaRPr>
              </a:p>
            </p:txBody>
          </p:sp>
          <p:sp>
            <p:nvSpPr>
              <p:cNvPr id="46" name="Bullet1">
                <a:extLst>
                  <a:ext uri="{FF2B5EF4-FFF2-40B4-BE49-F238E27FC236}">
                    <a16:creationId xmlns:a16="http://schemas.microsoft.com/office/drawing/2014/main" id="{EC630A6A-3135-77D1-1DD9-60F7A8321A09}"/>
                  </a:ext>
                </a:extLst>
              </p:cNvPr>
              <p:cNvSpPr txBox="1"/>
              <p:nvPr/>
            </p:nvSpPr>
            <p:spPr>
              <a:xfrm>
                <a:off x="1998968" y="1648295"/>
                <a:ext cx="2706866" cy="851121"/>
              </a:xfrm>
              <a:prstGeom prst="roundRect">
                <a:avLst/>
              </a:prstGeom>
              <a:solidFill>
                <a:schemeClr val="accent1">
                  <a:alpha val="15000"/>
                </a:schemeClr>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algn="ctr" defTabSz="913765">
                  <a:defRPr sz="2000" b="1">
                    <a:solidFill>
                      <a:schemeClr val="bg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ct val="120000"/>
                  </a:lnSpc>
                </a:pPr>
                <a:r>
                  <a:rPr lang="sv-SE" altLang="zh-CN" sz="1500" err="1">
                    <a:solidFill>
                      <a:schemeClr val="tx1"/>
                    </a:solidFill>
                  </a:rPr>
                  <a:t>Delayed</a:t>
                </a:r>
                <a:r>
                  <a:rPr lang="sv-SE" altLang="zh-CN" sz="1500">
                    <a:solidFill>
                      <a:schemeClr val="tx1"/>
                    </a:solidFill>
                  </a:rPr>
                  <a:t> Diagnosis</a:t>
                </a:r>
              </a:p>
            </p:txBody>
          </p:sp>
        </p:grpSp>
        <p:grpSp>
          <p:nvGrpSpPr>
            <p:cNvPr id="32" name="组合 31">
              <a:extLst>
                <a:ext uri="{FF2B5EF4-FFF2-40B4-BE49-F238E27FC236}">
                  <a16:creationId xmlns:a16="http://schemas.microsoft.com/office/drawing/2014/main" id="{BB765A2D-1AAA-5AB2-6C32-16039490A341}"/>
                </a:ext>
              </a:extLst>
            </p:cNvPr>
            <p:cNvGrpSpPr>
              <a:grpSpLocks/>
            </p:cNvGrpSpPr>
            <p:nvPr/>
          </p:nvGrpSpPr>
          <p:grpSpPr>
            <a:xfrm>
              <a:off x="660401" y="3041959"/>
              <a:ext cx="2618319" cy="523368"/>
              <a:chOff x="1253173" y="1648292"/>
              <a:chExt cx="3452661" cy="851128"/>
            </a:xfrm>
          </p:grpSpPr>
          <p:sp>
            <p:nvSpPr>
              <p:cNvPr id="41" name="Number2">
                <a:extLst>
                  <a:ext uri="{FF2B5EF4-FFF2-40B4-BE49-F238E27FC236}">
                    <a16:creationId xmlns:a16="http://schemas.microsoft.com/office/drawing/2014/main" id="{995BA531-6368-1997-3915-362AB3CD89B9}"/>
                  </a:ext>
                </a:extLst>
              </p:cNvPr>
              <p:cNvSpPr/>
              <p:nvPr/>
            </p:nvSpPr>
            <p:spPr>
              <a:xfrm>
                <a:off x="1253173" y="1648294"/>
                <a:ext cx="596900" cy="851126"/>
              </a:xfrm>
              <a:prstGeom prst="roundRect">
                <a:avLst/>
              </a:pr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3765"/>
                <a:r>
                  <a:rPr lang="en-US" altLang="zh-CN" sz="1600" b="1">
                    <a:solidFill>
                      <a:srgbClr val="FFFFFF"/>
                    </a:solidFill>
                  </a:rPr>
                  <a:t>02</a:t>
                </a:r>
                <a:endParaRPr lang="zh-CN" altLang="en-US" sz="1600" b="1">
                  <a:solidFill>
                    <a:srgbClr val="FFFFFF"/>
                  </a:solidFill>
                </a:endParaRPr>
              </a:p>
            </p:txBody>
          </p:sp>
          <p:sp>
            <p:nvSpPr>
              <p:cNvPr id="43" name="Bullet2">
                <a:extLst>
                  <a:ext uri="{FF2B5EF4-FFF2-40B4-BE49-F238E27FC236}">
                    <a16:creationId xmlns:a16="http://schemas.microsoft.com/office/drawing/2014/main" id="{7791DA3D-49E7-1308-2CC0-F3F6175293F8}"/>
                  </a:ext>
                </a:extLst>
              </p:cNvPr>
              <p:cNvSpPr txBox="1"/>
              <p:nvPr/>
            </p:nvSpPr>
            <p:spPr>
              <a:xfrm>
                <a:off x="1998968" y="1648292"/>
                <a:ext cx="2706866" cy="851126"/>
              </a:xfrm>
              <a:prstGeom prst="roundRect">
                <a:avLst/>
              </a:prstGeom>
              <a:solidFill>
                <a:schemeClr val="accent1">
                  <a:alpha val="15000"/>
                </a:schemeClr>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algn="ctr" defTabSz="913765">
                  <a:defRPr sz="2000" b="1">
                    <a:solidFill>
                      <a:schemeClr val="bg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ct val="120000"/>
                  </a:lnSpc>
                </a:pPr>
                <a:r>
                  <a:rPr lang="sv-SE" altLang="zh-CN" sz="1600">
                    <a:solidFill>
                      <a:schemeClr val="tx1"/>
                    </a:solidFill>
                    <a:ea typeface="等线"/>
                  </a:rPr>
                  <a:t>Data fragmentation</a:t>
                </a:r>
                <a:endParaRPr lang="en-US"/>
              </a:p>
            </p:txBody>
          </p:sp>
        </p:grpSp>
        <p:grpSp>
          <p:nvGrpSpPr>
            <p:cNvPr id="33" name="组合 32">
              <a:extLst>
                <a:ext uri="{FF2B5EF4-FFF2-40B4-BE49-F238E27FC236}">
                  <a16:creationId xmlns:a16="http://schemas.microsoft.com/office/drawing/2014/main" id="{F5D62D01-CA26-15CD-ECFD-99FADDB7D575}"/>
                </a:ext>
              </a:extLst>
            </p:cNvPr>
            <p:cNvGrpSpPr>
              <a:grpSpLocks/>
            </p:cNvGrpSpPr>
            <p:nvPr/>
          </p:nvGrpSpPr>
          <p:grpSpPr>
            <a:xfrm>
              <a:off x="660401" y="3897513"/>
              <a:ext cx="2618319" cy="523368"/>
              <a:chOff x="1253173" y="1648292"/>
              <a:chExt cx="3452661" cy="851128"/>
            </a:xfrm>
          </p:grpSpPr>
          <p:sp>
            <p:nvSpPr>
              <p:cNvPr id="38" name="Number3">
                <a:extLst>
                  <a:ext uri="{FF2B5EF4-FFF2-40B4-BE49-F238E27FC236}">
                    <a16:creationId xmlns:a16="http://schemas.microsoft.com/office/drawing/2014/main" id="{AB43A9EF-5BE7-C95C-B464-50A96DC95C62}"/>
                  </a:ext>
                </a:extLst>
              </p:cNvPr>
              <p:cNvSpPr/>
              <p:nvPr/>
            </p:nvSpPr>
            <p:spPr>
              <a:xfrm>
                <a:off x="1253173" y="1648294"/>
                <a:ext cx="596900" cy="851126"/>
              </a:xfrm>
              <a:prstGeom prst="roundRect">
                <a:avLst/>
              </a:pr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3765"/>
                <a:r>
                  <a:rPr lang="en-US" altLang="zh-CN" sz="1600" b="1">
                    <a:solidFill>
                      <a:srgbClr val="FFFFFF"/>
                    </a:solidFill>
                  </a:rPr>
                  <a:t>03</a:t>
                </a:r>
                <a:endParaRPr lang="zh-CN" altLang="en-US" sz="1600" b="1">
                  <a:solidFill>
                    <a:srgbClr val="FFFFFF"/>
                  </a:solidFill>
                </a:endParaRPr>
              </a:p>
            </p:txBody>
          </p:sp>
          <p:sp>
            <p:nvSpPr>
              <p:cNvPr id="40" name="Bullet3">
                <a:extLst>
                  <a:ext uri="{FF2B5EF4-FFF2-40B4-BE49-F238E27FC236}">
                    <a16:creationId xmlns:a16="http://schemas.microsoft.com/office/drawing/2014/main" id="{65A73320-54C1-C5E8-C8DD-AD090E29BF51}"/>
                  </a:ext>
                </a:extLst>
              </p:cNvPr>
              <p:cNvSpPr txBox="1"/>
              <p:nvPr/>
            </p:nvSpPr>
            <p:spPr>
              <a:xfrm>
                <a:off x="1998968" y="1648292"/>
                <a:ext cx="2706866" cy="851126"/>
              </a:xfrm>
              <a:prstGeom prst="roundRect">
                <a:avLst/>
              </a:prstGeom>
              <a:solidFill>
                <a:schemeClr val="accent1">
                  <a:alpha val="15000"/>
                </a:schemeClr>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10000"/>
              </a:bodyPr>
              <a:lstStyle>
                <a:defPPr>
                  <a:defRPr lang="zh-CN"/>
                </a:defPPr>
                <a:lvl1pPr algn="ctr" defTabSz="913765">
                  <a:defRPr sz="2000" b="1">
                    <a:solidFill>
                      <a:schemeClr val="bg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ct val="120000"/>
                  </a:lnSpc>
                </a:pPr>
                <a:r>
                  <a:rPr lang="sv-SE" altLang="zh-CN" sz="1600">
                    <a:solidFill>
                      <a:schemeClr val="tx1"/>
                    </a:solidFill>
                    <a:ea typeface="等线"/>
                  </a:rPr>
                  <a:t>Invisible &amp; </a:t>
                </a:r>
                <a:r>
                  <a:rPr lang="sv-SE" altLang="zh-CN" sz="1600" err="1">
                    <a:solidFill>
                      <a:schemeClr val="tx1"/>
                    </a:solidFill>
                    <a:ea typeface="等线"/>
                  </a:rPr>
                  <a:t>Overlapping</a:t>
                </a:r>
                <a:r>
                  <a:rPr lang="sv-SE" altLang="zh-CN" sz="1600">
                    <a:solidFill>
                      <a:schemeClr val="tx1"/>
                    </a:solidFill>
                    <a:ea typeface="等线"/>
                  </a:rPr>
                  <a:t> Symptoms</a:t>
                </a:r>
              </a:p>
            </p:txBody>
          </p:sp>
        </p:grpSp>
        <p:grpSp>
          <p:nvGrpSpPr>
            <p:cNvPr id="34" name="组合 33">
              <a:extLst>
                <a:ext uri="{FF2B5EF4-FFF2-40B4-BE49-F238E27FC236}">
                  <a16:creationId xmlns:a16="http://schemas.microsoft.com/office/drawing/2014/main" id="{3CC28644-E029-8616-26CC-DCBC7D0614B0}"/>
                </a:ext>
              </a:extLst>
            </p:cNvPr>
            <p:cNvGrpSpPr>
              <a:grpSpLocks/>
            </p:cNvGrpSpPr>
            <p:nvPr/>
          </p:nvGrpSpPr>
          <p:grpSpPr>
            <a:xfrm>
              <a:off x="660401" y="4753063"/>
              <a:ext cx="2618319" cy="523368"/>
              <a:chOff x="1253173" y="1648292"/>
              <a:chExt cx="3452661" cy="851128"/>
            </a:xfrm>
          </p:grpSpPr>
          <p:sp>
            <p:nvSpPr>
              <p:cNvPr id="35" name="Number4">
                <a:extLst>
                  <a:ext uri="{FF2B5EF4-FFF2-40B4-BE49-F238E27FC236}">
                    <a16:creationId xmlns:a16="http://schemas.microsoft.com/office/drawing/2014/main" id="{F7AC1853-EFC3-2CDD-2EBF-AAED32DBBD94}"/>
                  </a:ext>
                </a:extLst>
              </p:cNvPr>
              <p:cNvSpPr/>
              <p:nvPr/>
            </p:nvSpPr>
            <p:spPr>
              <a:xfrm>
                <a:off x="1253173" y="1648294"/>
                <a:ext cx="596900" cy="851126"/>
              </a:xfrm>
              <a:prstGeom prst="roundRect">
                <a:avLst/>
              </a:pr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3765"/>
                <a:r>
                  <a:rPr lang="en-US" altLang="zh-CN" sz="1600" b="1">
                    <a:solidFill>
                      <a:srgbClr val="FFFFFF"/>
                    </a:solidFill>
                  </a:rPr>
                  <a:t>04</a:t>
                </a:r>
                <a:endParaRPr lang="zh-CN" altLang="en-US" sz="1600" b="1">
                  <a:solidFill>
                    <a:srgbClr val="FFFFFF"/>
                  </a:solidFill>
                </a:endParaRPr>
              </a:p>
            </p:txBody>
          </p:sp>
          <p:sp>
            <p:nvSpPr>
              <p:cNvPr id="37" name="Bullet4">
                <a:extLst>
                  <a:ext uri="{FF2B5EF4-FFF2-40B4-BE49-F238E27FC236}">
                    <a16:creationId xmlns:a16="http://schemas.microsoft.com/office/drawing/2014/main" id="{57EC7538-9127-88B3-48BE-106C236ADD26}"/>
                  </a:ext>
                </a:extLst>
              </p:cNvPr>
              <p:cNvSpPr txBox="1"/>
              <p:nvPr/>
            </p:nvSpPr>
            <p:spPr>
              <a:xfrm>
                <a:off x="1998968" y="1648292"/>
                <a:ext cx="2706866" cy="851126"/>
              </a:xfrm>
              <a:prstGeom prst="roundRect">
                <a:avLst/>
              </a:prstGeom>
              <a:solidFill>
                <a:schemeClr val="accent1">
                  <a:alpha val="15000"/>
                </a:schemeClr>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algn="ctr" defTabSz="913765">
                  <a:defRPr sz="2000" b="1">
                    <a:solidFill>
                      <a:schemeClr val="bg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ct val="120000"/>
                  </a:lnSpc>
                </a:pPr>
                <a:r>
                  <a:rPr lang="sv-SE" altLang="zh-CN" sz="1500" err="1">
                    <a:solidFill>
                      <a:schemeClr val="tx1"/>
                    </a:solidFill>
                  </a:rPr>
                  <a:t>Confusion</a:t>
                </a:r>
                <a:r>
                  <a:rPr lang="sv-SE" altLang="zh-CN" sz="1500">
                    <a:solidFill>
                      <a:schemeClr val="tx1"/>
                    </a:solidFill>
                  </a:rPr>
                  <a:t> Over "</a:t>
                </a:r>
                <a:r>
                  <a:rPr lang="sv-SE" altLang="zh-CN" sz="1500" err="1">
                    <a:solidFill>
                      <a:schemeClr val="tx1"/>
                    </a:solidFill>
                  </a:rPr>
                  <a:t>Next</a:t>
                </a:r>
                <a:r>
                  <a:rPr lang="sv-SE" altLang="zh-CN" sz="1500">
                    <a:solidFill>
                      <a:schemeClr val="tx1"/>
                    </a:solidFill>
                  </a:rPr>
                  <a:t> Steps”</a:t>
                </a:r>
              </a:p>
            </p:txBody>
          </p:sp>
        </p:grpSp>
      </p:grpSp>
      <p:sp>
        <p:nvSpPr>
          <p:cNvPr id="52" name="圆角矩形 51">
            <a:extLst>
              <a:ext uri="{FF2B5EF4-FFF2-40B4-BE49-F238E27FC236}">
                <a16:creationId xmlns:a16="http://schemas.microsoft.com/office/drawing/2014/main" id="{D438C316-55A5-0318-26B6-0889A4822A41}"/>
              </a:ext>
            </a:extLst>
          </p:cNvPr>
          <p:cNvSpPr/>
          <p:nvPr/>
        </p:nvSpPr>
        <p:spPr>
          <a:xfrm>
            <a:off x="2803712" y="205077"/>
            <a:ext cx="6817658" cy="954741"/>
          </a:xfrm>
          <a:prstGeom prst="roundRect">
            <a:avLst/>
          </a:prstGeom>
          <a:solidFill>
            <a:srgbClr val="535B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sv-SE" altLang="zh-CN" sz="2800" b="1" err="1">
                <a:solidFill>
                  <a:schemeClr val="bg1"/>
                </a:solidFill>
              </a:rPr>
              <a:t>How</a:t>
            </a:r>
            <a:r>
              <a:rPr lang="sv-SE" altLang="zh-CN" sz="2800" b="1">
                <a:solidFill>
                  <a:schemeClr val="bg1"/>
                </a:solidFill>
              </a:rPr>
              <a:t> the</a:t>
            </a:r>
            <a:r>
              <a:rPr lang="zh-CN" altLang="en-US" sz="2800" b="1">
                <a:solidFill>
                  <a:schemeClr val="bg1"/>
                </a:solidFill>
              </a:rPr>
              <a:t> </a:t>
            </a:r>
            <a:r>
              <a:rPr lang="en-US" altLang="zh-CN" sz="2800" b="1" err="1">
                <a:solidFill>
                  <a:schemeClr val="bg1"/>
                </a:solidFill>
              </a:rPr>
              <a:t>AuraRA</a:t>
            </a:r>
            <a:r>
              <a:rPr lang="zh-CN" altLang="en-US" sz="2800" b="1">
                <a:solidFill>
                  <a:schemeClr val="bg1"/>
                </a:solidFill>
              </a:rPr>
              <a:t> </a:t>
            </a:r>
            <a:r>
              <a:rPr lang="en-US" altLang="zh-CN" sz="2800" b="1">
                <a:solidFill>
                  <a:schemeClr val="bg1"/>
                </a:solidFill>
              </a:rPr>
              <a:t>solve</a:t>
            </a:r>
            <a:r>
              <a:rPr lang="zh-CN" altLang="en-US" sz="2800" b="1">
                <a:solidFill>
                  <a:schemeClr val="bg1"/>
                </a:solidFill>
              </a:rPr>
              <a:t> </a:t>
            </a:r>
            <a:r>
              <a:rPr lang="en-US" altLang="zh-CN" sz="2800" b="1">
                <a:solidFill>
                  <a:schemeClr val="bg1"/>
                </a:solidFill>
              </a:rPr>
              <a:t>the problems?</a:t>
            </a:r>
            <a:endParaRPr kumimoji="1" lang="zh-CN" altLang="en-US" sz="2800" b="1">
              <a:solidFill>
                <a:schemeClr val="bg1"/>
              </a:solidFill>
            </a:endParaRPr>
          </a:p>
        </p:txBody>
      </p:sp>
      <p:sp>
        <p:nvSpPr>
          <p:cNvPr id="2" name="TextBox 1">
            <a:extLst>
              <a:ext uri="{FF2B5EF4-FFF2-40B4-BE49-F238E27FC236}">
                <a16:creationId xmlns:a16="http://schemas.microsoft.com/office/drawing/2014/main" id="{5EC70786-1E7E-DBAF-8220-56EB5C108B39}"/>
              </a:ext>
            </a:extLst>
          </p:cNvPr>
          <p:cNvSpPr txBox="1"/>
          <p:nvPr/>
        </p:nvSpPr>
        <p:spPr>
          <a:xfrm>
            <a:off x="4449142" y="1414888"/>
            <a:ext cx="3402841" cy="7914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lnSpc>
                <a:spcPct val="110000"/>
              </a:lnSpc>
              <a:buFont typeface="Arial,Sans-Serif"/>
              <a:buChar char="•"/>
            </a:pPr>
            <a:r>
              <a:rPr lang="sv-SE" sz="1400">
                <a:ea typeface="Calibri"/>
                <a:cs typeface="Calibri"/>
              </a:rPr>
              <a:t>At-</a:t>
            </a:r>
            <a:r>
              <a:rPr lang="sv-SE" sz="1400" err="1">
                <a:ea typeface="Calibri"/>
                <a:cs typeface="Calibri"/>
              </a:rPr>
              <a:t>home</a:t>
            </a:r>
            <a:r>
              <a:rPr lang="sv-SE" sz="1400">
                <a:ea typeface="Calibri"/>
                <a:cs typeface="Calibri"/>
              </a:rPr>
              <a:t> screening</a:t>
            </a:r>
          </a:p>
          <a:p>
            <a:pPr marL="171450" indent="-171450">
              <a:lnSpc>
                <a:spcPct val="110000"/>
              </a:lnSpc>
              <a:buFont typeface="Arial,Sans-Serif"/>
              <a:buChar char="•"/>
            </a:pPr>
            <a:r>
              <a:rPr lang="sv-SE" sz="1400">
                <a:ea typeface="+mn-lt"/>
                <a:cs typeface="+mn-lt"/>
              </a:rPr>
              <a:t>Reflexing for </a:t>
            </a:r>
            <a:r>
              <a:rPr lang="sv-SE" sz="1400" err="1">
                <a:ea typeface="+mn-lt"/>
                <a:cs typeface="+mn-lt"/>
              </a:rPr>
              <a:t>immediate</a:t>
            </a:r>
            <a:r>
              <a:rPr lang="sv-SE" sz="1400">
                <a:ea typeface="+mn-lt"/>
                <a:cs typeface="+mn-lt"/>
              </a:rPr>
              <a:t> progression and to </a:t>
            </a:r>
            <a:r>
              <a:rPr lang="sv-SE" sz="1400" err="1">
                <a:ea typeface="+mn-lt"/>
                <a:cs typeface="+mn-lt"/>
              </a:rPr>
              <a:t>reduce</a:t>
            </a:r>
            <a:r>
              <a:rPr lang="sv-SE" sz="1400">
                <a:ea typeface="+mn-lt"/>
                <a:cs typeface="+mn-lt"/>
              </a:rPr>
              <a:t> </a:t>
            </a:r>
            <a:r>
              <a:rPr lang="sv-SE" sz="1400" err="1">
                <a:ea typeface="+mn-lt"/>
                <a:cs typeface="+mn-lt"/>
              </a:rPr>
              <a:t>unnecessary</a:t>
            </a:r>
            <a:r>
              <a:rPr lang="sv-SE" sz="1400">
                <a:ea typeface="+mn-lt"/>
                <a:cs typeface="+mn-lt"/>
              </a:rPr>
              <a:t> </a:t>
            </a:r>
            <a:r>
              <a:rPr lang="sv-SE" sz="1400" err="1">
                <a:ea typeface="+mn-lt"/>
                <a:cs typeface="+mn-lt"/>
              </a:rPr>
              <a:t>testing</a:t>
            </a:r>
            <a:endParaRPr lang="en-US" sz="2000"/>
          </a:p>
        </p:txBody>
      </p:sp>
      <p:sp>
        <p:nvSpPr>
          <p:cNvPr id="3" name="TextBox 2">
            <a:extLst>
              <a:ext uri="{FF2B5EF4-FFF2-40B4-BE49-F238E27FC236}">
                <a16:creationId xmlns:a16="http://schemas.microsoft.com/office/drawing/2014/main" id="{4DC9FD60-9EE4-F969-485D-38E8122D8E61}"/>
              </a:ext>
            </a:extLst>
          </p:cNvPr>
          <p:cNvSpPr txBox="1"/>
          <p:nvPr/>
        </p:nvSpPr>
        <p:spPr>
          <a:xfrm>
            <a:off x="4449143" y="2665824"/>
            <a:ext cx="3402841" cy="55444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lnSpc>
                <a:spcPct val="110000"/>
              </a:lnSpc>
              <a:buFont typeface="Arial,Sans-Serif"/>
              <a:buChar char="•"/>
            </a:pPr>
            <a:r>
              <a:rPr lang="sv-SE" sz="1400">
                <a:ea typeface="Calibri"/>
                <a:cs typeface="Calibri"/>
              </a:rPr>
              <a:t>Sending home screening </a:t>
            </a:r>
            <a:r>
              <a:rPr lang="sv-SE" sz="1400" err="1">
                <a:ea typeface="Calibri"/>
                <a:cs typeface="Calibri"/>
              </a:rPr>
              <a:t>results</a:t>
            </a:r>
            <a:r>
              <a:rPr lang="sv-SE" sz="1400">
                <a:ea typeface="Calibri"/>
                <a:cs typeface="Calibri"/>
              </a:rPr>
              <a:t> to HIS</a:t>
            </a:r>
            <a:endParaRPr lang="en-US" sz="1400">
              <a:ea typeface="Calibri"/>
              <a:cs typeface="Calibri"/>
            </a:endParaRPr>
          </a:p>
          <a:p>
            <a:pPr marL="171450" indent="-171450">
              <a:lnSpc>
                <a:spcPct val="110000"/>
              </a:lnSpc>
              <a:buFont typeface="Arial,Sans-Serif"/>
              <a:buChar char="•"/>
            </a:pPr>
            <a:r>
              <a:rPr lang="sv-SE" sz="1400" err="1">
                <a:ea typeface="+mn-lt"/>
                <a:cs typeface="+mn-lt"/>
              </a:rPr>
              <a:t>Unified</a:t>
            </a:r>
            <a:r>
              <a:rPr lang="sv-SE" sz="1400">
                <a:ea typeface="+mn-lt"/>
                <a:cs typeface="+mn-lt"/>
              </a:rPr>
              <a:t>, </a:t>
            </a:r>
            <a:r>
              <a:rPr lang="sv-SE" sz="1400" err="1">
                <a:ea typeface="+mn-lt"/>
                <a:cs typeface="+mn-lt"/>
              </a:rPr>
              <a:t>automated</a:t>
            </a:r>
            <a:r>
              <a:rPr lang="sv-SE" sz="1400">
                <a:ea typeface="+mn-lt"/>
                <a:cs typeface="+mn-lt"/>
              </a:rPr>
              <a:t> AI-led workflow</a:t>
            </a:r>
            <a:endParaRPr lang="sv-SE" sz="1400">
              <a:ea typeface="Calibri"/>
              <a:cs typeface="Calibri"/>
            </a:endParaRPr>
          </a:p>
        </p:txBody>
      </p:sp>
      <p:sp>
        <p:nvSpPr>
          <p:cNvPr id="4" name="TextBox 3">
            <a:extLst>
              <a:ext uri="{FF2B5EF4-FFF2-40B4-BE49-F238E27FC236}">
                <a16:creationId xmlns:a16="http://schemas.microsoft.com/office/drawing/2014/main" id="{16448FF1-3E6B-B1F6-4B44-E3FE6349C749}"/>
              </a:ext>
            </a:extLst>
          </p:cNvPr>
          <p:cNvSpPr txBox="1"/>
          <p:nvPr/>
        </p:nvSpPr>
        <p:spPr>
          <a:xfrm>
            <a:off x="4497861" y="3633464"/>
            <a:ext cx="3402841" cy="7914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lnSpc>
                <a:spcPct val="110000"/>
              </a:lnSpc>
              <a:buFont typeface="Arial,Sans-Serif"/>
              <a:buChar char="•"/>
            </a:pPr>
            <a:r>
              <a:rPr lang="sv-SE" sz="1400" err="1">
                <a:ea typeface="+mn-lt"/>
                <a:cs typeface="+mn-lt"/>
              </a:rPr>
              <a:t>Converts</a:t>
            </a:r>
            <a:r>
              <a:rPr lang="sv-SE" sz="1400">
                <a:ea typeface="+mn-lt"/>
                <a:cs typeface="+mn-lt"/>
              </a:rPr>
              <a:t> </a:t>
            </a:r>
            <a:r>
              <a:rPr lang="sv-SE" sz="1400" err="1">
                <a:ea typeface="+mn-lt"/>
                <a:cs typeface="+mn-lt"/>
              </a:rPr>
              <a:t>subjective</a:t>
            </a:r>
            <a:r>
              <a:rPr lang="sv-SE" sz="1400">
                <a:ea typeface="+mn-lt"/>
                <a:cs typeface="+mn-lt"/>
              </a:rPr>
              <a:t> patient </a:t>
            </a:r>
            <a:r>
              <a:rPr lang="sv-SE" sz="1400" err="1">
                <a:ea typeface="+mn-lt"/>
                <a:cs typeface="+mn-lt"/>
              </a:rPr>
              <a:t>experiences</a:t>
            </a:r>
            <a:r>
              <a:rPr lang="sv-SE" sz="1400">
                <a:ea typeface="+mn-lt"/>
                <a:cs typeface="+mn-lt"/>
              </a:rPr>
              <a:t> </a:t>
            </a:r>
            <a:r>
              <a:rPr lang="sv-SE" sz="1400" err="1">
                <a:ea typeface="+mn-lt"/>
                <a:cs typeface="+mn-lt"/>
              </a:rPr>
              <a:t>into</a:t>
            </a:r>
            <a:r>
              <a:rPr lang="sv-SE" sz="1400">
                <a:ea typeface="+mn-lt"/>
                <a:cs typeface="+mn-lt"/>
              </a:rPr>
              <a:t> </a:t>
            </a:r>
            <a:r>
              <a:rPr lang="sv-SE" sz="1400" err="1">
                <a:ea typeface="+mn-lt"/>
                <a:cs typeface="+mn-lt"/>
              </a:rPr>
              <a:t>objective</a:t>
            </a:r>
            <a:r>
              <a:rPr lang="sv-SE" sz="1400">
                <a:ea typeface="+mn-lt"/>
                <a:cs typeface="+mn-lt"/>
              </a:rPr>
              <a:t>, AI-</a:t>
            </a:r>
            <a:r>
              <a:rPr lang="sv-SE" sz="1400" err="1">
                <a:ea typeface="+mn-lt"/>
                <a:cs typeface="+mn-lt"/>
              </a:rPr>
              <a:t>analyzed</a:t>
            </a:r>
            <a:r>
              <a:rPr lang="sv-SE" sz="1400">
                <a:ea typeface="+mn-lt"/>
                <a:cs typeface="+mn-lt"/>
              </a:rPr>
              <a:t> data </a:t>
            </a:r>
            <a:r>
              <a:rPr lang="sv-SE" sz="1400" err="1">
                <a:ea typeface="+mn-lt"/>
                <a:cs typeface="+mn-lt"/>
              </a:rPr>
              <a:t>points</a:t>
            </a:r>
            <a:r>
              <a:rPr lang="sv-SE" sz="1400">
                <a:ea typeface="Calibri"/>
                <a:cs typeface="Calibri"/>
              </a:rPr>
              <a:t> </a:t>
            </a:r>
          </a:p>
          <a:p>
            <a:pPr marL="171450" indent="-171450">
              <a:lnSpc>
                <a:spcPct val="110000"/>
              </a:lnSpc>
              <a:buFont typeface="Arial,Sans-Serif"/>
              <a:buChar char="•"/>
            </a:pPr>
            <a:r>
              <a:rPr lang="sv-SE" sz="1400" err="1">
                <a:ea typeface="Calibri"/>
                <a:cs typeface="Calibri"/>
              </a:rPr>
              <a:t>Shift</a:t>
            </a:r>
            <a:r>
              <a:rPr lang="sv-SE" sz="1400">
                <a:ea typeface="Calibri"/>
                <a:cs typeface="Calibri"/>
              </a:rPr>
              <a:t> to </a:t>
            </a:r>
            <a:r>
              <a:rPr lang="sv-SE" sz="1400" err="1">
                <a:ea typeface="Calibri"/>
                <a:cs typeface="Calibri"/>
              </a:rPr>
              <a:t>quantitative</a:t>
            </a:r>
            <a:r>
              <a:rPr lang="sv-SE" sz="1400">
                <a:ea typeface="Calibri"/>
                <a:cs typeface="Calibri"/>
              </a:rPr>
              <a:t> </a:t>
            </a:r>
            <a:r>
              <a:rPr lang="sv-SE" sz="1400" err="1">
                <a:ea typeface="Calibri"/>
                <a:cs typeface="Calibri"/>
              </a:rPr>
              <a:t>value</a:t>
            </a:r>
            <a:r>
              <a:rPr lang="sv-SE" sz="1400">
                <a:ea typeface="Calibri"/>
                <a:cs typeface="Calibri"/>
              </a:rPr>
              <a:t> in </a:t>
            </a:r>
            <a:r>
              <a:rPr lang="sv-SE" sz="1400" err="1">
                <a:ea typeface="Calibri"/>
                <a:cs typeface="Calibri"/>
              </a:rPr>
              <a:t>serology</a:t>
            </a:r>
            <a:r>
              <a:rPr lang="sv-SE" sz="1400">
                <a:ea typeface="Calibri"/>
                <a:cs typeface="Calibri"/>
              </a:rPr>
              <a:t> test</a:t>
            </a:r>
          </a:p>
        </p:txBody>
      </p:sp>
      <p:sp>
        <p:nvSpPr>
          <p:cNvPr id="5" name="TextBox 4">
            <a:extLst>
              <a:ext uri="{FF2B5EF4-FFF2-40B4-BE49-F238E27FC236}">
                <a16:creationId xmlns:a16="http://schemas.microsoft.com/office/drawing/2014/main" id="{06264B75-7047-B792-8DA6-5164D234E0FC}"/>
              </a:ext>
            </a:extLst>
          </p:cNvPr>
          <p:cNvSpPr txBox="1"/>
          <p:nvPr/>
        </p:nvSpPr>
        <p:spPr>
          <a:xfrm>
            <a:off x="4449142" y="4838093"/>
            <a:ext cx="3402841" cy="55438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lnSpc>
                <a:spcPct val="110000"/>
              </a:lnSpc>
              <a:buFont typeface="Arial"/>
              <a:buChar char="•"/>
            </a:pPr>
            <a:r>
              <a:rPr lang="sv-SE" sz="1400" err="1">
                <a:ea typeface="Calibri"/>
                <a:cs typeface="Calibri"/>
              </a:rPr>
              <a:t>Automate</a:t>
            </a:r>
            <a:r>
              <a:rPr lang="sv-SE" sz="1400">
                <a:ea typeface="Calibri"/>
                <a:cs typeface="Calibri"/>
              </a:rPr>
              <a:t> </a:t>
            </a:r>
            <a:r>
              <a:rPr lang="sv-SE" sz="1400" err="1">
                <a:ea typeface="Calibri"/>
                <a:cs typeface="Calibri"/>
              </a:rPr>
              <a:t>pathways</a:t>
            </a:r>
            <a:endParaRPr lang="sv-SE" sz="1400">
              <a:ea typeface="Calibri"/>
              <a:cs typeface="Calibri"/>
            </a:endParaRPr>
          </a:p>
          <a:p>
            <a:pPr marL="171450" indent="-171450">
              <a:lnSpc>
                <a:spcPct val="110000"/>
              </a:lnSpc>
              <a:buFont typeface="Arial"/>
              <a:buChar char="•"/>
            </a:pPr>
            <a:r>
              <a:rPr lang="sv-SE" sz="1400" err="1">
                <a:ea typeface="Calibri"/>
                <a:cs typeface="Calibri"/>
              </a:rPr>
              <a:t>Targeted</a:t>
            </a:r>
            <a:r>
              <a:rPr lang="sv-SE" sz="1400">
                <a:ea typeface="Calibri"/>
                <a:cs typeface="Calibri"/>
              </a:rPr>
              <a:t> </a:t>
            </a:r>
            <a:r>
              <a:rPr lang="sv-SE" sz="1400" err="1">
                <a:ea typeface="Calibri"/>
                <a:cs typeface="Calibri"/>
              </a:rPr>
              <a:t>testing</a:t>
            </a:r>
            <a:r>
              <a:rPr lang="sv-SE" sz="1400">
                <a:ea typeface="Calibri"/>
                <a:cs typeface="Calibri"/>
              </a:rPr>
              <a:t> </a:t>
            </a:r>
            <a:r>
              <a:rPr lang="sv-SE" sz="1400" err="1">
                <a:ea typeface="Calibri"/>
                <a:cs typeface="Calibri"/>
              </a:rPr>
              <a:t>based</a:t>
            </a:r>
            <a:r>
              <a:rPr lang="sv-SE" sz="1400">
                <a:ea typeface="Calibri"/>
                <a:cs typeface="Calibri"/>
              </a:rPr>
              <a:t> on risk-</a:t>
            </a:r>
            <a:r>
              <a:rPr lang="sv-SE" sz="1400" err="1">
                <a:ea typeface="Calibri"/>
                <a:cs typeface="Calibri"/>
              </a:rPr>
              <a:t>probability</a:t>
            </a:r>
            <a:endParaRPr lang="en-US" sz="1400">
              <a:ea typeface="Calibri"/>
              <a:cs typeface="Calibri"/>
            </a:endParaRPr>
          </a:p>
        </p:txBody>
      </p:sp>
      <p:pic>
        <p:nvPicPr>
          <p:cNvPr id="7" name="图片 6" descr="图形用户界面, 应用程序, Teams&#10;&#10;AI 生成的内容可能不正确。">
            <a:extLst>
              <a:ext uri="{FF2B5EF4-FFF2-40B4-BE49-F238E27FC236}">
                <a16:creationId xmlns:a16="http://schemas.microsoft.com/office/drawing/2014/main" id="{D90017F2-17AF-FE9D-285F-36810C4AE5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68499" y="1370060"/>
            <a:ext cx="4274057" cy="2108029"/>
          </a:xfrm>
          <a:prstGeom prst="rect">
            <a:avLst/>
          </a:prstGeom>
          <a:ln>
            <a:solidFill>
              <a:srgbClr val="560E39"/>
            </a:solidFill>
          </a:ln>
          <a:effectLst>
            <a:outerShdw blurRad="50800" dist="38100" dir="2700000" algn="tl" rotWithShape="0">
              <a:prstClr val="black">
                <a:alpha val="40000"/>
              </a:prstClr>
            </a:outerShdw>
          </a:effectLst>
        </p:spPr>
      </p:pic>
      <p:pic>
        <p:nvPicPr>
          <p:cNvPr id="6" name="图片 5" descr="图形用户界面, 应用程序&#10;&#10;AI 生成的内容可能不正确。">
            <a:extLst>
              <a:ext uri="{FF2B5EF4-FFF2-40B4-BE49-F238E27FC236}">
                <a16:creationId xmlns:a16="http://schemas.microsoft.com/office/drawing/2014/main" id="{48178870-F8BF-3DB3-64CA-9256CA715D59}"/>
              </a:ext>
            </a:extLst>
          </p:cNvPr>
          <p:cNvPicPr>
            <a:picLocks noChangeAspect="1"/>
          </p:cNvPicPr>
          <p:nvPr/>
        </p:nvPicPr>
        <p:blipFill>
          <a:blip r:embed="rId4"/>
          <a:stretch>
            <a:fillRect/>
          </a:stretch>
        </p:blipFill>
        <p:spPr>
          <a:xfrm>
            <a:off x="9158252" y="3721837"/>
            <a:ext cx="2773495" cy="2232512"/>
          </a:xfrm>
          <a:prstGeom prst="rect">
            <a:avLst/>
          </a:prstGeom>
          <a:ln>
            <a:solidFill>
              <a:srgbClr val="560E39"/>
            </a:solidFill>
          </a:ln>
          <a:effectLst>
            <a:outerShdw blurRad="50800" dist="38100" dir="2700000" algn="tl" rotWithShape="0">
              <a:prstClr val="black">
                <a:alpha val="40000"/>
              </a:prstClr>
            </a:outerShdw>
          </a:effectLst>
        </p:spPr>
      </p:pic>
      <p:pic>
        <p:nvPicPr>
          <p:cNvPr id="11" name="图片 10" descr="图形用户界面, 应用程序, 聊天或短信&#10;&#10;AI 生成的内容可能不正确。">
            <a:extLst>
              <a:ext uri="{FF2B5EF4-FFF2-40B4-BE49-F238E27FC236}">
                <a16:creationId xmlns:a16="http://schemas.microsoft.com/office/drawing/2014/main" id="{434BEE79-7357-7DBD-3F12-46059DA860BA}"/>
              </a:ext>
            </a:extLst>
          </p:cNvPr>
          <p:cNvPicPr>
            <a:picLocks noChangeAspect="1"/>
          </p:cNvPicPr>
          <p:nvPr/>
        </p:nvPicPr>
        <p:blipFill>
          <a:blip r:embed="rId5">
            <a:extLst>
              <a:ext uri="{28A0092B-C50C-407E-A947-70E740481C1C}">
                <a14:useLocalDpi xmlns:a14="http://schemas.microsoft.com/office/drawing/2010/main" val="0"/>
              </a:ext>
            </a:extLst>
          </a:blip>
          <a:srcRect l="2599"/>
          <a:stretch>
            <a:fillRect/>
          </a:stretch>
        </p:blipFill>
        <p:spPr>
          <a:xfrm>
            <a:off x="6668086" y="5431309"/>
            <a:ext cx="2261144" cy="1375274"/>
          </a:xfrm>
          <a:prstGeom prst="rect">
            <a:avLst/>
          </a:prstGeom>
          <a:ln>
            <a:solidFill>
              <a:srgbClr val="560E39"/>
            </a:solidFill>
          </a:ln>
          <a:effectLst>
            <a:outerShdw blurRad="50800" dist="38100" dir="2700000" algn="tl" rotWithShape="0">
              <a:prstClr val="black">
                <a:alpha val="40000"/>
              </a:prstClr>
            </a:outerShdw>
          </a:effectLst>
        </p:spPr>
      </p:pic>
      <p:pic>
        <p:nvPicPr>
          <p:cNvPr id="13" name="图片 12" descr="图形用户界面, 应用程序&#10;&#10;AI 生成的内容可能不正确。">
            <a:extLst>
              <a:ext uri="{FF2B5EF4-FFF2-40B4-BE49-F238E27FC236}">
                <a16:creationId xmlns:a16="http://schemas.microsoft.com/office/drawing/2014/main" id="{E632D9E0-2DA6-16DA-B73C-E1DF7AF050D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527327" y="5546187"/>
            <a:ext cx="2996588" cy="1234075"/>
          </a:xfrm>
          <a:prstGeom prst="rect">
            <a:avLst/>
          </a:prstGeom>
          <a:ln>
            <a:solidFill>
              <a:srgbClr val="560E39"/>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2196843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5DA467-0079-195F-84D8-BBE27323EB23}"/>
            </a:ext>
          </a:extLst>
        </p:cNvPr>
        <p:cNvGrpSpPr/>
        <p:nvPr/>
      </p:nvGrpSpPr>
      <p:grpSpPr>
        <a:xfrm>
          <a:off x="0" y="0"/>
          <a:ext cx="0" cy="0"/>
          <a:chOff x="0" y="0"/>
          <a:chExt cx="0" cy="0"/>
        </a:xfrm>
      </p:grpSpPr>
      <p:sp>
        <p:nvSpPr>
          <p:cNvPr id="12" name="圆角矩形 11">
            <a:extLst>
              <a:ext uri="{FF2B5EF4-FFF2-40B4-BE49-F238E27FC236}">
                <a16:creationId xmlns:a16="http://schemas.microsoft.com/office/drawing/2014/main" id="{05119BA1-B93D-7AE6-C47F-D3515D8A52A4}"/>
              </a:ext>
            </a:extLst>
          </p:cNvPr>
          <p:cNvSpPr/>
          <p:nvPr/>
        </p:nvSpPr>
        <p:spPr>
          <a:xfrm>
            <a:off x="2369961" y="205077"/>
            <a:ext cx="6817658" cy="954741"/>
          </a:xfrm>
          <a:prstGeom prst="roundRect">
            <a:avLst/>
          </a:prstGeom>
          <a:solidFill>
            <a:srgbClr val="535B6E"/>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ltLang="zh-CN" sz="2800" b="1">
                <a:solidFill>
                  <a:schemeClr val="bg1"/>
                </a:solidFill>
                <a:ea typeface="等线"/>
              </a:rPr>
              <a:t>Roadmap: How to make it in practice</a:t>
            </a:r>
            <a:endParaRPr kumimoji="1" lang="zh-CN" altLang="en-US" sz="2800" b="1">
              <a:solidFill>
                <a:schemeClr val="bg1"/>
              </a:solidFill>
              <a:ea typeface="等线"/>
            </a:endParaRPr>
          </a:p>
        </p:txBody>
      </p:sp>
      <p:graphicFrame>
        <p:nvGraphicFramePr>
          <p:cNvPr id="18" name="Diagram 17">
            <a:extLst>
              <a:ext uri="{FF2B5EF4-FFF2-40B4-BE49-F238E27FC236}">
                <a16:creationId xmlns:a16="http://schemas.microsoft.com/office/drawing/2014/main" id="{E34C8874-ECC1-885D-3047-352686433CAD}"/>
              </a:ext>
            </a:extLst>
          </p:cNvPr>
          <p:cNvGraphicFramePr/>
          <p:nvPr>
            <p:extLst>
              <p:ext uri="{D42A27DB-BD31-4B8C-83A1-F6EECF244321}">
                <p14:modId xmlns:p14="http://schemas.microsoft.com/office/powerpoint/2010/main" val="401145218"/>
              </p:ext>
            </p:extLst>
          </p:nvPr>
        </p:nvGraphicFramePr>
        <p:xfrm>
          <a:off x="1203809" y="1153761"/>
          <a:ext cx="10147194" cy="560157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2235" name="Picture 2234" descr="Application, connection, database, software, system icon - Download on ...">
            <a:extLst>
              <a:ext uri="{FF2B5EF4-FFF2-40B4-BE49-F238E27FC236}">
                <a16:creationId xmlns:a16="http://schemas.microsoft.com/office/drawing/2014/main" id="{285979FC-F2B2-F22F-BBA8-D362015ACEAB}"/>
              </a:ext>
            </a:extLst>
          </p:cNvPr>
          <p:cNvPicPr>
            <a:picLocks noChangeAspect="1"/>
          </p:cNvPicPr>
          <p:nvPr/>
        </p:nvPicPr>
        <p:blipFill>
          <a:blip r:embed="rId8"/>
          <a:stretch>
            <a:fillRect/>
          </a:stretch>
        </p:blipFill>
        <p:spPr>
          <a:xfrm>
            <a:off x="5543544" y="5613395"/>
            <a:ext cx="550522" cy="514192"/>
          </a:xfrm>
          <a:prstGeom prst="rect">
            <a:avLst/>
          </a:prstGeom>
        </p:spPr>
      </p:pic>
      <p:pic>
        <p:nvPicPr>
          <p:cNvPr id="2236" name="Picture 2235" descr="Doctor, healthcare, physician, surgeon, hospital, clinician, medical ...">
            <a:extLst>
              <a:ext uri="{FF2B5EF4-FFF2-40B4-BE49-F238E27FC236}">
                <a16:creationId xmlns:a16="http://schemas.microsoft.com/office/drawing/2014/main" id="{DA3342E5-A2CA-5ECA-4357-71DFEACF8363}"/>
              </a:ext>
            </a:extLst>
          </p:cNvPr>
          <p:cNvPicPr>
            <a:picLocks noChangeAspect="1"/>
          </p:cNvPicPr>
          <p:nvPr/>
        </p:nvPicPr>
        <p:blipFill>
          <a:blip r:embed="rId9"/>
          <a:stretch>
            <a:fillRect/>
          </a:stretch>
        </p:blipFill>
        <p:spPr>
          <a:xfrm>
            <a:off x="3049158" y="1643386"/>
            <a:ext cx="688934" cy="625761"/>
          </a:xfrm>
          <a:prstGeom prst="rect">
            <a:avLst/>
          </a:prstGeom>
        </p:spPr>
      </p:pic>
      <p:pic>
        <p:nvPicPr>
          <p:cNvPr id="2237" name="Picture 2236" descr="Checkup, evaluation, monitoring, performance, test icon - Download on ...">
            <a:extLst>
              <a:ext uri="{FF2B5EF4-FFF2-40B4-BE49-F238E27FC236}">
                <a16:creationId xmlns:a16="http://schemas.microsoft.com/office/drawing/2014/main" id="{C370D617-28F8-7E90-67A6-956BF918B91B}"/>
              </a:ext>
            </a:extLst>
          </p:cNvPr>
          <p:cNvPicPr>
            <a:picLocks noChangeAspect="1"/>
          </p:cNvPicPr>
          <p:nvPr/>
        </p:nvPicPr>
        <p:blipFill>
          <a:blip r:embed="rId10"/>
          <a:stretch>
            <a:fillRect/>
          </a:stretch>
        </p:blipFill>
        <p:spPr>
          <a:xfrm>
            <a:off x="7199102" y="1722504"/>
            <a:ext cx="430061" cy="460833"/>
          </a:xfrm>
          <a:prstGeom prst="rect">
            <a:avLst/>
          </a:prstGeom>
        </p:spPr>
      </p:pic>
      <p:pic>
        <p:nvPicPr>
          <p:cNvPr id="2421" name="Picture 2420" descr="System Generic Outline Color icon">
            <a:extLst>
              <a:ext uri="{FF2B5EF4-FFF2-40B4-BE49-F238E27FC236}">
                <a16:creationId xmlns:a16="http://schemas.microsoft.com/office/drawing/2014/main" id="{7B23C4C0-C454-7BCF-053D-8F7A440AA262}"/>
              </a:ext>
            </a:extLst>
          </p:cNvPr>
          <p:cNvPicPr>
            <a:picLocks noChangeAspect="1"/>
          </p:cNvPicPr>
          <p:nvPr/>
        </p:nvPicPr>
        <p:blipFill>
          <a:blip r:embed="rId11"/>
          <a:stretch>
            <a:fillRect/>
          </a:stretch>
        </p:blipFill>
        <p:spPr>
          <a:xfrm>
            <a:off x="10105804" y="5616107"/>
            <a:ext cx="583871" cy="573975"/>
          </a:xfrm>
          <a:prstGeom prst="rect">
            <a:avLst/>
          </a:prstGeom>
        </p:spPr>
      </p:pic>
    </p:spTree>
    <p:extLst>
      <p:ext uri="{BB962C8B-B14F-4D97-AF65-F5344CB8AC3E}">
        <p14:creationId xmlns:p14="http://schemas.microsoft.com/office/powerpoint/2010/main" val="12618363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5D559C25-FC96-A63F-4178-638B16431D57}"/>
              </a:ext>
            </a:extLst>
          </p:cNvPr>
          <p:cNvGrpSpPr>
            <a:grpSpLocks noChangeAspect="1"/>
          </p:cNvGrpSpPr>
          <p:nvPr/>
        </p:nvGrpSpPr>
        <p:grpSpPr>
          <a:xfrm>
            <a:off x="893374" y="1740176"/>
            <a:ext cx="4422026" cy="3917674"/>
            <a:chOff x="4271574" y="2214762"/>
            <a:chExt cx="4422026" cy="3917674"/>
          </a:xfrm>
        </p:grpSpPr>
        <p:grpSp>
          <p:nvGrpSpPr>
            <p:cNvPr id="3" name="组合 2">
              <a:extLst>
                <a:ext uri="{FF2B5EF4-FFF2-40B4-BE49-F238E27FC236}">
                  <a16:creationId xmlns:a16="http://schemas.microsoft.com/office/drawing/2014/main" id="{C0E97EDE-7B4B-405C-37B0-F97AF6C208AB}"/>
                </a:ext>
              </a:extLst>
            </p:cNvPr>
            <p:cNvGrpSpPr/>
            <p:nvPr/>
          </p:nvGrpSpPr>
          <p:grpSpPr>
            <a:xfrm>
              <a:off x="5550665" y="2214762"/>
              <a:ext cx="1863845" cy="1282909"/>
              <a:chOff x="5550665" y="2214762"/>
              <a:chExt cx="1863845" cy="1282909"/>
            </a:xfrm>
          </p:grpSpPr>
          <p:sp>
            <p:nvSpPr>
              <p:cNvPr id="10" name="Bullet1">
                <a:extLst>
                  <a:ext uri="{FF2B5EF4-FFF2-40B4-BE49-F238E27FC236}">
                    <a16:creationId xmlns:a16="http://schemas.microsoft.com/office/drawing/2014/main" id="{E5CBCDFD-2297-40BD-22DE-0DBDA39D466C}"/>
                  </a:ext>
                </a:extLst>
              </p:cNvPr>
              <p:cNvSpPr/>
              <p:nvPr/>
            </p:nvSpPr>
            <p:spPr>
              <a:xfrm>
                <a:off x="5550665" y="2214762"/>
                <a:ext cx="1863845" cy="1282909"/>
              </a:xfrm>
              <a:custGeom>
                <a:avLst/>
                <a:gdLst>
                  <a:gd name="connsiteX0" fmla="*/ 849811 w 1699329"/>
                  <a:gd name="connsiteY0" fmla="*/ 0 h 1169671"/>
                  <a:gd name="connsiteX1" fmla="*/ 1111295 w 1699329"/>
                  <a:gd name="connsiteY1" fmla="*/ 150941 h 1169671"/>
                  <a:gd name="connsiteX2" fmla="*/ 1699329 w 1699329"/>
                  <a:gd name="connsiteY2" fmla="*/ 1169671 h 1169671"/>
                  <a:gd name="connsiteX3" fmla="*/ 0 w 1699329"/>
                  <a:gd name="connsiteY3" fmla="*/ 1169671 h 1169671"/>
                  <a:gd name="connsiteX4" fmla="*/ 588033 w 1699329"/>
                  <a:gd name="connsiteY4" fmla="*/ 150941 h 1169671"/>
                  <a:gd name="connsiteX5" fmla="*/ 849811 w 1699329"/>
                  <a:gd name="connsiteY5" fmla="*/ 0 h 116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9329" h="1169671">
                    <a:moveTo>
                      <a:pt x="849811" y="0"/>
                    </a:moveTo>
                    <a:cubicBezTo>
                      <a:pt x="951561" y="0"/>
                      <a:pt x="1053263" y="50314"/>
                      <a:pt x="1111295" y="150941"/>
                    </a:cubicBezTo>
                    <a:lnTo>
                      <a:pt x="1699329" y="1169671"/>
                    </a:lnTo>
                    <a:lnTo>
                      <a:pt x="0" y="1169671"/>
                    </a:lnTo>
                    <a:lnTo>
                      <a:pt x="588033" y="150941"/>
                    </a:lnTo>
                    <a:cubicBezTo>
                      <a:pt x="646260" y="50314"/>
                      <a:pt x="748060" y="0"/>
                      <a:pt x="849811" y="0"/>
                    </a:cubicBezTo>
                    <a:close/>
                  </a:path>
                </a:pathLst>
              </a:custGeom>
              <a:solidFill>
                <a:schemeClr val="accent1">
                  <a:alpha val="15000"/>
                </a:schemeClr>
              </a:solid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p>
                <a:pPr algn="ctr" defTabSz="914354"/>
                <a:r>
                  <a:rPr lang="en-US" altLang="zh-CN" b="1">
                    <a:solidFill>
                      <a:schemeClr val="tx1">
                        <a:lumMod val="85000"/>
                        <a:lumOff val="15000"/>
                      </a:schemeClr>
                    </a:solidFill>
                  </a:rPr>
                  <a:t> Medical</a:t>
                </a:r>
              </a:p>
              <a:p>
                <a:pPr algn="ctr" defTabSz="914354"/>
                <a:r>
                  <a:rPr lang="en-US" altLang="zh-CN" b="1">
                    <a:solidFill>
                      <a:schemeClr val="tx1">
                        <a:lumMod val="85000"/>
                        <a:lumOff val="15000"/>
                      </a:schemeClr>
                    </a:solidFill>
                  </a:rPr>
                  <a:t>Imaging</a:t>
                </a:r>
              </a:p>
            </p:txBody>
          </p:sp>
          <p:sp>
            <p:nvSpPr>
              <p:cNvPr id="11" name="íṥḷíḋê">
                <a:extLst>
                  <a:ext uri="{FF2B5EF4-FFF2-40B4-BE49-F238E27FC236}">
                    <a16:creationId xmlns:a16="http://schemas.microsoft.com/office/drawing/2014/main" id="{E4EA20B0-DD7A-E4C3-7834-29627F4EF2B6}"/>
                  </a:ext>
                </a:extLst>
              </p:cNvPr>
              <p:cNvSpPr/>
              <p:nvPr/>
            </p:nvSpPr>
            <p:spPr>
              <a:xfrm>
                <a:off x="5694426" y="2578103"/>
                <a:ext cx="440488" cy="44048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b="1"/>
                  <a:t>01</a:t>
                </a:r>
                <a:endParaRPr lang="zh-CN" altLang="en-US" b="1"/>
              </a:p>
            </p:txBody>
          </p:sp>
        </p:grpSp>
        <p:grpSp>
          <p:nvGrpSpPr>
            <p:cNvPr id="4" name="组合 3">
              <a:extLst>
                <a:ext uri="{FF2B5EF4-FFF2-40B4-BE49-F238E27FC236}">
                  <a16:creationId xmlns:a16="http://schemas.microsoft.com/office/drawing/2014/main" id="{A87E55F8-4D07-A4F0-B683-B89985D5CF92}"/>
                </a:ext>
              </a:extLst>
            </p:cNvPr>
            <p:cNvGrpSpPr/>
            <p:nvPr/>
          </p:nvGrpSpPr>
          <p:grpSpPr>
            <a:xfrm>
              <a:off x="4271574" y="4953305"/>
              <a:ext cx="4422026" cy="1179131"/>
              <a:chOff x="4271574" y="4953305"/>
              <a:chExt cx="4422026" cy="1179131"/>
            </a:xfrm>
          </p:grpSpPr>
          <p:sp>
            <p:nvSpPr>
              <p:cNvPr id="8" name="Bullet3">
                <a:extLst>
                  <a:ext uri="{FF2B5EF4-FFF2-40B4-BE49-F238E27FC236}">
                    <a16:creationId xmlns:a16="http://schemas.microsoft.com/office/drawing/2014/main" id="{C6ABCF0D-4F38-7C72-E814-BEC3C2D0B817}"/>
                  </a:ext>
                </a:extLst>
              </p:cNvPr>
              <p:cNvSpPr/>
              <p:nvPr/>
            </p:nvSpPr>
            <p:spPr>
              <a:xfrm>
                <a:off x="4271574" y="4953305"/>
                <a:ext cx="4422026" cy="1179131"/>
              </a:xfrm>
              <a:custGeom>
                <a:avLst/>
                <a:gdLst>
                  <a:gd name="connsiteX0" fmla="*/ 400130 w 4031708"/>
                  <a:gd name="connsiteY0" fmla="*/ 0 h 1075053"/>
                  <a:gd name="connsiteX1" fmla="*/ 3631579 w 4031708"/>
                  <a:gd name="connsiteY1" fmla="*/ 0 h 1075053"/>
                  <a:gd name="connsiteX2" fmla="*/ 3990688 w 4031708"/>
                  <a:gd name="connsiteY2" fmla="*/ 622133 h 1075053"/>
                  <a:gd name="connsiteX3" fmla="*/ 3812020 w 4031708"/>
                  <a:gd name="connsiteY3" fmla="*/ 1063847 h 1075053"/>
                  <a:gd name="connsiteX4" fmla="*/ 3729256 w 4031708"/>
                  <a:gd name="connsiteY4" fmla="*/ 1075053 h 1075053"/>
                  <a:gd name="connsiteX5" fmla="*/ 302453 w 4031708"/>
                  <a:gd name="connsiteY5" fmla="*/ 1075053 h 1075053"/>
                  <a:gd name="connsiteX6" fmla="*/ 219688 w 4031708"/>
                  <a:gd name="connsiteY6" fmla="*/ 1063847 h 1075053"/>
                  <a:gd name="connsiteX7" fmla="*/ 41021 w 4031708"/>
                  <a:gd name="connsiteY7" fmla="*/ 622133 h 1075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31708" h="1075053">
                    <a:moveTo>
                      <a:pt x="400130" y="0"/>
                    </a:moveTo>
                    <a:lnTo>
                      <a:pt x="3631579" y="0"/>
                    </a:lnTo>
                    <a:lnTo>
                      <a:pt x="3990688" y="622133"/>
                    </a:lnTo>
                    <a:cubicBezTo>
                      <a:pt x="4092585" y="798231"/>
                      <a:pt x="3994022" y="1012925"/>
                      <a:pt x="3812020" y="1063847"/>
                    </a:cubicBezTo>
                    <a:lnTo>
                      <a:pt x="3729256" y="1075053"/>
                    </a:lnTo>
                    <a:lnTo>
                      <a:pt x="302453" y="1075053"/>
                    </a:lnTo>
                    <a:lnTo>
                      <a:pt x="219688" y="1063847"/>
                    </a:lnTo>
                    <a:cubicBezTo>
                      <a:pt x="37687" y="1012925"/>
                      <a:pt x="-60877" y="798231"/>
                      <a:pt x="41021" y="622133"/>
                    </a:cubicBezTo>
                    <a:close/>
                  </a:path>
                </a:pathLst>
              </a:custGeom>
              <a:solidFill>
                <a:schemeClr val="accent1">
                  <a:alpha val="15000"/>
                </a:schemeClr>
              </a:solidFill>
              <a:ln w="76200" cap="rnd">
                <a:noFill/>
                <a:round/>
              </a:ln>
            </p:spPr>
            <p:style>
              <a:lnRef idx="1">
                <a:schemeClr val="accent1"/>
              </a:lnRef>
              <a:fillRef idx="0">
                <a:schemeClr val="accent1"/>
              </a:fillRef>
              <a:effectRef idx="0">
                <a:schemeClr val="accent1"/>
              </a:effectRef>
              <a:fontRef idx="minor">
                <a:schemeClr val="tx1"/>
              </a:fontRef>
            </p:style>
            <p:txBody>
              <a:bodyPr wrap="square" rtlCol="0" anchor="ctr">
                <a:normAutofit/>
              </a:bodyPr>
              <a:lstStyle/>
              <a:p>
                <a:pPr algn="ctr"/>
                <a:r>
                  <a:rPr lang="en-US" altLang="zh-CN" b="1">
                    <a:solidFill>
                      <a:schemeClr val="tx1">
                        <a:lumMod val="85000"/>
                        <a:lumOff val="15000"/>
                      </a:schemeClr>
                    </a:solidFill>
                  </a:rPr>
                  <a:t>Update predictive model by real data</a:t>
                </a:r>
              </a:p>
            </p:txBody>
          </p:sp>
          <p:sp>
            <p:nvSpPr>
              <p:cNvPr id="9" name="iṡḷidé">
                <a:extLst>
                  <a:ext uri="{FF2B5EF4-FFF2-40B4-BE49-F238E27FC236}">
                    <a16:creationId xmlns:a16="http://schemas.microsoft.com/office/drawing/2014/main" id="{8DF17754-31FF-7C35-D434-E9C8617BEE59}"/>
                  </a:ext>
                </a:extLst>
              </p:cNvPr>
              <p:cNvSpPr/>
              <p:nvPr/>
            </p:nvSpPr>
            <p:spPr>
              <a:xfrm>
                <a:off x="4271574" y="5160787"/>
                <a:ext cx="440488" cy="44048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b="1"/>
                  <a:t>03</a:t>
                </a:r>
                <a:endParaRPr lang="zh-CN" altLang="en-US" b="1"/>
              </a:p>
            </p:txBody>
          </p:sp>
        </p:grpSp>
        <p:grpSp>
          <p:nvGrpSpPr>
            <p:cNvPr id="5" name="组合 4">
              <a:extLst>
                <a:ext uri="{FF2B5EF4-FFF2-40B4-BE49-F238E27FC236}">
                  <a16:creationId xmlns:a16="http://schemas.microsoft.com/office/drawing/2014/main" id="{42FD620B-6C4E-E18F-495D-23E8D30BE16F}"/>
                </a:ext>
              </a:extLst>
            </p:cNvPr>
            <p:cNvGrpSpPr/>
            <p:nvPr/>
          </p:nvGrpSpPr>
          <p:grpSpPr>
            <a:xfrm>
              <a:off x="4760292" y="3584033"/>
              <a:ext cx="3444592" cy="1282909"/>
              <a:chOff x="4760292" y="3584033"/>
              <a:chExt cx="3444592" cy="1282909"/>
            </a:xfrm>
          </p:grpSpPr>
          <p:sp>
            <p:nvSpPr>
              <p:cNvPr id="6" name="Bullet2">
                <a:extLst>
                  <a:ext uri="{FF2B5EF4-FFF2-40B4-BE49-F238E27FC236}">
                    <a16:creationId xmlns:a16="http://schemas.microsoft.com/office/drawing/2014/main" id="{A77CD7F1-FF0D-DDD6-904B-50A11C0AA379}"/>
                  </a:ext>
                </a:extLst>
              </p:cNvPr>
              <p:cNvSpPr/>
              <p:nvPr/>
            </p:nvSpPr>
            <p:spPr>
              <a:xfrm>
                <a:off x="4760292" y="3584033"/>
                <a:ext cx="3444592" cy="1282909"/>
              </a:xfrm>
              <a:custGeom>
                <a:avLst/>
                <a:gdLst>
                  <a:gd name="connsiteX0" fmla="*/ 675160 w 3140549"/>
                  <a:gd name="connsiteY0" fmla="*/ 0 h 1169671"/>
                  <a:gd name="connsiteX1" fmla="*/ 2465389 w 3140549"/>
                  <a:gd name="connsiteY1" fmla="*/ 0 h 1169671"/>
                  <a:gd name="connsiteX2" fmla="*/ 3140549 w 3140549"/>
                  <a:gd name="connsiteY2" fmla="*/ 1169671 h 1169671"/>
                  <a:gd name="connsiteX3" fmla="*/ 0 w 3140549"/>
                  <a:gd name="connsiteY3" fmla="*/ 1169671 h 1169671"/>
                </a:gdLst>
                <a:ahLst/>
                <a:cxnLst>
                  <a:cxn ang="0">
                    <a:pos x="connsiteX0" y="connsiteY0"/>
                  </a:cxn>
                  <a:cxn ang="0">
                    <a:pos x="connsiteX1" y="connsiteY1"/>
                  </a:cxn>
                  <a:cxn ang="0">
                    <a:pos x="connsiteX2" y="connsiteY2"/>
                  </a:cxn>
                  <a:cxn ang="0">
                    <a:pos x="connsiteX3" y="connsiteY3"/>
                  </a:cxn>
                </a:cxnLst>
                <a:rect l="l" t="t" r="r" b="b"/>
                <a:pathLst>
                  <a:path w="3140549" h="1169671">
                    <a:moveTo>
                      <a:pt x="675160" y="0"/>
                    </a:moveTo>
                    <a:lnTo>
                      <a:pt x="2465389" y="0"/>
                    </a:lnTo>
                    <a:lnTo>
                      <a:pt x="3140549" y="1169671"/>
                    </a:lnTo>
                    <a:lnTo>
                      <a:pt x="0" y="1169671"/>
                    </a:lnTo>
                    <a:close/>
                  </a:path>
                </a:pathLst>
              </a:custGeom>
              <a:solidFill>
                <a:schemeClr val="accent1">
                  <a:alpha val="15000"/>
                </a:schemeClr>
              </a:solid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p>
                <a:pPr algn="ctr" defTabSz="914354"/>
                <a:r>
                  <a:rPr lang="en-US" altLang="zh-CN" b="1">
                    <a:solidFill>
                      <a:schemeClr val="tx1">
                        <a:lumMod val="85000"/>
                        <a:lumOff val="15000"/>
                      </a:schemeClr>
                    </a:solidFill>
                  </a:rPr>
                  <a:t>Doctor Page</a:t>
                </a:r>
              </a:p>
            </p:txBody>
          </p:sp>
          <p:sp>
            <p:nvSpPr>
              <p:cNvPr id="7" name="îṣlïḍê">
                <a:extLst>
                  <a:ext uri="{FF2B5EF4-FFF2-40B4-BE49-F238E27FC236}">
                    <a16:creationId xmlns:a16="http://schemas.microsoft.com/office/drawing/2014/main" id="{0BD3F371-180A-99DD-53DB-D7DA951B903D}"/>
                  </a:ext>
                </a:extLst>
              </p:cNvPr>
              <p:cNvSpPr/>
              <p:nvPr/>
            </p:nvSpPr>
            <p:spPr>
              <a:xfrm>
                <a:off x="7540926" y="3983173"/>
                <a:ext cx="440488" cy="44048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b="1"/>
                  <a:t>02</a:t>
                </a:r>
                <a:endParaRPr lang="zh-CN" altLang="en-US" b="1"/>
              </a:p>
            </p:txBody>
          </p:sp>
        </p:grpSp>
      </p:grpSp>
      <p:sp>
        <p:nvSpPr>
          <p:cNvPr id="12" name="圆角矩形 11">
            <a:extLst>
              <a:ext uri="{FF2B5EF4-FFF2-40B4-BE49-F238E27FC236}">
                <a16:creationId xmlns:a16="http://schemas.microsoft.com/office/drawing/2014/main" id="{1CEC65D9-0D68-9001-715B-6CCD2F7F2846}"/>
              </a:ext>
            </a:extLst>
          </p:cNvPr>
          <p:cNvSpPr/>
          <p:nvPr/>
        </p:nvSpPr>
        <p:spPr>
          <a:xfrm>
            <a:off x="2369961" y="205077"/>
            <a:ext cx="6817658" cy="954741"/>
          </a:xfrm>
          <a:prstGeom prst="roundRect">
            <a:avLst/>
          </a:prstGeom>
          <a:solidFill>
            <a:srgbClr val="535B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800" b="1">
                <a:solidFill>
                  <a:schemeClr val="bg1"/>
                </a:solidFill>
              </a:rPr>
              <a:t>Roadmap: More things we want to do</a:t>
            </a:r>
            <a:endParaRPr kumimoji="1" lang="zh-CN" altLang="en-US" sz="2800" b="1">
              <a:solidFill>
                <a:schemeClr val="bg1"/>
              </a:solidFill>
            </a:endParaRPr>
          </a:p>
        </p:txBody>
      </p:sp>
      <p:sp>
        <p:nvSpPr>
          <p:cNvPr id="13" name="文本框 12">
            <a:extLst>
              <a:ext uri="{FF2B5EF4-FFF2-40B4-BE49-F238E27FC236}">
                <a16:creationId xmlns:a16="http://schemas.microsoft.com/office/drawing/2014/main" id="{E1F1E826-68F1-D043-B5C4-B451035CB65A}"/>
              </a:ext>
            </a:extLst>
          </p:cNvPr>
          <p:cNvSpPr txBox="1"/>
          <p:nvPr/>
        </p:nvSpPr>
        <p:spPr>
          <a:xfrm>
            <a:off x="5724939" y="2014464"/>
            <a:ext cx="5490794"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ea typeface="等线"/>
                <a:cs typeface="+mn-lt"/>
              </a:rPr>
              <a:t>MRI and CT imaging are critical for visualizing synovitis and early bone erosion that patients cannot feel.</a:t>
            </a:r>
            <a:endParaRPr lang="zh-CN"/>
          </a:p>
        </p:txBody>
      </p:sp>
      <p:sp>
        <p:nvSpPr>
          <p:cNvPr id="15" name="文本框 14">
            <a:extLst>
              <a:ext uri="{FF2B5EF4-FFF2-40B4-BE49-F238E27FC236}">
                <a16:creationId xmlns:a16="http://schemas.microsoft.com/office/drawing/2014/main" id="{0ECEDBAA-EB42-30DE-C3B4-FB80F96C747A}"/>
              </a:ext>
            </a:extLst>
          </p:cNvPr>
          <p:cNvSpPr txBox="1"/>
          <p:nvPr/>
        </p:nvSpPr>
        <p:spPr>
          <a:xfrm>
            <a:off x="6096000" y="3279171"/>
            <a:ext cx="5710601"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Providing clinicians with a comprehensive overview of patient symptom patterns efficiently.</a:t>
            </a:r>
            <a:endParaRPr lang="zh-CN">
              <a:ea typeface="+mn-lt"/>
              <a:cs typeface="+mn-lt"/>
            </a:endParaRPr>
          </a:p>
        </p:txBody>
      </p:sp>
      <p:sp>
        <p:nvSpPr>
          <p:cNvPr id="16" name="文本框 15">
            <a:extLst>
              <a:ext uri="{FF2B5EF4-FFF2-40B4-BE49-F238E27FC236}">
                <a16:creationId xmlns:a16="http://schemas.microsoft.com/office/drawing/2014/main" id="{9D824B77-18B4-DFDE-72B8-26CE8097D0D6}"/>
              </a:ext>
            </a:extLst>
          </p:cNvPr>
          <p:cNvSpPr txBox="1"/>
          <p:nvPr/>
        </p:nvSpPr>
        <p:spPr>
          <a:xfrm>
            <a:off x="6315807" y="4745118"/>
            <a:ext cx="5490794"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tLang="zh-CN">
                <a:ea typeface="+mn-lt"/>
                <a:cs typeface="+mn-lt"/>
              </a:rPr>
              <a:t>Us</a:t>
            </a:r>
            <a:r>
              <a:rPr lang="zh-CN">
                <a:ea typeface="+mn-lt"/>
                <a:cs typeface="+mn-lt"/>
              </a:rPr>
              <a:t>ing act</a:t>
            </a:r>
            <a:r>
              <a:rPr lang="en-US" altLang="zh-CN" err="1">
                <a:ea typeface="+mn-lt"/>
                <a:cs typeface="+mn-lt"/>
              </a:rPr>
              <a:t>ual</a:t>
            </a:r>
            <a:r>
              <a:rPr lang="zh-CN" altLang="en-US">
                <a:ea typeface="+mn-lt"/>
                <a:cs typeface="+mn-lt"/>
              </a:rPr>
              <a:t> </a:t>
            </a:r>
            <a:r>
              <a:rPr lang="en-US" altLang="zh-CN">
                <a:ea typeface="+mn-lt"/>
                <a:cs typeface="+mn-lt"/>
              </a:rPr>
              <a:t>clin</a:t>
            </a:r>
            <a:r>
              <a:rPr lang="zh-CN">
                <a:ea typeface="+mn-lt"/>
                <a:cs typeface="+mn-lt"/>
              </a:rPr>
              <a:t>ical ou</a:t>
            </a:r>
            <a:r>
              <a:rPr lang="en-US" altLang="zh-CN" err="1">
                <a:ea typeface="+mn-lt"/>
                <a:cs typeface="+mn-lt"/>
              </a:rPr>
              <a:t>tcome</a:t>
            </a:r>
            <a:r>
              <a:rPr lang="zh-CN">
                <a:ea typeface="+mn-lt"/>
                <a:cs typeface="+mn-lt"/>
              </a:rPr>
              <a:t>s</a:t>
            </a:r>
            <a:r>
              <a:rPr lang="zh-CN" altLang="en-US">
                <a:ea typeface="+mn-lt"/>
                <a:cs typeface="+mn-lt"/>
              </a:rPr>
              <a:t> </a:t>
            </a:r>
            <a:r>
              <a:rPr lang="en-US" altLang="zh-CN">
                <a:ea typeface="+mn-lt"/>
                <a:cs typeface="+mn-lt"/>
              </a:rPr>
              <a:t>t</a:t>
            </a:r>
            <a:r>
              <a:rPr lang="zh-CN">
                <a:ea typeface="+mn-lt"/>
                <a:cs typeface="+mn-lt"/>
              </a:rPr>
              <a:t>o</a:t>
            </a:r>
            <a:r>
              <a:rPr lang="zh-CN" altLang="en-US">
                <a:ea typeface="+mn-lt"/>
                <a:cs typeface="+mn-lt"/>
              </a:rPr>
              <a:t> </a:t>
            </a:r>
            <a:r>
              <a:rPr lang="en-US" altLang="zh-CN">
                <a:ea typeface="+mn-lt"/>
                <a:cs typeface="+mn-lt"/>
              </a:rPr>
              <a:t>back-</a:t>
            </a:r>
            <a:r>
              <a:rPr lang="zh-CN">
                <a:ea typeface="+mn-lt"/>
                <a:cs typeface="+mn-lt"/>
              </a:rPr>
              <a:t>t</a:t>
            </a:r>
            <a:r>
              <a:rPr lang="en-US" altLang="zh-CN">
                <a:ea typeface="+mn-lt"/>
                <a:cs typeface="+mn-lt"/>
              </a:rPr>
              <a:t>e</a:t>
            </a:r>
            <a:r>
              <a:rPr lang="zh-CN">
                <a:ea typeface="+mn-lt"/>
                <a:cs typeface="+mn-lt"/>
              </a:rPr>
              <a:t>s</a:t>
            </a:r>
            <a:r>
              <a:rPr lang="en-US" altLang="zh-CN">
                <a:ea typeface="+mn-lt"/>
                <a:cs typeface="+mn-lt"/>
              </a:rPr>
              <a:t>t</a:t>
            </a:r>
            <a:r>
              <a:rPr lang="zh-CN">
                <a:ea typeface="+mn-lt"/>
                <a:cs typeface="+mn-lt"/>
              </a:rPr>
              <a:t> and r</a:t>
            </a:r>
            <a:r>
              <a:rPr lang="en-US" altLang="zh-CN" err="1">
                <a:ea typeface="+mn-lt"/>
                <a:cs typeface="+mn-lt"/>
              </a:rPr>
              <a:t>efi</a:t>
            </a:r>
            <a:r>
              <a:rPr lang="zh-CN">
                <a:ea typeface="+mn-lt"/>
                <a:cs typeface="+mn-lt"/>
              </a:rPr>
              <a:t>ne o</a:t>
            </a:r>
            <a:r>
              <a:rPr lang="en-US" altLang="zh-CN" err="1">
                <a:ea typeface="+mn-lt"/>
                <a:cs typeface="+mn-lt"/>
              </a:rPr>
              <a:t>ur</a:t>
            </a:r>
            <a:r>
              <a:rPr lang="zh-CN" altLang="en-US">
                <a:ea typeface="+mn-lt"/>
                <a:cs typeface="+mn-lt"/>
              </a:rPr>
              <a:t> </a:t>
            </a:r>
            <a:r>
              <a:rPr lang="en-US" altLang="zh-CN">
                <a:ea typeface="+mn-lt"/>
                <a:cs typeface="+mn-lt"/>
              </a:rPr>
              <a:t>we</a:t>
            </a:r>
            <a:r>
              <a:rPr lang="zh-CN">
                <a:ea typeface="+mn-lt"/>
                <a:cs typeface="+mn-lt"/>
              </a:rPr>
              <a:t>i</a:t>
            </a:r>
            <a:r>
              <a:rPr lang="en-US" altLang="zh-CN">
                <a:ea typeface="+mn-lt"/>
                <a:cs typeface="+mn-lt"/>
              </a:rPr>
              <a:t>g</a:t>
            </a:r>
            <a:r>
              <a:rPr lang="zh-CN">
                <a:ea typeface="+mn-lt"/>
                <a:cs typeface="+mn-lt"/>
              </a:rPr>
              <a:t>htin</a:t>
            </a:r>
            <a:r>
              <a:rPr lang="en-US" altLang="zh-CN">
                <a:ea typeface="+mn-lt"/>
                <a:cs typeface="+mn-lt"/>
              </a:rPr>
              <a:t>g</a:t>
            </a:r>
            <a:r>
              <a:rPr lang="zh-CN" altLang="en-US">
                <a:ea typeface="+mn-lt"/>
                <a:cs typeface="+mn-lt"/>
              </a:rPr>
              <a:t> </a:t>
            </a:r>
            <a:r>
              <a:rPr lang="en-US" altLang="zh-CN" err="1">
                <a:ea typeface="+mn-lt"/>
                <a:cs typeface="+mn-lt"/>
              </a:rPr>
              <a:t>sy</a:t>
            </a:r>
            <a:r>
              <a:rPr lang="zh-CN">
                <a:ea typeface="+mn-lt"/>
                <a:cs typeface="+mn-lt"/>
              </a:rPr>
              <a:t>ste</a:t>
            </a:r>
            <a:r>
              <a:rPr lang="en-US" altLang="zh-CN">
                <a:ea typeface="+mn-lt"/>
                <a:cs typeface="+mn-lt"/>
              </a:rPr>
              <a:t>m.</a:t>
            </a:r>
            <a:endParaRPr lang="zh-CN"/>
          </a:p>
        </p:txBody>
      </p:sp>
      <p:pic>
        <p:nvPicPr>
          <p:cNvPr id="17" name="图形 16">
            <a:extLst>
              <a:ext uri="{FF2B5EF4-FFF2-40B4-BE49-F238E27FC236}">
                <a16:creationId xmlns:a16="http://schemas.microsoft.com/office/drawing/2014/main" id="{5F14F9F5-2A7C-3AEF-AB4F-C70EFC38FC3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03214" y="1949302"/>
            <a:ext cx="776654" cy="776654"/>
          </a:xfrm>
          <a:prstGeom prst="rect">
            <a:avLst/>
          </a:prstGeom>
        </p:spPr>
      </p:pic>
      <p:pic>
        <p:nvPicPr>
          <p:cNvPr id="19" name="图形 18">
            <a:extLst>
              <a:ext uri="{FF2B5EF4-FFF2-40B4-BE49-F238E27FC236}">
                <a16:creationId xmlns:a16="http://schemas.microsoft.com/office/drawing/2014/main" id="{6EC2A865-25AC-7CF9-EDFB-E5949CF8232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034901" y="3175897"/>
            <a:ext cx="852881" cy="852881"/>
          </a:xfrm>
          <a:prstGeom prst="rect">
            <a:avLst/>
          </a:prstGeom>
        </p:spPr>
      </p:pic>
      <p:pic>
        <p:nvPicPr>
          <p:cNvPr id="21" name="图形 20">
            <a:extLst>
              <a:ext uri="{FF2B5EF4-FFF2-40B4-BE49-F238E27FC236}">
                <a16:creationId xmlns:a16="http://schemas.microsoft.com/office/drawing/2014/main" id="{723D1367-F32E-AC59-3076-CD826D37A1E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492438" y="4763812"/>
            <a:ext cx="646331" cy="646331"/>
          </a:xfrm>
          <a:prstGeom prst="rect">
            <a:avLst/>
          </a:prstGeom>
        </p:spPr>
      </p:pic>
      <p:sp>
        <p:nvSpPr>
          <p:cNvPr id="14" name="文本框 13">
            <a:extLst>
              <a:ext uri="{FF2B5EF4-FFF2-40B4-BE49-F238E27FC236}">
                <a16:creationId xmlns:a16="http://schemas.microsoft.com/office/drawing/2014/main" id="{EC302EE1-8C9D-A480-D472-8ED45E3B82C6}"/>
              </a:ext>
            </a:extLst>
          </p:cNvPr>
          <p:cNvSpPr txBox="1"/>
          <p:nvPr/>
        </p:nvSpPr>
        <p:spPr>
          <a:xfrm>
            <a:off x="2806210" y="5932079"/>
            <a:ext cx="549079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tLang="zh-CN">
                <a:ea typeface="Calibri"/>
                <a:cs typeface="Calibri"/>
              </a:rPr>
              <a:t>...Not only RA, expand to other autoimmune diseases...</a:t>
            </a:r>
          </a:p>
        </p:txBody>
      </p:sp>
    </p:spTree>
    <p:extLst>
      <p:ext uri="{BB962C8B-B14F-4D97-AF65-F5344CB8AC3E}">
        <p14:creationId xmlns:p14="http://schemas.microsoft.com/office/powerpoint/2010/main" val="29595555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B57E53-B36D-0697-A1E8-4A545261E5EF}"/>
            </a:ext>
          </a:extLst>
        </p:cNvPr>
        <p:cNvGrpSpPr/>
        <p:nvPr/>
      </p:nvGrpSpPr>
      <p:grpSpPr>
        <a:xfrm>
          <a:off x="0" y="0"/>
          <a:ext cx="0" cy="0"/>
          <a:chOff x="0" y="0"/>
          <a:chExt cx="0" cy="0"/>
        </a:xfrm>
      </p:grpSpPr>
      <p:sp>
        <p:nvSpPr>
          <p:cNvPr id="465" name="文本框 464">
            <a:extLst>
              <a:ext uri="{FF2B5EF4-FFF2-40B4-BE49-F238E27FC236}">
                <a16:creationId xmlns:a16="http://schemas.microsoft.com/office/drawing/2014/main" id="{3571B1FA-F256-4FDF-1E4F-E243CCD30157}"/>
              </a:ext>
            </a:extLst>
          </p:cNvPr>
          <p:cNvSpPr txBox="1"/>
          <p:nvPr/>
        </p:nvSpPr>
        <p:spPr>
          <a:xfrm>
            <a:off x="4148141" y="5233788"/>
            <a:ext cx="3843075" cy="1448730"/>
          </a:xfrm>
          <a:prstGeom prst="rect">
            <a:avLst/>
          </a:prstGeom>
          <a:solidFill>
            <a:srgbClr val="FFFFFF">
              <a:alpha val="36000"/>
            </a:srgbClr>
          </a:solidFill>
        </p:spPr>
        <p:txBody>
          <a:bodyPr wrap="square" lIns="91440" tIns="45720" rIns="91440" bIns="45720" anchor="t">
            <a:spAutoFit/>
          </a:bodyPr>
          <a:lstStyle/>
          <a:p>
            <a:pPr algn="ctr">
              <a:lnSpc>
                <a:spcPct val="150000"/>
              </a:lnSpc>
            </a:pPr>
            <a:r>
              <a:rPr lang="en-US" altLang="zh-CN" sz="1200" b="1" err="1">
                <a:solidFill>
                  <a:srgbClr val="263238"/>
                </a:solidFill>
                <a:cs typeface="+mn-ea"/>
                <a:sym typeface="+mn-lt"/>
              </a:rPr>
              <a:t>Phichamon</a:t>
            </a:r>
            <a:r>
              <a:rPr lang="zh-CN" altLang="en-US" sz="1200" b="1">
                <a:solidFill>
                  <a:srgbClr val="263238"/>
                </a:solidFill>
                <a:cs typeface="+mn-ea"/>
                <a:sym typeface="+mn-lt"/>
              </a:rPr>
              <a:t> </a:t>
            </a:r>
            <a:r>
              <a:rPr lang="en-US" altLang="zh-CN" sz="1200" b="1" err="1">
                <a:solidFill>
                  <a:srgbClr val="263238"/>
                </a:solidFill>
                <a:cs typeface="+mn-ea"/>
                <a:sym typeface="+mn-lt"/>
              </a:rPr>
              <a:t>Sakdarat</a:t>
            </a:r>
            <a:r>
              <a:rPr lang="en-US" altLang="zh-CN" sz="1200">
                <a:solidFill>
                  <a:srgbClr val="263238"/>
                </a:solidFill>
                <a:cs typeface="+mn-ea"/>
                <a:sym typeface="+mn-lt"/>
              </a:rPr>
              <a:t>: Biomedical Engineering, MSc</a:t>
            </a:r>
          </a:p>
          <a:p>
            <a:pPr algn="ctr">
              <a:lnSpc>
                <a:spcPct val="150000"/>
              </a:lnSpc>
            </a:pPr>
            <a:r>
              <a:rPr lang="en-US" altLang="zh-CN" sz="1200" b="1" err="1">
                <a:solidFill>
                  <a:srgbClr val="263238"/>
                </a:solidFill>
                <a:cs typeface="+mn-ea"/>
                <a:sym typeface="+mn-lt"/>
              </a:rPr>
              <a:t>Ranxuan</a:t>
            </a:r>
            <a:r>
              <a:rPr lang="en-US" altLang="zh-CN" sz="1200" b="1">
                <a:solidFill>
                  <a:srgbClr val="263238"/>
                </a:solidFill>
                <a:cs typeface="+mn-ea"/>
                <a:sym typeface="+mn-lt"/>
              </a:rPr>
              <a:t> Zhang</a:t>
            </a:r>
            <a:r>
              <a:rPr lang="en-US" altLang="zh-CN" sz="1200">
                <a:solidFill>
                  <a:srgbClr val="263238"/>
                </a:solidFill>
                <a:cs typeface="+mn-ea"/>
                <a:sym typeface="+mn-lt"/>
              </a:rPr>
              <a:t>: Biomedical Engineering, MSc</a:t>
            </a:r>
          </a:p>
          <a:p>
            <a:pPr algn="ctr">
              <a:lnSpc>
                <a:spcPct val="150000"/>
              </a:lnSpc>
            </a:pPr>
            <a:r>
              <a:rPr lang="en-US" altLang="zh-CN" sz="1200" b="1">
                <a:solidFill>
                  <a:srgbClr val="263238"/>
                </a:solidFill>
                <a:cs typeface="+mn-ea"/>
                <a:sym typeface="+mn-lt"/>
              </a:rPr>
              <a:t>Xiaowen Yang</a:t>
            </a:r>
            <a:r>
              <a:rPr lang="en-US" altLang="zh-CN" sz="1200">
                <a:solidFill>
                  <a:srgbClr val="263238"/>
                </a:solidFill>
                <a:cs typeface="+mn-ea"/>
                <a:sym typeface="+mn-lt"/>
              </a:rPr>
              <a:t>: Computer System and Cybersecurity, MSc</a:t>
            </a:r>
          </a:p>
          <a:p>
            <a:pPr algn="ctr">
              <a:lnSpc>
                <a:spcPct val="150000"/>
              </a:lnSpc>
            </a:pPr>
            <a:r>
              <a:rPr lang="en-US" altLang="zh-CN" sz="1200" b="1" err="1">
                <a:solidFill>
                  <a:srgbClr val="263238"/>
                </a:solidFill>
                <a:cs typeface="+mn-ea"/>
                <a:sym typeface="+mn-lt"/>
              </a:rPr>
              <a:t>Jushuanghui</a:t>
            </a:r>
            <a:r>
              <a:rPr lang="en-US" altLang="zh-CN" sz="1200" b="1">
                <a:solidFill>
                  <a:srgbClr val="263238"/>
                </a:solidFill>
                <a:cs typeface="+mn-ea"/>
                <a:sym typeface="+mn-lt"/>
              </a:rPr>
              <a:t> Li</a:t>
            </a:r>
            <a:r>
              <a:rPr lang="en-US" altLang="zh-CN" sz="1200">
                <a:solidFill>
                  <a:srgbClr val="263238"/>
                </a:solidFill>
                <a:cs typeface="+mn-ea"/>
                <a:sym typeface="+mn-lt"/>
              </a:rPr>
              <a:t>: High Performance Computer, MSc</a:t>
            </a:r>
          </a:p>
          <a:p>
            <a:pPr algn="ctr">
              <a:lnSpc>
                <a:spcPct val="150000"/>
              </a:lnSpc>
            </a:pPr>
            <a:r>
              <a:rPr lang="en-US" altLang="zh-CN" sz="1200" b="1">
                <a:solidFill>
                  <a:srgbClr val="263238"/>
                </a:solidFill>
                <a:cs typeface="+mn-ea"/>
                <a:sym typeface="+mn-lt"/>
              </a:rPr>
              <a:t>Moli Zhou</a:t>
            </a:r>
            <a:r>
              <a:rPr lang="en-US" altLang="zh-CN" sz="1200">
                <a:solidFill>
                  <a:srgbClr val="263238"/>
                </a:solidFill>
                <a:cs typeface="+mn-ea"/>
                <a:sym typeface="+mn-lt"/>
              </a:rPr>
              <a:t>: Data Science and AI, MSc</a:t>
            </a:r>
          </a:p>
        </p:txBody>
      </p:sp>
      <p:grpSp>
        <p:nvGrpSpPr>
          <p:cNvPr id="477" name="组合 476">
            <a:extLst>
              <a:ext uri="{FF2B5EF4-FFF2-40B4-BE49-F238E27FC236}">
                <a16:creationId xmlns:a16="http://schemas.microsoft.com/office/drawing/2014/main" id="{954C0737-C781-433F-E33B-FF1C9A4FFD9B}"/>
              </a:ext>
            </a:extLst>
          </p:cNvPr>
          <p:cNvGrpSpPr/>
          <p:nvPr/>
        </p:nvGrpSpPr>
        <p:grpSpPr>
          <a:xfrm>
            <a:off x="2595341" y="3568572"/>
            <a:ext cx="7007212" cy="1195149"/>
            <a:chOff x="2949510" y="3154869"/>
            <a:chExt cx="6331072" cy="733657"/>
          </a:xfrm>
        </p:grpSpPr>
        <p:sp>
          <p:nvSpPr>
            <p:cNvPr id="472" name="任意多边形: 形状 471">
              <a:extLst>
                <a:ext uri="{FF2B5EF4-FFF2-40B4-BE49-F238E27FC236}">
                  <a16:creationId xmlns:a16="http://schemas.microsoft.com/office/drawing/2014/main" id="{1954CC46-200F-1CCB-CF2A-F009FDB17674}"/>
                </a:ext>
              </a:extLst>
            </p:cNvPr>
            <p:cNvSpPr/>
            <p:nvPr/>
          </p:nvSpPr>
          <p:spPr>
            <a:xfrm flipH="1">
              <a:off x="2949510" y="3154869"/>
              <a:ext cx="6331072" cy="733657"/>
            </a:xfrm>
            <a:custGeom>
              <a:avLst/>
              <a:gdLst>
                <a:gd name="connsiteX0" fmla="*/ 245451 w 6127268"/>
                <a:gd name="connsiteY0" fmla="*/ 48 h 917430"/>
                <a:gd name="connsiteX1" fmla="*/ 408809 w 6127268"/>
                <a:gd name="connsiteY1" fmla="*/ 37739 h 917430"/>
                <a:gd name="connsiteX2" fmla="*/ 629531 w 6127268"/>
                <a:gd name="connsiteY2" fmla="*/ 130287 h 917430"/>
                <a:gd name="connsiteX3" fmla="*/ 974312 w 6127268"/>
                <a:gd name="connsiteY3" fmla="*/ 171387 h 917430"/>
                <a:gd name="connsiteX4" fmla="*/ 2055319 w 6127268"/>
                <a:gd name="connsiteY4" fmla="*/ 176513 h 917430"/>
                <a:gd name="connsiteX5" fmla="*/ 3186669 w 6127268"/>
                <a:gd name="connsiteY5" fmla="*/ 105385 h 917430"/>
                <a:gd name="connsiteX6" fmla="*/ 3887620 w 6127268"/>
                <a:gd name="connsiteY6" fmla="*/ 46104 h 917430"/>
                <a:gd name="connsiteX7" fmla="*/ 4556635 w 6127268"/>
                <a:gd name="connsiteY7" fmla="*/ 18881 h 917430"/>
                <a:gd name="connsiteX8" fmla="*/ 5167088 w 6127268"/>
                <a:gd name="connsiteY8" fmla="*/ 67138 h 917430"/>
                <a:gd name="connsiteX9" fmla="*/ 5906224 w 6127268"/>
                <a:gd name="connsiteY9" fmla="*/ 263839 h 917430"/>
                <a:gd name="connsiteX10" fmla="*/ 6059223 w 6127268"/>
                <a:gd name="connsiteY10" fmla="*/ 342074 h 917430"/>
                <a:gd name="connsiteX11" fmla="*/ 6113589 w 6127268"/>
                <a:gd name="connsiteY11" fmla="*/ 513776 h 917430"/>
                <a:gd name="connsiteX12" fmla="*/ 6090612 w 6127268"/>
                <a:gd name="connsiteY12" fmla="*/ 544202 h 917430"/>
                <a:gd name="connsiteX13" fmla="*/ 6121691 w 6127268"/>
                <a:gd name="connsiteY13" fmla="*/ 585147 h 917430"/>
                <a:gd name="connsiteX14" fmla="*/ 6113633 w 6127268"/>
                <a:gd name="connsiteY14" fmla="*/ 674072 h 917430"/>
                <a:gd name="connsiteX15" fmla="*/ 6121691 w 6127268"/>
                <a:gd name="connsiteY15" fmla="*/ 684688 h 917430"/>
                <a:gd name="connsiteX16" fmla="*/ 6113589 w 6127268"/>
                <a:gd name="connsiteY16" fmla="*/ 774093 h 917430"/>
                <a:gd name="connsiteX17" fmla="*/ 5874802 w 6127268"/>
                <a:gd name="connsiteY17" fmla="*/ 909531 h 917430"/>
                <a:gd name="connsiteX18" fmla="*/ 5545260 w 6127268"/>
                <a:gd name="connsiteY18" fmla="*/ 868962 h 917430"/>
                <a:gd name="connsiteX19" fmla="*/ 5124450 w 6127268"/>
                <a:gd name="connsiteY19" fmla="*/ 734347 h 917430"/>
                <a:gd name="connsiteX20" fmla="*/ 4649702 w 6127268"/>
                <a:gd name="connsiteY20" fmla="*/ 677725 h 917430"/>
                <a:gd name="connsiteX21" fmla="*/ 4025807 w 6127268"/>
                <a:gd name="connsiteY21" fmla="*/ 678354 h 917430"/>
                <a:gd name="connsiteX22" fmla="*/ 3229906 w 6127268"/>
                <a:gd name="connsiteY22" fmla="*/ 740971 h 917430"/>
                <a:gd name="connsiteX23" fmla="*/ 2356693 w 6127268"/>
                <a:gd name="connsiteY23" fmla="*/ 798222 h 917430"/>
                <a:gd name="connsiteX24" fmla="*/ 1620040 w 6127268"/>
                <a:gd name="connsiteY24" fmla="*/ 819884 h 917430"/>
                <a:gd name="connsiteX25" fmla="*/ 774053 w 6127268"/>
                <a:gd name="connsiteY25" fmla="*/ 785892 h 917430"/>
                <a:gd name="connsiteX26" fmla="*/ 301958 w 6127268"/>
                <a:gd name="connsiteY26" fmla="*/ 687541 h 917430"/>
                <a:gd name="connsiteX27" fmla="*/ 31235 w 6127268"/>
                <a:gd name="connsiteY27" fmla="*/ 507377 h 917430"/>
                <a:gd name="connsiteX28" fmla="*/ 681 w 6127268"/>
                <a:gd name="connsiteY28" fmla="*/ 430719 h 917430"/>
                <a:gd name="connsiteX29" fmla="*/ 15300 w 6127268"/>
                <a:gd name="connsiteY29" fmla="*/ 367855 h 917430"/>
                <a:gd name="connsiteX30" fmla="*/ 681 w 6127268"/>
                <a:gd name="connsiteY30" fmla="*/ 331178 h 917430"/>
                <a:gd name="connsiteX31" fmla="*/ 18735 w 6127268"/>
                <a:gd name="connsiteY31" fmla="*/ 253540 h 917430"/>
                <a:gd name="connsiteX32" fmla="*/ 29907 w 6127268"/>
                <a:gd name="connsiteY32" fmla="*/ 243727 h 917430"/>
                <a:gd name="connsiteX33" fmla="*/ 681 w 6127268"/>
                <a:gd name="connsiteY33" fmla="*/ 170402 h 917430"/>
                <a:gd name="connsiteX34" fmla="*/ 18735 w 6127268"/>
                <a:gd name="connsiteY34" fmla="*/ 92764 h 917430"/>
                <a:gd name="connsiteX35" fmla="*/ 185861 w 6127268"/>
                <a:gd name="connsiteY35" fmla="*/ 3843 h 917430"/>
                <a:gd name="connsiteX36" fmla="*/ 245451 w 6127268"/>
                <a:gd name="connsiteY36" fmla="*/ 48 h 917430"/>
                <a:gd name="connsiteX0" fmla="*/ 245451 w 6127268"/>
                <a:gd name="connsiteY0" fmla="*/ 48 h 917430"/>
                <a:gd name="connsiteX1" fmla="*/ 408809 w 6127268"/>
                <a:gd name="connsiteY1" fmla="*/ 37739 h 917430"/>
                <a:gd name="connsiteX2" fmla="*/ 629531 w 6127268"/>
                <a:gd name="connsiteY2" fmla="*/ 130287 h 917430"/>
                <a:gd name="connsiteX3" fmla="*/ 974312 w 6127268"/>
                <a:gd name="connsiteY3" fmla="*/ 171387 h 917430"/>
                <a:gd name="connsiteX4" fmla="*/ 2055319 w 6127268"/>
                <a:gd name="connsiteY4" fmla="*/ 176513 h 917430"/>
                <a:gd name="connsiteX5" fmla="*/ 3186669 w 6127268"/>
                <a:gd name="connsiteY5" fmla="*/ 105385 h 917430"/>
                <a:gd name="connsiteX6" fmla="*/ 3887620 w 6127268"/>
                <a:gd name="connsiteY6" fmla="*/ 46104 h 917430"/>
                <a:gd name="connsiteX7" fmla="*/ 4556635 w 6127268"/>
                <a:gd name="connsiteY7" fmla="*/ 18881 h 917430"/>
                <a:gd name="connsiteX8" fmla="*/ 5167088 w 6127268"/>
                <a:gd name="connsiteY8" fmla="*/ 67138 h 917430"/>
                <a:gd name="connsiteX9" fmla="*/ 5906224 w 6127268"/>
                <a:gd name="connsiteY9" fmla="*/ 263839 h 917430"/>
                <a:gd name="connsiteX10" fmla="*/ 6059223 w 6127268"/>
                <a:gd name="connsiteY10" fmla="*/ 342074 h 917430"/>
                <a:gd name="connsiteX11" fmla="*/ 6113589 w 6127268"/>
                <a:gd name="connsiteY11" fmla="*/ 513776 h 917430"/>
                <a:gd name="connsiteX12" fmla="*/ 6090612 w 6127268"/>
                <a:gd name="connsiteY12" fmla="*/ 544202 h 917430"/>
                <a:gd name="connsiteX13" fmla="*/ 6121691 w 6127268"/>
                <a:gd name="connsiteY13" fmla="*/ 585147 h 917430"/>
                <a:gd name="connsiteX14" fmla="*/ 6113633 w 6127268"/>
                <a:gd name="connsiteY14" fmla="*/ 674072 h 917430"/>
                <a:gd name="connsiteX15" fmla="*/ 6121691 w 6127268"/>
                <a:gd name="connsiteY15" fmla="*/ 684688 h 917430"/>
                <a:gd name="connsiteX16" fmla="*/ 6113589 w 6127268"/>
                <a:gd name="connsiteY16" fmla="*/ 774093 h 917430"/>
                <a:gd name="connsiteX17" fmla="*/ 5874802 w 6127268"/>
                <a:gd name="connsiteY17" fmla="*/ 909531 h 917430"/>
                <a:gd name="connsiteX18" fmla="*/ 5545260 w 6127268"/>
                <a:gd name="connsiteY18" fmla="*/ 868962 h 917430"/>
                <a:gd name="connsiteX19" fmla="*/ 5124450 w 6127268"/>
                <a:gd name="connsiteY19" fmla="*/ 734347 h 917430"/>
                <a:gd name="connsiteX20" fmla="*/ 4649702 w 6127268"/>
                <a:gd name="connsiteY20" fmla="*/ 677725 h 917430"/>
                <a:gd name="connsiteX21" fmla="*/ 4025807 w 6127268"/>
                <a:gd name="connsiteY21" fmla="*/ 678354 h 917430"/>
                <a:gd name="connsiteX22" fmla="*/ 3229906 w 6127268"/>
                <a:gd name="connsiteY22" fmla="*/ 740971 h 917430"/>
                <a:gd name="connsiteX23" fmla="*/ 2356693 w 6127268"/>
                <a:gd name="connsiteY23" fmla="*/ 798222 h 917430"/>
                <a:gd name="connsiteX24" fmla="*/ 1620040 w 6127268"/>
                <a:gd name="connsiteY24" fmla="*/ 819884 h 917430"/>
                <a:gd name="connsiteX25" fmla="*/ 774053 w 6127268"/>
                <a:gd name="connsiteY25" fmla="*/ 785892 h 917430"/>
                <a:gd name="connsiteX26" fmla="*/ 301958 w 6127268"/>
                <a:gd name="connsiteY26" fmla="*/ 687541 h 917430"/>
                <a:gd name="connsiteX27" fmla="*/ 31235 w 6127268"/>
                <a:gd name="connsiteY27" fmla="*/ 507377 h 917430"/>
                <a:gd name="connsiteX28" fmla="*/ 681 w 6127268"/>
                <a:gd name="connsiteY28" fmla="*/ 430719 h 917430"/>
                <a:gd name="connsiteX29" fmla="*/ 15300 w 6127268"/>
                <a:gd name="connsiteY29" fmla="*/ 367855 h 917430"/>
                <a:gd name="connsiteX30" fmla="*/ 681 w 6127268"/>
                <a:gd name="connsiteY30" fmla="*/ 331178 h 917430"/>
                <a:gd name="connsiteX31" fmla="*/ 18735 w 6127268"/>
                <a:gd name="connsiteY31" fmla="*/ 253540 h 917430"/>
                <a:gd name="connsiteX32" fmla="*/ 681 w 6127268"/>
                <a:gd name="connsiteY32" fmla="*/ 170402 h 917430"/>
                <a:gd name="connsiteX33" fmla="*/ 18735 w 6127268"/>
                <a:gd name="connsiteY33" fmla="*/ 92764 h 917430"/>
                <a:gd name="connsiteX34" fmla="*/ 185861 w 6127268"/>
                <a:gd name="connsiteY34" fmla="*/ 3843 h 917430"/>
                <a:gd name="connsiteX35" fmla="*/ 245451 w 6127268"/>
                <a:gd name="connsiteY35" fmla="*/ 48 h 917430"/>
                <a:gd name="connsiteX0" fmla="*/ 245451 w 6127268"/>
                <a:gd name="connsiteY0" fmla="*/ 48 h 917430"/>
                <a:gd name="connsiteX1" fmla="*/ 408809 w 6127268"/>
                <a:gd name="connsiteY1" fmla="*/ 37739 h 917430"/>
                <a:gd name="connsiteX2" fmla="*/ 629531 w 6127268"/>
                <a:gd name="connsiteY2" fmla="*/ 130287 h 917430"/>
                <a:gd name="connsiteX3" fmla="*/ 974312 w 6127268"/>
                <a:gd name="connsiteY3" fmla="*/ 171387 h 917430"/>
                <a:gd name="connsiteX4" fmla="*/ 2055319 w 6127268"/>
                <a:gd name="connsiteY4" fmla="*/ 176513 h 917430"/>
                <a:gd name="connsiteX5" fmla="*/ 3186669 w 6127268"/>
                <a:gd name="connsiteY5" fmla="*/ 105385 h 917430"/>
                <a:gd name="connsiteX6" fmla="*/ 3887620 w 6127268"/>
                <a:gd name="connsiteY6" fmla="*/ 46104 h 917430"/>
                <a:gd name="connsiteX7" fmla="*/ 4556635 w 6127268"/>
                <a:gd name="connsiteY7" fmla="*/ 18881 h 917430"/>
                <a:gd name="connsiteX8" fmla="*/ 5167088 w 6127268"/>
                <a:gd name="connsiteY8" fmla="*/ 67138 h 917430"/>
                <a:gd name="connsiteX9" fmla="*/ 5906224 w 6127268"/>
                <a:gd name="connsiteY9" fmla="*/ 263839 h 917430"/>
                <a:gd name="connsiteX10" fmla="*/ 6059223 w 6127268"/>
                <a:gd name="connsiteY10" fmla="*/ 342074 h 917430"/>
                <a:gd name="connsiteX11" fmla="*/ 6113589 w 6127268"/>
                <a:gd name="connsiteY11" fmla="*/ 513776 h 917430"/>
                <a:gd name="connsiteX12" fmla="*/ 6090612 w 6127268"/>
                <a:gd name="connsiteY12" fmla="*/ 544202 h 917430"/>
                <a:gd name="connsiteX13" fmla="*/ 6121691 w 6127268"/>
                <a:gd name="connsiteY13" fmla="*/ 585147 h 917430"/>
                <a:gd name="connsiteX14" fmla="*/ 6113633 w 6127268"/>
                <a:gd name="connsiteY14" fmla="*/ 674072 h 917430"/>
                <a:gd name="connsiteX15" fmla="*/ 6121691 w 6127268"/>
                <a:gd name="connsiteY15" fmla="*/ 684688 h 917430"/>
                <a:gd name="connsiteX16" fmla="*/ 6113589 w 6127268"/>
                <a:gd name="connsiteY16" fmla="*/ 774093 h 917430"/>
                <a:gd name="connsiteX17" fmla="*/ 5874802 w 6127268"/>
                <a:gd name="connsiteY17" fmla="*/ 909531 h 917430"/>
                <a:gd name="connsiteX18" fmla="*/ 5545260 w 6127268"/>
                <a:gd name="connsiteY18" fmla="*/ 868962 h 917430"/>
                <a:gd name="connsiteX19" fmla="*/ 5124450 w 6127268"/>
                <a:gd name="connsiteY19" fmla="*/ 734347 h 917430"/>
                <a:gd name="connsiteX20" fmla="*/ 4649702 w 6127268"/>
                <a:gd name="connsiteY20" fmla="*/ 677725 h 917430"/>
                <a:gd name="connsiteX21" fmla="*/ 4025807 w 6127268"/>
                <a:gd name="connsiteY21" fmla="*/ 678354 h 917430"/>
                <a:gd name="connsiteX22" fmla="*/ 3229906 w 6127268"/>
                <a:gd name="connsiteY22" fmla="*/ 740971 h 917430"/>
                <a:gd name="connsiteX23" fmla="*/ 2356693 w 6127268"/>
                <a:gd name="connsiteY23" fmla="*/ 798222 h 917430"/>
                <a:gd name="connsiteX24" fmla="*/ 1620040 w 6127268"/>
                <a:gd name="connsiteY24" fmla="*/ 819884 h 917430"/>
                <a:gd name="connsiteX25" fmla="*/ 774053 w 6127268"/>
                <a:gd name="connsiteY25" fmla="*/ 785892 h 917430"/>
                <a:gd name="connsiteX26" fmla="*/ 301958 w 6127268"/>
                <a:gd name="connsiteY26" fmla="*/ 687541 h 917430"/>
                <a:gd name="connsiteX27" fmla="*/ 31235 w 6127268"/>
                <a:gd name="connsiteY27" fmla="*/ 507377 h 917430"/>
                <a:gd name="connsiteX28" fmla="*/ 681 w 6127268"/>
                <a:gd name="connsiteY28" fmla="*/ 430719 h 917430"/>
                <a:gd name="connsiteX29" fmla="*/ 15300 w 6127268"/>
                <a:gd name="connsiteY29" fmla="*/ 367855 h 917430"/>
                <a:gd name="connsiteX30" fmla="*/ 681 w 6127268"/>
                <a:gd name="connsiteY30" fmla="*/ 331178 h 917430"/>
                <a:gd name="connsiteX31" fmla="*/ 18735 w 6127268"/>
                <a:gd name="connsiteY31" fmla="*/ 253540 h 917430"/>
                <a:gd name="connsiteX32" fmla="*/ 18735 w 6127268"/>
                <a:gd name="connsiteY32" fmla="*/ 92764 h 917430"/>
                <a:gd name="connsiteX33" fmla="*/ 185861 w 6127268"/>
                <a:gd name="connsiteY33" fmla="*/ 3843 h 917430"/>
                <a:gd name="connsiteX34" fmla="*/ 245451 w 6127268"/>
                <a:gd name="connsiteY34" fmla="*/ 48 h 917430"/>
                <a:gd name="connsiteX0" fmla="*/ 245451 w 6127268"/>
                <a:gd name="connsiteY0" fmla="*/ 48 h 917430"/>
                <a:gd name="connsiteX1" fmla="*/ 408809 w 6127268"/>
                <a:gd name="connsiteY1" fmla="*/ 37739 h 917430"/>
                <a:gd name="connsiteX2" fmla="*/ 629531 w 6127268"/>
                <a:gd name="connsiteY2" fmla="*/ 130287 h 917430"/>
                <a:gd name="connsiteX3" fmla="*/ 974312 w 6127268"/>
                <a:gd name="connsiteY3" fmla="*/ 171387 h 917430"/>
                <a:gd name="connsiteX4" fmla="*/ 2055319 w 6127268"/>
                <a:gd name="connsiteY4" fmla="*/ 176513 h 917430"/>
                <a:gd name="connsiteX5" fmla="*/ 3186669 w 6127268"/>
                <a:gd name="connsiteY5" fmla="*/ 105385 h 917430"/>
                <a:gd name="connsiteX6" fmla="*/ 3887620 w 6127268"/>
                <a:gd name="connsiteY6" fmla="*/ 46104 h 917430"/>
                <a:gd name="connsiteX7" fmla="*/ 4556635 w 6127268"/>
                <a:gd name="connsiteY7" fmla="*/ 18881 h 917430"/>
                <a:gd name="connsiteX8" fmla="*/ 5167088 w 6127268"/>
                <a:gd name="connsiteY8" fmla="*/ 67138 h 917430"/>
                <a:gd name="connsiteX9" fmla="*/ 5906224 w 6127268"/>
                <a:gd name="connsiteY9" fmla="*/ 263839 h 917430"/>
                <a:gd name="connsiteX10" fmla="*/ 6059223 w 6127268"/>
                <a:gd name="connsiteY10" fmla="*/ 342074 h 917430"/>
                <a:gd name="connsiteX11" fmla="*/ 6113589 w 6127268"/>
                <a:gd name="connsiteY11" fmla="*/ 513776 h 917430"/>
                <a:gd name="connsiteX12" fmla="*/ 6090612 w 6127268"/>
                <a:gd name="connsiteY12" fmla="*/ 544202 h 917430"/>
                <a:gd name="connsiteX13" fmla="*/ 6121691 w 6127268"/>
                <a:gd name="connsiteY13" fmla="*/ 585147 h 917430"/>
                <a:gd name="connsiteX14" fmla="*/ 6113633 w 6127268"/>
                <a:gd name="connsiteY14" fmla="*/ 674072 h 917430"/>
                <a:gd name="connsiteX15" fmla="*/ 6121691 w 6127268"/>
                <a:gd name="connsiteY15" fmla="*/ 684688 h 917430"/>
                <a:gd name="connsiteX16" fmla="*/ 6113589 w 6127268"/>
                <a:gd name="connsiteY16" fmla="*/ 774093 h 917430"/>
                <a:gd name="connsiteX17" fmla="*/ 5874802 w 6127268"/>
                <a:gd name="connsiteY17" fmla="*/ 909531 h 917430"/>
                <a:gd name="connsiteX18" fmla="*/ 5545260 w 6127268"/>
                <a:gd name="connsiteY18" fmla="*/ 868962 h 917430"/>
                <a:gd name="connsiteX19" fmla="*/ 5124450 w 6127268"/>
                <a:gd name="connsiteY19" fmla="*/ 734347 h 917430"/>
                <a:gd name="connsiteX20" fmla="*/ 4649702 w 6127268"/>
                <a:gd name="connsiteY20" fmla="*/ 677725 h 917430"/>
                <a:gd name="connsiteX21" fmla="*/ 4025807 w 6127268"/>
                <a:gd name="connsiteY21" fmla="*/ 678354 h 917430"/>
                <a:gd name="connsiteX22" fmla="*/ 3229906 w 6127268"/>
                <a:gd name="connsiteY22" fmla="*/ 740971 h 917430"/>
                <a:gd name="connsiteX23" fmla="*/ 2356693 w 6127268"/>
                <a:gd name="connsiteY23" fmla="*/ 798222 h 917430"/>
                <a:gd name="connsiteX24" fmla="*/ 1620040 w 6127268"/>
                <a:gd name="connsiteY24" fmla="*/ 819884 h 917430"/>
                <a:gd name="connsiteX25" fmla="*/ 774053 w 6127268"/>
                <a:gd name="connsiteY25" fmla="*/ 785892 h 917430"/>
                <a:gd name="connsiteX26" fmla="*/ 301958 w 6127268"/>
                <a:gd name="connsiteY26" fmla="*/ 687541 h 917430"/>
                <a:gd name="connsiteX27" fmla="*/ 31235 w 6127268"/>
                <a:gd name="connsiteY27" fmla="*/ 507377 h 917430"/>
                <a:gd name="connsiteX28" fmla="*/ 681 w 6127268"/>
                <a:gd name="connsiteY28" fmla="*/ 430719 h 917430"/>
                <a:gd name="connsiteX29" fmla="*/ 15300 w 6127268"/>
                <a:gd name="connsiteY29" fmla="*/ 367855 h 917430"/>
                <a:gd name="connsiteX30" fmla="*/ 681 w 6127268"/>
                <a:gd name="connsiteY30" fmla="*/ 331178 h 917430"/>
                <a:gd name="connsiteX31" fmla="*/ 18735 w 6127268"/>
                <a:gd name="connsiteY31" fmla="*/ 253540 h 917430"/>
                <a:gd name="connsiteX32" fmla="*/ 185861 w 6127268"/>
                <a:gd name="connsiteY32" fmla="*/ 3843 h 917430"/>
                <a:gd name="connsiteX33" fmla="*/ 245451 w 6127268"/>
                <a:gd name="connsiteY33" fmla="*/ 48 h 917430"/>
                <a:gd name="connsiteX0" fmla="*/ 245451 w 6127268"/>
                <a:gd name="connsiteY0" fmla="*/ 0 h 917382"/>
                <a:gd name="connsiteX1" fmla="*/ 408809 w 6127268"/>
                <a:gd name="connsiteY1" fmla="*/ 37691 h 917382"/>
                <a:gd name="connsiteX2" fmla="*/ 629531 w 6127268"/>
                <a:gd name="connsiteY2" fmla="*/ 130239 h 917382"/>
                <a:gd name="connsiteX3" fmla="*/ 974312 w 6127268"/>
                <a:gd name="connsiteY3" fmla="*/ 171339 h 917382"/>
                <a:gd name="connsiteX4" fmla="*/ 2055319 w 6127268"/>
                <a:gd name="connsiteY4" fmla="*/ 176465 h 917382"/>
                <a:gd name="connsiteX5" fmla="*/ 3186669 w 6127268"/>
                <a:gd name="connsiteY5" fmla="*/ 105337 h 917382"/>
                <a:gd name="connsiteX6" fmla="*/ 3887620 w 6127268"/>
                <a:gd name="connsiteY6" fmla="*/ 46056 h 917382"/>
                <a:gd name="connsiteX7" fmla="*/ 4556635 w 6127268"/>
                <a:gd name="connsiteY7" fmla="*/ 18833 h 917382"/>
                <a:gd name="connsiteX8" fmla="*/ 5167088 w 6127268"/>
                <a:gd name="connsiteY8" fmla="*/ 67090 h 917382"/>
                <a:gd name="connsiteX9" fmla="*/ 5906224 w 6127268"/>
                <a:gd name="connsiteY9" fmla="*/ 263791 h 917382"/>
                <a:gd name="connsiteX10" fmla="*/ 6059223 w 6127268"/>
                <a:gd name="connsiteY10" fmla="*/ 342026 h 917382"/>
                <a:gd name="connsiteX11" fmla="*/ 6113589 w 6127268"/>
                <a:gd name="connsiteY11" fmla="*/ 513728 h 917382"/>
                <a:gd name="connsiteX12" fmla="*/ 6090612 w 6127268"/>
                <a:gd name="connsiteY12" fmla="*/ 544154 h 917382"/>
                <a:gd name="connsiteX13" fmla="*/ 6121691 w 6127268"/>
                <a:gd name="connsiteY13" fmla="*/ 585099 h 917382"/>
                <a:gd name="connsiteX14" fmla="*/ 6113633 w 6127268"/>
                <a:gd name="connsiteY14" fmla="*/ 674024 h 917382"/>
                <a:gd name="connsiteX15" fmla="*/ 6121691 w 6127268"/>
                <a:gd name="connsiteY15" fmla="*/ 684640 h 917382"/>
                <a:gd name="connsiteX16" fmla="*/ 6113589 w 6127268"/>
                <a:gd name="connsiteY16" fmla="*/ 774045 h 917382"/>
                <a:gd name="connsiteX17" fmla="*/ 5874802 w 6127268"/>
                <a:gd name="connsiteY17" fmla="*/ 909483 h 917382"/>
                <a:gd name="connsiteX18" fmla="*/ 5545260 w 6127268"/>
                <a:gd name="connsiteY18" fmla="*/ 868914 h 917382"/>
                <a:gd name="connsiteX19" fmla="*/ 5124450 w 6127268"/>
                <a:gd name="connsiteY19" fmla="*/ 734299 h 917382"/>
                <a:gd name="connsiteX20" fmla="*/ 4649702 w 6127268"/>
                <a:gd name="connsiteY20" fmla="*/ 677677 h 917382"/>
                <a:gd name="connsiteX21" fmla="*/ 4025807 w 6127268"/>
                <a:gd name="connsiteY21" fmla="*/ 678306 h 917382"/>
                <a:gd name="connsiteX22" fmla="*/ 3229906 w 6127268"/>
                <a:gd name="connsiteY22" fmla="*/ 740923 h 917382"/>
                <a:gd name="connsiteX23" fmla="*/ 2356693 w 6127268"/>
                <a:gd name="connsiteY23" fmla="*/ 798174 h 917382"/>
                <a:gd name="connsiteX24" fmla="*/ 1620040 w 6127268"/>
                <a:gd name="connsiteY24" fmla="*/ 819836 h 917382"/>
                <a:gd name="connsiteX25" fmla="*/ 774053 w 6127268"/>
                <a:gd name="connsiteY25" fmla="*/ 785844 h 917382"/>
                <a:gd name="connsiteX26" fmla="*/ 301958 w 6127268"/>
                <a:gd name="connsiteY26" fmla="*/ 687493 h 917382"/>
                <a:gd name="connsiteX27" fmla="*/ 31235 w 6127268"/>
                <a:gd name="connsiteY27" fmla="*/ 507329 h 917382"/>
                <a:gd name="connsiteX28" fmla="*/ 681 w 6127268"/>
                <a:gd name="connsiteY28" fmla="*/ 430671 h 917382"/>
                <a:gd name="connsiteX29" fmla="*/ 15300 w 6127268"/>
                <a:gd name="connsiteY29" fmla="*/ 367807 h 917382"/>
                <a:gd name="connsiteX30" fmla="*/ 681 w 6127268"/>
                <a:gd name="connsiteY30" fmla="*/ 331130 h 917382"/>
                <a:gd name="connsiteX31" fmla="*/ 18735 w 6127268"/>
                <a:gd name="connsiteY31" fmla="*/ 253492 h 917382"/>
                <a:gd name="connsiteX32" fmla="*/ 245451 w 6127268"/>
                <a:gd name="connsiteY32" fmla="*/ 0 h 917382"/>
                <a:gd name="connsiteX0" fmla="*/ 244770 w 6126587"/>
                <a:gd name="connsiteY0" fmla="*/ 0 h 917382"/>
                <a:gd name="connsiteX1" fmla="*/ 408128 w 6126587"/>
                <a:gd name="connsiteY1" fmla="*/ 37691 h 917382"/>
                <a:gd name="connsiteX2" fmla="*/ 628850 w 6126587"/>
                <a:gd name="connsiteY2" fmla="*/ 130239 h 917382"/>
                <a:gd name="connsiteX3" fmla="*/ 973631 w 6126587"/>
                <a:gd name="connsiteY3" fmla="*/ 171339 h 917382"/>
                <a:gd name="connsiteX4" fmla="*/ 2054638 w 6126587"/>
                <a:gd name="connsiteY4" fmla="*/ 176465 h 917382"/>
                <a:gd name="connsiteX5" fmla="*/ 3185988 w 6126587"/>
                <a:gd name="connsiteY5" fmla="*/ 105337 h 917382"/>
                <a:gd name="connsiteX6" fmla="*/ 3886939 w 6126587"/>
                <a:gd name="connsiteY6" fmla="*/ 46056 h 917382"/>
                <a:gd name="connsiteX7" fmla="*/ 4555954 w 6126587"/>
                <a:gd name="connsiteY7" fmla="*/ 18833 h 917382"/>
                <a:gd name="connsiteX8" fmla="*/ 5166407 w 6126587"/>
                <a:gd name="connsiteY8" fmla="*/ 67090 h 917382"/>
                <a:gd name="connsiteX9" fmla="*/ 5905543 w 6126587"/>
                <a:gd name="connsiteY9" fmla="*/ 263791 h 917382"/>
                <a:gd name="connsiteX10" fmla="*/ 6058542 w 6126587"/>
                <a:gd name="connsiteY10" fmla="*/ 342026 h 917382"/>
                <a:gd name="connsiteX11" fmla="*/ 6112908 w 6126587"/>
                <a:gd name="connsiteY11" fmla="*/ 513728 h 917382"/>
                <a:gd name="connsiteX12" fmla="*/ 6089931 w 6126587"/>
                <a:gd name="connsiteY12" fmla="*/ 544154 h 917382"/>
                <a:gd name="connsiteX13" fmla="*/ 6121010 w 6126587"/>
                <a:gd name="connsiteY13" fmla="*/ 585099 h 917382"/>
                <a:gd name="connsiteX14" fmla="*/ 6112952 w 6126587"/>
                <a:gd name="connsiteY14" fmla="*/ 674024 h 917382"/>
                <a:gd name="connsiteX15" fmla="*/ 6121010 w 6126587"/>
                <a:gd name="connsiteY15" fmla="*/ 684640 h 917382"/>
                <a:gd name="connsiteX16" fmla="*/ 6112908 w 6126587"/>
                <a:gd name="connsiteY16" fmla="*/ 774045 h 917382"/>
                <a:gd name="connsiteX17" fmla="*/ 5874121 w 6126587"/>
                <a:gd name="connsiteY17" fmla="*/ 909483 h 917382"/>
                <a:gd name="connsiteX18" fmla="*/ 5544579 w 6126587"/>
                <a:gd name="connsiteY18" fmla="*/ 868914 h 917382"/>
                <a:gd name="connsiteX19" fmla="*/ 5123769 w 6126587"/>
                <a:gd name="connsiteY19" fmla="*/ 734299 h 917382"/>
                <a:gd name="connsiteX20" fmla="*/ 4649021 w 6126587"/>
                <a:gd name="connsiteY20" fmla="*/ 677677 h 917382"/>
                <a:gd name="connsiteX21" fmla="*/ 4025126 w 6126587"/>
                <a:gd name="connsiteY21" fmla="*/ 678306 h 917382"/>
                <a:gd name="connsiteX22" fmla="*/ 3229225 w 6126587"/>
                <a:gd name="connsiteY22" fmla="*/ 740923 h 917382"/>
                <a:gd name="connsiteX23" fmla="*/ 2356012 w 6126587"/>
                <a:gd name="connsiteY23" fmla="*/ 798174 h 917382"/>
                <a:gd name="connsiteX24" fmla="*/ 1619359 w 6126587"/>
                <a:gd name="connsiteY24" fmla="*/ 819836 h 917382"/>
                <a:gd name="connsiteX25" fmla="*/ 773372 w 6126587"/>
                <a:gd name="connsiteY25" fmla="*/ 785844 h 917382"/>
                <a:gd name="connsiteX26" fmla="*/ 301277 w 6126587"/>
                <a:gd name="connsiteY26" fmla="*/ 687493 h 917382"/>
                <a:gd name="connsiteX27" fmla="*/ 30554 w 6126587"/>
                <a:gd name="connsiteY27" fmla="*/ 507329 h 917382"/>
                <a:gd name="connsiteX28" fmla="*/ 0 w 6126587"/>
                <a:gd name="connsiteY28" fmla="*/ 430671 h 917382"/>
                <a:gd name="connsiteX29" fmla="*/ 14619 w 6126587"/>
                <a:gd name="connsiteY29" fmla="*/ 367807 h 917382"/>
                <a:gd name="connsiteX30" fmla="*/ 18054 w 6126587"/>
                <a:gd name="connsiteY30" fmla="*/ 253492 h 917382"/>
                <a:gd name="connsiteX31" fmla="*/ 244770 w 6126587"/>
                <a:gd name="connsiteY31" fmla="*/ 0 h 917382"/>
                <a:gd name="connsiteX0" fmla="*/ 244770 w 6126587"/>
                <a:gd name="connsiteY0" fmla="*/ 0 h 917382"/>
                <a:gd name="connsiteX1" fmla="*/ 408128 w 6126587"/>
                <a:gd name="connsiteY1" fmla="*/ 37691 h 917382"/>
                <a:gd name="connsiteX2" fmla="*/ 628850 w 6126587"/>
                <a:gd name="connsiteY2" fmla="*/ 130239 h 917382"/>
                <a:gd name="connsiteX3" fmla="*/ 973631 w 6126587"/>
                <a:gd name="connsiteY3" fmla="*/ 171339 h 917382"/>
                <a:gd name="connsiteX4" fmla="*/ 2054638 w 6126587"/>
                <a:gd name="connsiteY4" fmla="*/ 176465 h 917382"/>
                <a:gd name="connsiteX5" fmla="*/ 3185988 w 6126587"/>
                <a:gd name="connsiteY5" fmla="*/ 105337 h 917382"/>
                <a:gd name="connsiteX6" fmla="*/ 3886939 w 6126587"/>
                <a:gd name="connsiteY6" fmla="*/ 46056 h 917382"/>
                <a:gd name="connsiteX7" fmla="*/ 4555954 w 6126587"/>
                <a:gd name="connsiteY7" fmla="*/ 18833 h 917382"/>
                <a:gd name="connsiteX8" fmla="*/ 5166407 w 6126587"/>
                <a:gd name="connsiteY8" fmla="*/ 67090 h 917382"/>
                <a:gd name="connsiteX9" fmla="*/ 5905543 w 6126587"/>
                <a:gd name="connsiteY9" fmla="*/ 263791 h 917382"/>
                <a:gd name="connsiteX10" fmla="*/ 6058542 w 6126587"/>
                <a:gd name="connsiteY10" fmla="*/ 342026 h 917382"/>
                <a:gd name="connsiteX11" fmla="*/ 6112908 w 6126587"/>
                <a:gd name="connsiteY11" fmla="*/ 513728 h 917382"/>
                <a:gd name="connsiteX12" fmla="*/ 6089931 w 6126587"/>
                <a:gd name="connsiteY12" fmla="*/ 544154 h 917382"/>
                <a:gd name="connsiteX13" fmla="*/ 6121010 w 6126587"/>
                <a:gd name="connsiteY13" fmla="*/ 585099 h 917382"/>
                <a:gd name="connsiteX14" fmla="*/ 6112952 w 6126587"/>
                <a:gd name="connsiteY14" fmla="*/ 674024 h 917382"/>
                <a:gd name="connsiteX15" fmla="*/ 6121010 w 6126587"/>
                <a:gd name="connsiteY15" fmla="*/ 684640 h 917382"/>
                <a:gd name="connsiteX16" fmla="*/ 6112908 w 6126587"/>
                <a:gd name="connsiteY16" fmla="*/ 774045 h 917382"/>
                <a:gd name="connsiteX17" fmla="*/ 5874121 w 6126587"/>
                <a:gd name="connsiteY17" fmla="*/ 909483 h 917382"/>
                <a:gd name="connsiteX18" fmla="*/ 5544579 w 6126587"/>
                <a:gd name="connsiteY18" fmla="*/ 868914 h 917382"/>
                <a:gd name="connsiteX19" fmla="*/ 5123769 w 6126587"/>
                <a:gd name="connsiteY19" fmla="*/ 734299 h 917382"/>
                <a:gd name="connsiteX20" fmla="*/ 4649021 w 6126587"/>
                <a:gd name="connsiteY20" fmla="*/ 677677 h 917382"/>
                <a:gd name="connsiteX21" fmla="*/ 4025126 w 6126587"/>
                <a:gd name="connsiteY21" fmla="*/ 678306 h 917382"/>
                <a:gd name="connsiteX22" fmla="*/ 3229225 w 6126587"/>
                <a:gd name="connsiteY22" fmla="*/ 740923 h 917382"/>
                <a:gd name="connsiteX23" fmla="*/ 2356012 w 6126587"/>
                <a:gd name="connsiteY23" fmla="*/ 798174 h 917382"/>
                <a:gd name="connsiteX24" fmla="*/ 1619359 w 6126587"/>
                <a:gd name="connsiteY24" fmla="*/ 819836 h 917382"/>
                <a:gd name="connsiteX25" fmla="*/ 773372 w 6126587"/>
                <a:gd name="connsiteY25" fmla="*/ 785844 h 917382"/>
                <a:gd name="connsiteX26" fmla="*/ 301277 w 6126587"/>
                <a:gd name="connsiteY26" fmla="*/ 687493 h 917382"/>
                <a:gd name="connsiteX27" fmla="*/ 30554 w 6126587"/>
                <a:gd name="connsiteY27" fmla="*/ 507329 h 917382"/>
                <a:gd name="connsiteX28" fmla="*/ 0 w 6126587"/>
                <a:gd name="connsiteY28" fmla="*/ 430671 h 917382"/>
                <a:gd name="connsiteX29" fmla="*/ 18054 w 6126587"/>
                <a:gd name="connsiteY29" fmla="*/ 253492 h 917382"/>
                <a:gd name="connsiteX30" fmla="*/ 244770 w 6126587"/>
                <a:gd name="connsiteY30" fmla="*/ 0 h 917382"/>
                <a:gd name="connsiteX0" fmla="*/ 251762 w 6133579"/>
                <a:gd name="connsiteY0" fmla="*/ 0 h 917382"/>
                <a:gd name="connsiteX1" fmla="*/ 415120 w 6133579"/>
                <a:gd name="connsiteY1" fmla="*/ 37691 h 917382"/>
                <a:gd name="connsiteX2" fmla="*/ 635842 w 6133579"/>
                <a:gd name="connsiteY2" fmla="*/ 130239 h 917382"/>
                <a:gd name="connsiteX3" fmla="*/ 980623 w 6133579"/>
                <a:gd name="connsiteY3" fmla="*/ 171339 h 917382"/>
                <a:gd name="connsiteX4" fmla="*/ 2061630 w 6133579"/>
                <a:gd name="connsiteY4" fmla="*/ 176465 h 917382"/>
                <a:gd name="connsiteX5" fmla="*/ 3192980 w 6133579"/>
                <a:gd name="connsiteY5" fmla="*/ 105337 h 917382"/>
                <a:gd name="connsiteX6" fmla="*/ 3893931 w 6133579"/>
                <a:gd name="connsiteY6" fmla="*/ 46056 h 917382"/>
                <a:gd name="connsiteX7" fmla="*/ 4562946 w 6133579"/>
                <a:gd name="connsiteY7" fmla="*/ 18833 h 917382"/>
                <a:gd name="connsiteX8" fmla="*/ 5173399 w 6133579"/>
                <a:gd name="connsiteY8" fmla="*/ 67090 h 917382"/>
                <a:gd name="connsiteX9" fmla="*/ 5912535 w 6133579"/>
                <a:gd name="connsiteY9" fmla="*/ 263791 h 917382"/>
                <a:gd name="connsiteX10" fmla="*/ 6065534 w 6133579"/>
                <a:gd name="connsiteY10" fmla="*/ 342026 h 917382"/>
                <a:gd name="connsiteX11" fmla="*/ 6119900 w 6133579"/>
                <a:gd name="connsiteY11" fmla="*/ 513728 h 917382"/>
                <a:gd name="connsiteX12" fmla="*/ 6096923 w 6133579"/>
                <a:gd name="connsiteY12" fmla="*/ 544154 h 917382"/>
                <a:gd name="connsiteX13" fmla="*/ 6128002 w 6133579"/>
                <a:gd name="connsiteY13" fmla="*/ 585099 h 917382"/>
                <a:gd name="connsiteX14" fmla="*/ 6119944 w 6133579"/>
                <a:gd name="connsiteY14" fmla="*/ 674024 h 917382"/>
                <a:gd name="connsiteX15" fmla="*/ 6128002 w 6133579"/>
                <a:gd name="connsiteY15" fmla="*/ 684640 h 917382"/>
                <a:gd name="connsiteX16" fmla="*/ 6119900 w 6133579"/>
                <a:gd name="connsiteY16" fmla="*/ 774045 h 917382"/>
                <a:gd name="connsiteX17" fmla="*/ 5881113 w 6133579"/>
                <a:gd name="connsiteY17" fmla="*/ 909483 h 917382"/>
                <a:gd name="connsiteX18" fmla="*/ 5551571 w 6133579"/>
                <a:gd name="connsiteY18" fmla="*/ 868914 h 917382"/>
                <a:gd name="connsiteX19" fmla="*/ 5130761 w 6133579"/>
                <a:gd name="connsiteY19" fmla="*/ 734299 h 917382"/>
                <a:gd name="connsiteX20" fmla="*/ 4656013 w 6133579"/>
                <a:gd name="connsiteY20" fmla="*/ 677677 h 917382"/>
                <a:gd name="connsiteX21" fmla="*/ 4032118 w 6133579"/>
                <a:gd name="connsiteY21" fmla="*/ 678306 h 917382"/>
                <a:gd name="connsiteX22" fmla="*/ 3236217 w 6133579"/>
                <a:gd name="connsiteY22" fmla="*/ 740923 h 917382"/>
                <a:gd name="connsiteX23" fmla="*/ 2363004 w 6133579"/>
                <a:gd name="connsiteY23" fmla="*/ 798174 h 917382"/>
                <a:gd name="connsiteX24" fmla="*/ 1626351 w 6133579"/>
                <a:gd name="connsiteY24" fmla="*/ 819836 h 917382"/>
                <a:gd name="connsiteX25" fmla="*/ 780364 w 6133579"/>
                <a:gd name="connsiteY25" fmla="*/ 785844 h 917382"/>
                <a:gd name="connsiteX26" fmla="*/ 308269 w 6133579"/>
                <a:gd name="connsiteY26" fmla="*/ 687493 h 917382"/>
                <a:gd name="connsiteX27" fmla="*/ 37546 w 6133579"/>
                <a:gd name="connsiteY27" fmla="*/ 507329 h 917382"/>
                <a:gd name="connsiteX28" fmla="*/ 25046 w 6133579"/>
                <a:gd name="connsiteY28" fmla="*/ 253492 h 917382"/>
                <a:gd name="connsiteX29" fmla="*/ 251762 w 6133579"/>
                <a:gd name="connsiteY29" fmla="*/ 0 h 917382"/>
                <a:gd name="connsiteX0" fmla="*/ 226716 w 6108533"/>
                <a:gd name="connsiteY0" fmla="*/ 0 h 917382"/>
                <a:gd name="connsiteX1" fmla="*/ 390074 w 6108533"/>
                <a:gd name="connsiteY1" fmla="*/ 37691 h 917382"/>
                <a:gd name="connsiteX2" fmla="*/ 610796 w 6108533"/>
                <a:gd name="connsiteY2" fmla="*/ 130239 h 917382"/>
                <a:gd name="connsiteX3" fmla="*/ 955577 w 6108533"/>
                <a:gd name="connsiteY3" fmla="*/ 171339 h 917382"/>
                <a:gd name="connsiteX4" fmla="*/ 2036584 w 6108533"/>
                <a:gd name="connsiteY4" fmla="*/ 176465 h 917382"/>
                <a:gd name="connsiteX5" fmla="*/ 3167934 w 6108533"/>
                <a:gd name="connsiteY5" fmla="*/ 105337 h 917382"/>
                <a:gd name="connsiteX6" fmla="*/ 3868885 w 6108533"/>
                <a:gd name="connsiteY6" fmla="*/ 46056 h 917382"/>
                <a:gd name="connsiteX7" fmla="*/ 4537900 w 6108533"/>
                <a:gd name="connsiteY7" fmla="*/ 18833 h 917382"/>
                <a:gd name="connsiteX8" fmla="*/ 5148353 w 6108533"/>
                <a:gd name="connsiteY8" fmla="*/ 67090 h 917382"/>
                <a:gd name="connsiteX9" fmla="*/ 5887489 w 6108533"/>
                <a:gd name="connsiteY9" fmla="*/ 263791 h 917382"/>
                <a:gd name="connsiteX10" fmla="*/ 6040488 w 6108533"/>
                <a:gd name="connsiteY10" fmla="*/ 342026 h 917382"/>
                <a:gd name="connsiteX11" fmla="*/ 6094854 w 6108533"/>
                <a:gd name="connsiteY11" fmla="*/ 513728 h 917382"/>
                <a:gd name="connsiteX12" fmla="*/ 6071877 w 6108533"/>
                <a:gd name="connsiteY12" fmla="*/ 544154 h 917382"/>
                <a:gd name="connsiteX13" fmla="*/ 6102956 w 6108533"/>
                <a:gd name="connsiteY13" fmla="*/ 585099 h 917382"/>
                <a:gd name="connsiteX14" fmla="*/ 6094898 w 6108533"/>
                <a:gd name="connsiteY14" fmla="*/ 674024 h 917382"/>
                <a:gd name="connsiteX15" fmla="*/ 6102956 w 6108533"/>
                <a:gd name="connsiteY15" fmla="*/ 684640 h 917382"/>
                <a:gd name="connsiteX16" fmla="*/ 6094854 w 6108533"/>
                <a:gd name="connsiteY16" fmla="*/ 774045 h 917382"/>
                <a:gd name="connsiteX17" fmla="*/ 5856067 w 6108533"/>
                <a:gd name="connsiteY17" fmla="*/ 909483 h 917382"/>
                <a:gd name="connsiteX18" fmla="*/ 5526525 w 6108533"/>
                <a:gd name="connsiteY18" fmla="*/ 868914 h 917382"/>
                <a:gd name="connsiteX19" fmla="*/ 5105715 w 6108533"/>
                <a:gd name="connsiteY19" fmla="*/ 734299 h 917382"/>
                <a:gd name="connsiteX20" fmla="*/ 4630967 w 6108533"/>
                <a:gd name="connsiteY20" fmla="*/ 677677 h 917382"/>
                <a:gd name="connsiteX21" fmla="*/ 4007072 w 6108533"/>
                <a:gd name="connsiteY21" fmla="*/ 678306 h 917382"/>
                <a:gd name="connsiteX22" fmla="*/ 3211171 w 6108533"/>
                <a:gd name="connsiteY22" fmla="*/ 740923 h 917382"/>
                <a:gd name="connsiteX23" fmla="*/ 2337958 w 6108533"/>
                <a:gd name="connsiteY23" fmla="*/ 798174 h 917382"/>
                <a:gd name="connsiteX24" fmla="*/ 1601305 w 6108533"/>
                <a:gd name="connsiteY24" fmla="*/ 819836 h 917382"/>
                <a:gd name="connsiteX25" fmla="*/ 755318 w 6108533"/>
                <a:gd name="connsiteY25" fmla="*/ 785844 h 917382"/>
                <a:gd name="connsiteX26" fmla="*/ 283223 w 6108533"/>
                <a:gd name="connsiteY26" fmla="*/ 687493 h 917382"/>
                <a:gd name="connsiteX27" fmla="*/ 0 w 6108533"/>
                <a:gd name="connsiteY27" fmla="*/ 253492 h 917382"/>
                <a:gd name="connsiteX28" fmla="*/ 226716 w 6108533"/>
                <a:gd name="connsiteY28" fmla="*/ 0 h 917382"/>
                <a:gd name="connsiteX0" fmla="*/ 13196 w 5895013"/>
                <a:gd name="connsiteY0" fmla="*/ 0 h 917382"/>
                <a:gd name="connsiteX1" fmla="*/ 176554 w 5895013"/>
                <a:gd name="connsiteY1" fmla="*/ 37691 h 917382"/>
                <a:gd name="connsiteX2" fmla="*/ 397276 w 5895013"/>
                <a:gd name="connsiteY2" fmla="*/ 130239 h 917382"/>
                <a:gd name="connsiteX3" fmla="*/ 742057 w 5895013"/>
                <a:gd name="connsiteY3" fmla="*/ 171339 h 917382"/>
                <a:gd name="connsiteX4" fmla="*/ 1823064 w 5895013"/>
                <a:gd name="connsiteY4" fmla="*/ 176465 h 917382"/>
                <a:gd name="connsiteX5" fmla="*/ 2954414 w 5895013"/>
                <a:gd name="connsiteY5" fmla="*/ 105337 h 917382"/>
                <a:gd name="connsiteX6" fmla="*/ 3655365 w 5895013"/>
                <a:gd name="connsiteY6" fmla="*/ 46056 h 917382"/>
                <a:gd name="connsiteX7" fmla="*/ 4324380 w 5895013"/>
                <a:gd name="connsiteY7" fmla="*/ 18833 h 917382"/>
                <a:gd name="connsiteX8" fmla="*/ 4934833 w 5895013"/>
                <a:gd name="connsiteY8" fmla="*/ 67090 h 917382"/>
                <a:gd name="connsiteX9" fmla="*/ 5673969 w 5895013"/>
                <a:gd name="connsiteY9" fmla="*/ 263791 h 917382"/>
                <a:gd name="connsiteX10" fmla="*/ 5826968 w 5895013"/>
                <a:gd name="connsiteY10" fmla="*/ 342026 h 917382"/>
                <a:gd name="connsiteX11" fmla="*/ 5881334 w 5895013"/>
                <a:gd name="connsiteY11" fmla="*/ 513728 h 917382"/>
                <a:gd name="connsiteX12" fmla="*/ 5858357 w 5895013"/>
                <a:gd name="connsiteY12" fmla="*/ 544154 h 917382"/>
                <a:gd name="connsiteX13" fmla="*/ 5889436 w 5895013"/>
                <a:gd name="connsiteY13" fmla="*/ 585099 h 917382"/>
                <a:gd name="connsiteX14" fmla="*/ 5881378 w 5895013"/>
                <a:gd name="connsiteY14" fmla="*/ 674024 h 917382"/>
                <a:gd name="connsiteX15" fmla="*/ 5889436 w 5895013"/>
                <a:gd name="connsiteY15" fmla="*/ 684640 h 917382"/>
                <a:gd name="connsiteX16" fmla="*/ 5881334 w 5895013"/>
                <a:gd name="connsiteY16" fmla="*/ 774045 h 917382"/>
                <a:gd name="connsiteX17" fmla="*/ 5642547 w 5895013"/>
                <a:gd name="connsiteY17" fmla="*/ 909483 h 917382"/>
                <a:gd name="connsiteX18" fmla="*/ 5313005 w 5895013"/>
                <a:gd name="connsiteY18" fmla="*/ 868914 h 917382"/>
                <a:gd name="connsiteX19" fmla="*/ 4892195 w 5895013"/>
                <a:gd name="connsiteY19" fmla="*/ 734299 h 917382"/>
                <a:gd name="connsiteX20" fmla="*/ 4417447 w 5895013"/>
                <a:gd name="connsiteY20" fmla="*/ 677677 h 917382"/>
                <a:gd name="connsiteX21" fmla="*/ 3793552 w 5895013"/>
                <a:gd name="connsiteY21" fmla="*/ 678306 h 917382"/>
                <a:gd name="connsiteX22" fmla="*/ 2997651 w 5895013"/>
                <a:gd name="connsiteY22" fmla="*/ 740923 h 917382"/>
                <a:gd name="connsiteX23" fmla="*/ 2124438 w 5895013"/>
                <a:gd name="connsiteY23" fmla="*/ 798174 h 917382"/>
                <a:gd name="connsiteX24" fmla="*/ 1387785 w 5895013"/>
                <a:gd name="connsiteY24" fmla="*/ 819836 h 917382"/>
                <a:gd name="connsiteX25" fmla="*/ 541798 w 5895013"/>
                <a:gd name="connsiteY25" fmla="*/ 785844 h 917382"/>
                <a:gd name="connsiteX26" fmla="*/ 69703 w 5895013"/>
                <a:gd name="connsiteY26" fmla="*/ 687493 h 917382"/>
                <a:gd name="connsiteX27" fmla="*/ 13196 w 5895013"/>
                <a:gd name="connsiteY27" fmla="*/ 0 h 917382"/>
                <a:gd name="connsiteX0" fmla="*/ 17507 w 5842817"/>
                <a:gd name="connsiteY0" fmla="*/ 678091 h 907980"/>
                <a:gd name="connsiteX1" fmla="*/ 124358 w 5842817"/>
                <a:gd name="connsiteY1" fmla="*/ 28289 h 907980"/>
                <a:gd name="connsiteX2" fmla="*/ 345080 w 5842817"/>
                <a:gd name="connsiteY2" fmla="*/ 120837 h 907980"/>
                <a:gd name="connsiteX3" fmla="*/ 689861 w 5842817"/>
                <a:gd name="connsiteY3" fmla="*/ 161937 h 907980"/>
                <a:gd name="connsiteX4" fmla="*/ 1770868 w 5842817"/>
                <a:gd name="connsiteY4" fmla="*/ 167063 h 907980"/>
                <a:gd name="connsiteX5" fmla="*/ 2902218 w 5842817"/>
                <a:gd name="connsiteY5" fmla="*/ 95935 h 907980"/>
                <a:gd name="connsiteX6" fmla="*/ 3603169 w 5842817"/>
                <a:gd name="connsiteY6" fmla="*/ 36654 h 907980"/>
                <a:gd name="connsiteX7" fmla="*/ 4272184 w 5842817"/>
                <a:gd name="connsiteY7" fmla="*/ 9431 h 907980"/>
                <a:gd name="connsiteX8" fmla="*/ 4882637 w 5842817"/>
                <a:gd name="connsiteY8" fmla="*/ 57688 h 907980"/>
                <a:gd name="connsiteX9" fmla="*/ 5621773 w 5842817"/>
                <a:gd name="connsiteY9" fmla="*/ 254389 h 907980"/>
                <a:gd name="connsiteX10" fmla="*/ 5774772 w 5842817"/>
                <a:gd name="connsiteY10" fmla="*/ 332624 h 907980"/>
                <a:gd name="connsiteX11" fmla="*/ 5829138 w 5842817"/>
                <a:gd name="connsiteY11" fmla="*/ 504326 h 907980"/>
                <a:gd name="connsiteX12" fmla="*/ 5806161 w 5842817"/>
                <a:gd name="connsiteY12" fmla="*/ 534752 h 907980"/>
                <a:gd name="connsiteX13" fmla="*/ 5837240 w 5842817"/>
                <a:gd name="connsiteY13" fmla="*/ 575697 h 907980"/>
                <a:gd name="connsiteX14" fmla="*/ 5829182 w 5842817"/>
                <a:gd name="connsiteY14" fmla="*/ 664622 h 907980"/>
                <a:gd name="connsiteX15" fmla="*/ 5837240 w 5842817"/>
                <a:gd name="connsiteY15" fmla="*/ 675238 h 907980"/>
                <a:gd name="connsiteX16" fmla="*/ 5829138 w 5842817"/>
                <a:gd name="connsiteY16" fmla="*/ 764643 h 907980"/>
                <a:gd name="connsiteX17" fmla="*/ 5590351 w 5842817"/>
                <a:gd name="connsiteY17" fmla="*/ 900081 h 907980"/>
                <a:gd name="connsiteX18" fmla="*/ 5260809 w 5842817"/>
                <a:gd name="connsiteY18" fmla="*/ 859512 h 907980"/>
                <a:gd name="connsiteX19" fmla="*/ 4839999 w 5842817"/>
                <a:gd name="connsiteY19" fmla="*/ 724897 h 907980"/>
                <a:gd name="connsiteX20" fmla="*/ 4365251 w 5842817"/>
                <a:gd name="connsiteY20" fmla="*/ 668275 h 907980"/>
                <a:gd name="connsiteX21" fmla="*/ 3741356 w 5842817"/>
                <a:gd name="connsiteY21" fmla="*/ 668904 h 907980"/>
                <a:gd name="connsiteX22" fmla="*/ 2945455 w 5842817"/>
                <a:gd name="connsiteY22" fmla="*/ 731521 h 907980"/>
                <a:gd name="connsiteX23" fmla="*/ 2072242 w 5842817"/>
                <a:gd name="connsiteY23" fmla="*/ 788772 h 907980"/>
                <a:gd name="connsiteX24" fmla="*/ 1335589 w 5842817"/>
                <a:gd name="connsiteY24" fmla="*/ 810434 h 907980"/>
                <a:gd name="connsiteX25" fmla="*/ 489602 w 5842817"/>
                <a:gd name="connsiteY25" fmla="*/ 776442 h 907980"/>
                <a:gd name="connsiteX26" fmla="*/ 17507 w 5842817"/>
                <a:gd name="connsiteY26" fmla="*/ 678091 h 907980"/>
                <a:gd name="connsiteX0" fmla="*/ 246440 w 6071750"/>
                <a:gd name="connsiteY0" fmla="*/ 669016 h 898905"/>
                <a:gd name="connsiteX1" fmla="*/ 10391 w 6071750"/>
                <a:gd name="connsiteY1" fmla="*/ 49694 h 898905"/>
                <a:gd name="connsiteX2" fmla="*/ 574013 w 6071750"/>
                <a:gd name="connsiteY2" fmla="*/ 111762 h 898905"/>
                <a:gd name="connsiteX3" fmla="*/ 918794 w 6071750"/>
                <a:gd name="connsiteY3" fmla="*/ 152862 h 898905"/>
                <a:gd name="connsiteX4" fmla="*/ 1999801 w 6071750"/>
                <a:gd name="connsiteY4" fmla="*/ 157988 h 898905"/>
                <a:gd name="connsiteX5" fmla="*/ 3131151 w 6071750"/>
                <a:gd name="connsiteY5" fmla="*/ 86860 h 898905"/>
                <a:gd name="connsiteX6" fmla="*/ 3832102 w 6071750"/>
                <a:gd name="connsiteY6" fmla="*/ 27579 h 898905"/>
                <a:gd name="connsiteX7" fmla="*/ 4501117 w 6071750"/>
                <a:gd name="connsiteY7" fmla="*/ 356 h 898905"/>
                <a:gd name="connsiteX8" fmla="*/ 5111570 w 6071750"/>
                <a:gd name="connsiteY8" fmla="*/ 48613 h 898905"/>
                <a:gd name="connsiteX9" fmla="*/ 5850706 w 6071750"/>
                <a:gd name="connsiteY9" fmla="*/ 245314 h 898905"/>
                <a:gd name="connsiteX10" fmla="*/ 6003705 w 6071750"/>
                <a:gd name="connsiteY10" fmla="*/ 323549 h 898905"/>
                <a:gd name="connsiteX11" fmla="*/ 6058071 w 6071750"/>
                <a:gd name="connsiteY11" fmla="*/ 495251 h 898905"/>
                <a:gd name="connsiteX12" fmla="*/ 6035094 w 6071750"/>
                <a:gd name="connsiteY12" fmla="*/ 525677 h 898905"/>
                <a:gd name="connsiteX13" fmla="*/ 6066173 w 6071750"/>
                <a:gd name="connsiteY13" fmla="*/ 566622 h 898905"/>
                <a:gd name="connsiteX14" fmla="*/ 6058115 w 6071750"/>
                <a:gd name="connsiteY14" fmla="*/ 655547 h 898905"/>
                <a:gd name="connsiteX15" fmla="*/ 6066173 w 6071750"/>
                <a:gd name="connsiteY15" fmla="*/ 666163 h 898905"/>
                <a:gd name="connsiteX16" fmla="*/ 6058071 w 6071750"/>
                <a:gd name="connsiteY16" fmla="*/ 755568 h 898905"/>
                <a:gd name="connsiteX17" fmla="*/ 5819284 w 6071750"/>
                <a:gd name="connsiteY17" fmla="*/ 891006 h 898905"/>
                <a:gd name="connsiteX18" fmla="*/ 5489742 w 6071750"/>
                <a:gd name="connsiteY18" fmla="*/ 850437 h 898905"/>
                <a:gd name="connsiteX19" fmla="*/ 5068932 w 6071750"/>
                <a:gd name="connsiteY19" fmla="*/ 715822 h 898905"/>
                <a:gd name="connsiteX20" fmla="*/ 4594184 w 6071750"/>
                <a:gd name="connsiteY20" fmla="*/ 659200 h 898905"/>
                <a:gd name="connsiteX21" fmla="*/ 3970289 w 6071750"/>
                <a:gd name="connsiteY21" fmla="*/ 659829 h 898905"/>
                <a:gd name="connsiteX22" fmla="*/ 3174388 w 6071750"/>
                <a:gd name="connsiteY22" fmla="*/ 722446 h 898905"/>
                <a:gd name="connsiteX23" fmla="*/ 2301175 w 6071750"/>
                <a:gd name="connsiteY23" fmla="*/ 779697 h 898905"/>
                <a:gd name="connsiteX24" fmla="*/ 1564522 w 6071750"/>
                <a:gd name="connsiteY24" fmla="*/ 801359 h 898905"/>
                <a:gd name="connsiteX25" fmla="*/ 718535 w 6071750"/>
                <a:gd name="connsiteY25" fmla="*/ 767367 h 898905"/>
                <a:gd name="connsiteX26" fmla="*/ 246440 w 6071750"/>
                <a:gd name="connsiteY26" fmla="*/ 669016 h 898905"/>
                <a:gd name="connsiteX0" fmla="*/ 248034 w 6073344"/>
                <a:gd name="connsiteY0" fmla="*/ 681433 h 911322"/>
                <a:gd name="connsiteX1" fmla="*/ 11985 w 6073344"/>
                <a:gd name="connsiteY1" fmla="*/ 62111 h 911322"/>
                <a:gd name="connsiteX2" fmla="*/ 575607 w 6073344"/>
                <a:gd name="connsiteY2" fmla="*/ 124179 h 911322"/>
                <a:gd name="connsiteX3" fmla="*/ 920388 w 6073344"/>
                <a:gd name="connsiteY3" fmla="*/ 165279 h 911322"/>
                <a:gd name="connsiteX4" fmla="*/ 2001395 w 6073344"/>
                <a:gd name="connsiteY4" fmla="*/ 170405 h 911322"/>
                <a:gd name="connsiteX5" fmla="*/ 3132745 w 6073344"/>
                <a:gd name="connsiteY5" fmla="*/ 99277 h 911322"/>
                <a:gd name="connsiteX6" fmla="*/ 3833696 w 6073344"/>
                <a:gd name="connsiteY6" fmla="*/ 39996 h 911322"/>
                <a:gd name="connsiteX7" fmla="*/ 4502711 w 6073344"/>
                <a:gd name="connsiteY7" fmla="*/ 12773 h 911322"/>
                <a:gd name="connsiteX8" fmla="*/ 5113164 w 6073344"/>
                <a:gd name="connsiteY8" fmla="*/ 61030 h 911322"/>
                <a:gd name="connsiteX9" fmla="*/ 5852300 w 6073344"/>
                <a:gd name="connsiteY9" fmla="*/ 257731 h 911322"/>
                <a:gd name="connsiteX10" fmla="*/ 6005299 w 6073344"/>
                <a:gd name="connsiteY10" fmla="*/ 335966 h 911322"/>
                <a:gd name="connsiteX11" fmla="*/ 6059665 w 6073344"/>
                <a:gd name="connsiteY11" fmla="*/ 507668 h 911322"/>
                <a:gd name="connsiteX12" fmla="*/ 6036688 w 6073344"/>
                <a:gd name="connsiteY12" fmla="*/ 538094 h 911322"/>
                <a:gd name="connsiteX13" fmla="*/ 6067767 w 6073344"/>
                <a:gd name="connsiteY13" fmla="*/ 579039 h 911322"/>
                <a:gd name="connsiteX14" fmla="*/ 6059709 w 6073344"/>
                <a:gd name="connsiteY14" fmla="*/ 667964 h 911322"/>
                <a:gd name="connsiteX15" fmla="*/ 6067767 w 6073344"/>
                <a:gd name="connsiteY15" fmla="*/ 678580 h 911322"/>
                <a:gd name="connsiteX16" fmla="*/ 6059665 w 6073344"/>
                <a:gd name="connsiteY16" fmla="*/ 767985 h 911322"/>
                <a:gd name="connsiteX17" fmla="*/ 5820878 w 6073344"/>
                <a:gd name="connsiteY17" fmla="*/ 903423 h 911322"/>
                <a:gd name="connsiteX18" fmla="*/ 5491336 w 6073344"/>
                <a:gd name="connsiteY18" fmla="*/ 862854 h 911322"/>
                <a:gd name="connsiteX19" fmla="*/ 5070526 w 6073344"/>
                <a:gd name="connsiteY19" fmla="*/ 728239 h 911322"/>
                <a:gd name="connsiteX20" fmla="*/ 4595778 w 6073344"/>
                <a:gd name="connsiteY20" fmla="*/ 671617 h 911322"/>
                <a:gd name="connsiteX21" fmla="*/ 3971883 w 6073344"/>
                <a:gd name="connsiteY21" fmla="*/ 672246 h 911322"/>
                <a:gd name="connsiteX22" fmla="*/ 3175982 w 6073344"/>
                <a:gd name="connsiteY22" fmla="*/ 734863 h 911322"/>
                <a:gd name="connsiteX23" fmla="*/ 2302769 w 6073344"/>
                <a:gd name="connsiteY23" fmla="*/ 792114 h 911322"/>
                <a:gd name="connsiteX24" fmla="*/ 1566116 w 6073344"/>
                <a:gd name="connsiteY24" fmla="*/ 813776 h 911322"/>
                <a:gd name="connsiteX25" fmla="*/ 720129 w 6073344"/>
                <a:gd name="connsiteY25" fmla="*/ 779784 h 911322"/>
                <a:gd name="connsiteX26" fmla="*/ 248034 w 6073344"/>
                <a:gd name="connsiteY26" fmla="*/ 681433 h 911322"/>
                <a:gd name="connsiteX0" fmla="*/ 275085 w 6100395"/>
                <a:gd name="connsiteY0" fmla="*/ 677655 h 907544"/>
                <a:gd name="connsiteX1" fmla="*/ 39036 w 6100395"/>
                <a:gd name="connsiteY1" fmla="*/ 58333 h 907544"/>
                <a:gd name="connsiteX2" fmla="*/ 602658 w 6100395"/>
                <a:gd name="connsiteY2" fmla="*/ 120401 h 907544"/>
                <a:gd name="connsiteX3" fmla="*/ 947439 w 6100395"/>
                <a:gd name="connsiteY3" fmla="*/ 161501 h 907544"/>
                <a:gd name="connsiteX4" fmla="*/ 2028446 w 6100395"/>
                <a:gd name="connsiteY4" fmla="*/ 166627 h 907544"/>
                <a:gd name="connsiteX5" fmla="*/ 3159796 w 6100395"/>
                <a:gd name="connsiteY5" fmla="*/ 95499 h 907544"/>
                <a:gd name="connsiteX6" fmla="*/ 3860747 w 6100395"/>
                <a:gd name="connsiteY6" fmla="*/ 36218 h 907544"/>
                <a:gd name="connsiteX7" fmla="*/ 4529762 w 6100395"/>
                <a:gd name="connsiteY7" fmla="*/ 8995 h 907544"/>
                <a:gd name="connsiteX8" fmla="*/ 5140215 w 6100395"/>
                <a:gd name="connsiteY8" fmla="*/ 57252 h 907544"/>
                <a:gd name="connsiteX9" fmla="*/ 5879351 w 6100395"/>
                <a:gd name="connsiteY9" fmla="*/ 253953 h 907544"/>
                <a:gd name="connsiteX10" fmla="*/ 6032350 w 6100395"/>
                <a:gd name="connsiteY10" fmla="*/ 332188 h 907544"/>
                <a:gd name="connsiteX11" fmla="*/ 6086716 w 6100395"/>
                <a:gd name="connsiteY11" fmla="*/ 503890 h 907544"/>
                <a:gd name="connsiteX12" fmla="*/ 6063739 w 6100395"/>
                <a:gd name="connsiteY12" fmla="*/ 534316 h 907544"/>
                <a:gd name="connsiteX13" fmla="*/ 6094818 w 6100395"/>
                <a:gd name="connsiteY13" fmla="*/ 575261 h 907544"/>
                <a:gd name="connsiteX14" fmla="*/ 6086760 w 6100395"/>
                <a:gd name="connsiteY14" fmla="*/ 664186 h 907544"/>
                <a:gd name="connsiteX15" fmla="*/ 6094818 w 6100395"/>
                <a:gd name="connsiteY15" fmla="*/ 674802 h 907544"/>
                <a:gd name="connsiteX16" fmla="*/ 6086716 w 6100395"/>
                <a:gd name="connsiteY16" fmla="*/ 764207 h 907544"/>
                <a:gd name="connsiteX17" fmla="*/ 5847929 w 6100395"/>
                <a:gd name="connsiteY17" fmla="*/ 899645 h 907544"/>
                <a:gd name="connsiteX18" fmla="*/ 5518387 w 6100395"/>
                <a:gd name="connsiteY18" fmla="*/ 859076 h 907544"/>
                <a:gd name="connsiteX19" fmla="*/ 5097577 w 6100395"/>
                <a:gd name="connsiteY19" fmla="*/ 724461 h 907544"/>
                <a:gd name="connsiteX20" fmla="*/ 4622829 w 6100395"/>
                <a:gd name="connsiteY20" fmla="*/ 667839 h 907544"/>
                <a:gd name="connsiteX21" fmla="*/ 3998934 w 6100395"/>
                <a:gd name="connsiteY21" fmla="*/ 668468 h 907544"/>
                <a:gd name="connsiteX22" fmla="*/ 3203033 w 6100395"/>
                <a:gd name="connsiteY22" fmla="*/ 731085 h 907544"/>
                <a:gd name="connsiteX23" fmla="*/ 2329820 w 6100395"/>
                <a:gd name="connsiteY23" fmla="*/ 788336 h 907544"/>
                <a:gd name="connsiteX24" fmla="*/ 1593167 w 6100395"/>
                <a:gd name="connsiteY24" fmla="*/ 809998 h 907544"/>
                <a:gd name="connsiteX25" fmla="*/ 747180 w 6100395"/>
                <a:gd name="connsiteY25" fmla="*/ 776006 h 907544"/>
                <a:gd name="connsiteX26" fmla="*/ 275085 w 6100395"/>
                <a:gd name="connsiteY26" fmla="*/ 677655 h 907544"/>
                <a:gd name="connsiteX0" fmla="*/ 708981 w 6062196"/>
                <a:gd name="connsiteY0" fmla="*/ 767367 h 898905"/>
                <a:gd name="connsiteX1" fmla="*/ 837 w 6062196"/>
                <a:gd name="connsiteY1" fmla="*/ 49694 h 898905"/>
                <a:gd name="connsiteX2" fmla="*/ 564459 w 6062196"/>
                <a:gd name="connsiteY2" fmla="*/ 111762 h 898905"/>
                <a:gd name="connsiteX3" fmla="*/ 909240 w 6062196"/>
                <a:gd name="connsiteY3" fmla="*/ 152862 h 898905"/>
                <a:gd name="connsiteX4" fmla="*/ 1990247 w 6062196"/>
                <a:gd name="connsiteY4" fmla="*/ 157988 h 898905"/>
                <a:gd name="connsiteX5" fmla="*/ 3121597 w 6062196"/>
                <a:gd name="connsiteY5" fmla="*/ 86860 h 898905"/>
                <a:gd name="connsiteX6" fmla="*/ 3822548 w 6062196"/>
                <a:gd name="connsiteY6" fmla="*/ 27579 h 898905"/>
                <a:gd name="connsiteX7" fmla="*/ 4491563 w 6062196"/>
                <a:gd name="connsiteY7" fmla="*/ 356 h 898905"/>
                <a:gd name="connsiteX8" fmla="*/ 5102016 w 6062196"/>
                <a:gd name="connsiteY8" fmla="*/ 48613 h 898905"/>
                <a:gd name="connsiteX9" fmla="*/ 5841152 w 6062196"/>
                <a:gd name="connsiteY9" fmla="*/ 245314 h 898905"/>
                <a:gd name="connsiteX10" fmla="*/ 5994151 w 6062196"/>
                <a:gd name="connsiteY10" fmla="*/ 323549 h 898905"/>
                <a:gd name="connsiteX11" fmla="*/ 6048517 w 6062196"/>
                <a:gd name="connsiteY11" fmla="*/ 495251 h 898905"/>
                <a:gd name="connsiteX12" fmla="*/ 6025540 w 6062196"/>
                <a:gd name="connsiteY12" fmla="*/ 525677 h 898905"/>
                <a:gd name="connsiteX13" fmla="*/ 6056619 w 6062196"/>
                <a:gd name="connsiteY13" fmla="*/ 566622 h 898905"/>
                <a:gd name="connsiteX14" fmla="*/ 6048561 w 6062196"/>
                <a:gd name="connsiteY14" fmla="*/ 655547 h 898905"/>
                <a:gd name="connsiteX15" fmla="*/ 6056619 w 6062196"/>
                <a:gd name="connsiteY15" fmla="*/ 666163 h 898905"/>
                <a:gd name="connsiteX16" fmla="*/ 6048517 w 6062196"/>
                <a:gd name="connsiteY16" fmla="*/ 755568 h 898905"/>
                <a:gd name="connsiteX17" fmla="*/ 5809730 w 6062196"/>
                <a:gd name="connsiteY17" fmla="*/ 891006 h 898905"/>
                <a:gd name="connsiteX18" fmla="*/ 5480188 w 6062196"/>
                <a:gd name="connsiteY18" fmla="*/ 850437 h 898905"/>
                <a:gd name="connsiteX19" fmla="*/ 5059378 w 6062196"/>
                <a:gd name="connsiteY19" fmla="*/ 715822 h 898905"/>
                <a:gd name="connsiteX20" fmla="*/ 4584630 w 6062196"/>
                <a:gd name="connsiteY20" fmla="*/ 659200 h 898905"/>
                <a:gd name="connsiteX21" fmla="*/ 3960735 w 6062196"/>
                <a:gd name="connsiteY21" fmla="*/ 659829 h 898905"/>
                <a:gd name="connsiteX22" fmla="*/ 3164834 w 6062196"/>
                <a:gd name="connsiteY22" fmla="*/ 722446 h 898905"/>
                <a:gd name="connsiteX23" fmla="*/ 2291621 w 6062196"/>
                <a:gd name="connsiteY23" fmla="*/ 779697 h 898905"/>
                <a:gd name="connsiteX24" fmla="*/ 1554968 w 6062196"/>
                <a:gd name="connsiteY24" fmla="*/ 801359 h 898905"/>
                <a:gd name="connsiteX25" fmla="*/ 708981 w 6062196"/>
                <a:gd name="connsiteY25" fmla="*/ 767367 h 898905"/>
                <a:gd name="connsiteX0" fmla="*/ 708981 w 6062196"/>
                <a:gd name="connsiteY0" fmla="*/ 767367 h 898905"/>
                <a:gd name="connsiteX1" fmla="*/ 837 w 6062196"/>
                <a:gd name="connsiteY1" fmla="*/ 49694 h 898905"/>
                <a:gd name="connsiteX2" fmla="*/ 564459 w 6062196"/>
                <a:gd name="connsiteY2" fmla="*/ 111762 h 898905"/>
                <a:gd name="connsiteX3" fmla="*/ 909240 w 6062196"/>
                <a:gd name="connsiteY3" fmla="*/ 152862 h 898905"/>
                <a:gd name="connsiteX4" fmla="*/ 1990247 w 6062196"/>
                <a:gd name="connsiteY4" fmla="*/ 157988 h 898905"/>
                <a:gd name="connsiteX5" fmla="*/ 3121597 w 6062196"/>
                <a:gd name="connsiteY5" fmla="*/ 86860 h 898905"/>
                <a:gd name="connsiteX6" fmla="*/ 3822548 w 6062196"/>
                <a:gd name="connsiteY6" fmla="*/ 27579 h 898905"/>
                <a:gd name="connsiteX7" fmla="*/ 4491563 w 6062196"/>
                <a:gd name="connsiteY7" fmla="*/ 356 h 898905"/>
                <a:gd name="connsiteX8" fmla="*/ 5102016 w 6062196"/>
                <a:gd name="connsiteY8" fmla="*/ 48613 h 898905"/>
                <a:gd name="connsiteX9" fmla="*/ 5841152 w 6062196"/>
                <a:gd name="connsiteY9" fmla="*/ 245314 h 898905"/>
                <a:gd name="connsiteX10" fmla="*/ 6048517 w 6062196"/>
                <a:gd name="connsiteY10" fmla="*/ 495251 h 898905"/>
                <a:gd name="connsiteX11" fmla="*/ 6025540 w 6062196"/>
                <a:gd name="connsiteY11" fmla="*/ 525677 h 898905"/>
                <a:gd name="connsiteX12" fmla="*/ 6056619 w 6062196"/>
                <a:gd name="connsiteY12" fmla="*/ 566622 h 898905"/>
                <a:gd name="connsiteX13" fmla="*/ 6048561 w 6062196"/>
                <a:gd name="connsiteY13" fmla="*/ 655547 h 898905"/>
                <a:gd name="connsiteX14" fmla="*/ 6056619 w 6062196"/>
                <a:gd name="connsiteY14" fmla="*/ 666163 h 898905"/>
                <a:gd name="connsiteX15" fmla="*/ 6048517 w 6062196"/>
                <a:gd name="connsiteY15" fmla="*/ 755568 h 898905"/>
                <a:gd name="connsiteX16" fmla="*/ 5809730 w 6062196"/>
                <a:gd name="connsiteY16" fmla="*/ 891006 h 898905"/>
                <a:gd name="connsiteX17" fmla="*/ 5480188 w 6062196"/>
                <a:gd name="connsiteY17" fmla="*/ 850437 h 898905"/>
                <a:gd name="connsiteX18" fmla="*/ 5059378 w 6062196"/>
                <a:gd name="connsiteY18" fmla="*/ 715822 h 898905"/>
                <a:gd name="connsiteX19" fmla="*/ 4584630 w 6062196"/>
                <a:gd name="connsiteY19" fmla="*/ 659200 h 898905"/>
                <a:gd name="connsiteX20" fmla="*/ 3960735 w 6062196"/>
                <a:gd name="connsiteY20" fmla="*/ 659829 h 898905"/>
                <a:gd name="connsiteX21" fmla="*/ 3164834 w 6062196"/>
                <a:gd name="connsiteY21" fmla="*/ 722446 h 898905"/>
                <a:gd name="connsiteX22" fmla="*/ 2291621 w 6062196"/>
                <a:gd name="connsiteY22" fmla="*/ 779697 h 898905"/>
                <a:gd name="connsiteX23" fmla="*/ 1554968 w 6062196"/>
                <a:gd name="connsiteY23" fmla="*/ 801359 h 898905"/>
                <a:gd name="connsiteX24" fmla="*/ 708981 w 6062196"/>
                <a:gd name="connsiteY24" fmla="*/ 767367 h 898905"/>
                <a:gd name="connsiteX0" fmla="*/ 708981 w 6062196"/>
                <a:gd name="connsiteY0" fmla="*/ 767367 h 898905"/>
                <a:gd name="connsiteX1" fmla="*/ 837 w 6062196"/>
                <a:gd name="connsiteY1" fmla="*/ 49694 h 898905"/>
                <a:gd name="connsiteX2" fmla="*/ 564459 w 6062196"/>
                <a:gd name="connsiteY2" fmla="*/ 111762 h 898905"/>
                <a:gd name="connsiteX3" fmla="*/ 909240 w 6062196"/>
                <a:gd name="connsiteY3" fmla="*/ 152862 h 898905"/>
                <a:gd name="connsiteX4" fmla="*/ 1990247 w 6062196"/>
                <a:gd name="connsiteY4" fmla="*/ 157988 h 898905"/>
                <a:gd name="connsiteX5" fmla="*/ 3121597 w 6062196"/>
                <a:gd name="connsiteY5" fmla="*/ 86860 h 898905"/>
                <a:gd name="connsiteX6" fmla="*/ 3822548 w 6062196"/>
                <a:gd name="connsiteY6" fmla="*/ 27579 h 898905"/>
                <a:gd name="connsiteX7" fmla="*/ 4491563 w 6062196"/>
                <a:gd name="connsiteY7" fmla="*/ 356 h 898905"/>
                <a:gd name="connsiteX8" fmla="*/ 5102016 w 6062196"/>
                <a:gd name="connsiteY8" fmla="*/ 48613 h 898905"/>
                <a:gd name="connsiteX9" fmla="*/ 5841152 w 6062196"/>
                <a:gd name="connsiteY9" fmla="*/ 245314 h 898905"/>
                <a:gd name="connsiteX10" fmla="*/ 6048517 w 6062196"/>
                <a:gd name="connsiteY10" fmla="*/ 495251 h 898905"/>
                <a:gd name="connsiteX11" fmla="*/ 6056619 w 6062196"/>
                <a:gd name="connsiteY11" fmla="*/ 566622 h 898905"/>
                <a:gd name="connsiteX12" fmla="*/ 6048561 w 6062196"/>
                <a:gd name="connsiteY12" fmla="*/ 655547 h 898905"/>
                <a:gd name="connsiteX13" fmla="*/ 6056619 w 6062196"/>
                <a:gd name="connsiteY13" fmla="*/ 666163 h 898905"/>
                <a:gd name="connsiteX14" fmla="*/ 6048517 w 6062196"/>
                <a:gd name="connsiteY14" fmla="*/ 755568 h 898905"/>
                <a:gd name="connsiteX15" fmla="*/ 5809730 w 6062196"/>
                <a:gd name="connsiteY15" fmla="*/ 891006 h 898905"/>
                <a:gd name="connsiteX16" fmla="*/ 5480188 w 6062196"/>
                <a:gd name="connsiteY16" fmla="*/ 850437 h 898905"/>
                <a:gd name="connsiteX17" fmla="*/ 5059378 w 6062196"/>
                <a:gd name="connsiteY17" fmla="*/ 715822 h 898905"/>
                <a:gd name="connsiteX18" fmla="*/ 4584630 w 6062196"/>
                <a:gd name="connsiteY18" fmla="*/ 659200 h 898905"/>
                <a:gd name="connsiteX19" fmla="*/ 3960735 w 6062196"/>
                <a:gd name="connsiteY19" fmla="*/ 659829 h 898905"/>
                <a:gd name="connsiteX20" fmla="*/ 3164834 w 6062196"/>
                <a:gd name="connsiteY20" fmla="*/ 722446 h 898905"/>
                <a:gd name="connsiteX21" fmla="*/ 2291621 w 6062196"/>
                <a:gd name="connsiteY21" fmla="*/ 779697 h 898905"/>
                <a:gd name="connsiteX22" fmla="*/ 1554968 w 6062196"/>
                <a:gd name="connsiteY22" fmla="*/ 801359 h 898905"/>
                <a:gd name="connsiteX23" fmla="*/ 708981 w 6062196"/>
                <a:gd name="connsiteY23" fmla="*/ 767367 h 898905"/>
                <a:gd name="connsiteX0" fmla="*/ 708981 w 6056619"/>
                <a:gd name="connsiteY0" fmla="*/ 767367 h 898905"/>
                <a:gd name="connsiteX1" fmla="*/ 837 w 6056619"/>
                <a:gd name="connsiteY1" fmla="*/ 49694 h 898905"/>
                <a:gd name="connsiteX2" fmla="*/ 564459 w 6056619"/>
                <a:gd name="connsiteY2" fmla="*/ 111762 h 898905"/>
                <a:gd name="connsiteX3" fmla="*/ 909240 w 6056619"/>
                <a:gd name="connsiteY3" fmla="*/ 152862 h 898905"/>
                <a:gd name="connsiteX4" fmla="*/ 1990247 w 6056619"/>
                <a:gd name="connsiteY4" fmla="*/ 157988 h 898905"/>
                <a:gd name="connsiteX5" fmla="*/ 3121597 w 6056619"/>
                <a:gd name="connsiteY5" fmla="*/ 86860 h 898905"/>
                <a:gd name="connsiteX6" fmla="*/ 3822548 w 6056619"/>
                <a:gd name="connsiteY6" fmla="*/ 27579 h 898905"/>
                <a:gd name="connsiteX7" fmla="*/ 4491563 w 6056619"/>
                <a:gd name="connsiteY7" fmla="*/ 356 h 898905"/>
                <a:gd name="connsiteX8" fmla="*/ 5102016 w 6056619"/>
                <a:gd name="connsiteY8" fmla="*/ 48613 h 898905"/>
                <a:gd name="connsiteX9" fmla="*/ 5841152 w 6056619"/>
                <a:gd name="connsiteY9" fmla="*/ 245314 h 898905"/>
                <a:gd name="connsiteX10" fmla="*/ 6048517 w 6056619"/>
                <a:gd name="connsiteY10" fmla="*/ 495251 h 898905"/>
                <a:gd name="connsiteX11" fmla="*/ 6056619 w 6056619"/>
                <a:gd name="connsiteY11" fmla="*/ 566622 h 898905"/>
                <a:gd name="connsiteX12" fmla="*/ 6048561 w 6056619"/>
                <a:gd name="connsiteY12" fmla="*/ 655547 h 898905"/>
                <a:gd name="connsiteX13" fmla="*/ 6048517 w 6056619"/>
                <a:gd name="connsiteY13" fmla="*/ 755568 h 898905"/>
                <a:gd name="connsiteX14" fmla="*/ 5809730 w 6056619"/>
                <a:gd name="connsiteY14" fmla="*/ 891006 h 898905"/>
                <a:gd name="connsiteX15" fmla="*/ 5480188 w 6056619"/>
                <a:gd name="connsiteY15" fmla="*/ 850437 h 898905"/>
                <a:gd name="connsiteX16" fmla="*/ 5059378 w 6056619"/>
                <a:gd name="connsiteY16" fmla="*/ 715822 h 898905"/>
                <a:gd name="connsiteX17" fmla="*/ 4584630 w 6056619"/>
                <a:gd name="connsiteY17" fmla="*/ 659200 h 898905"/>
                <a:gd name="connsiteX18" fmla="*/ 3960735 w 6056619"/>
                <a:gd name="connsiteY18" fmla="*/ 659829 h 898905"/>
                <a:gd name="connsiteX19" fmla="*/ 3164834 w 6056619"/>
                <a:gd name="connsiteY19" fmla="*/ 722446 h 898905"/>
                <a:gd name="connsiteX20" fmla="*/ 2291621 w 6056619"/>
                <a:gd name="connsiteY20" fmla="*/ 779697 h 898905"/>
                <a:gd name="connsiteX21" fmla="*/ 1554968 w 6056619"/>
                <a:gd name="connsiteY21" fmla="*/ 801359 h 898905"/>
                <a:gd name="connsiteX22" fmla="*/ 708981 w 6056619"/>
                <a:gd name="connsiteY22" fmla="*/ 767367 h 898905"/>
                <a:gd name="connsiteX0" fmla="*/ 708981 w 6048561"/>
                <a:gd name="connsiteY0" fmla="*/ 767367 h 898905"/>
                <a:gd name="connsiteX1" fmla="*/ 837 w 6048561"/>
                <a:gd name="connsiteY1" fmla="*/ 49694 h 898905"/>
                <a:gd name="connsiteX2" fmla="*/ 564459 w 6048561"/>
                <a:gd name="connsiteY2" fmla="*/ 111762 h 898905"/>
                <a:gd name="connsiteX3" fmla="*/ 909240 w 6048561"/>
                <a:gd name="connsiteY3" fmla="*/ 152862 h 898905"/>
                <a:gd name="connsiteX4" fmla="*/ 1990247 w 6048561"/>
                <a:gd name="connsiteY4" fmla="*/ 157988 h 898905"/>
                <a:gd name="connsiteX5" fmla="*/ 3121597 w 6048561"/>
                <a:gd name="connsiteY5" fmla="*/ 86860 h 898905"/>
                <a:gd name="connsiteX6" fmla="*/ 3822548 w 6048561"/>
                <a:gd name="connsiteY6" fmla="*/ 27579 h 898905"/>
                <a:gd name="connsiteX7" fmla="*/ 4491563 w 6048561"/>
                <a:gd name="connsiteY7" fmla="*/ 356 h 898905"/>
                <a:gd name="connsiteX8" fmla="*/ 5102016 w 6048561"/>
                <a:gd name="connsiteY8" fmla="*/ 48613 h 898905"/>
                <a:gd name="connsiteX9" fmla="*/ 5841152 w 6048561"/>
                <a:gd name="connsiteY9" fmla="*/ 245314 h 898905"/>
                <a:gd name="connsiteX10" fmla="*/ 6048517 w 6048561"/>
                <a:gd name="connsiteY10" fmla="*/ 495251 h 898905"/>
                <a:gd name="connsiteX11" fmla="*/ 6048561 w 6048561"/>
                <a:gd name="connsiteY11" fmla="*/ 655547 h 898905"/>
                <a:gd name="connsiteX12" fmla="*/ 6048517 w 6048561"/>
                <a:gd name="connsiteY12" fmla="*/ 755568 h 898905"/>
                <a:gd name="connsiteX13" fmla="*/ 5809730 w 6048561"/>
                <a:gd name="connsiteY13" fmla="*/ 891006 h 898905"/>
                <a:gd name="connsiteX14" fmla="*/ 5480188 w 6048561"/>
                <a:gd name="connsiteY14" fmla="*/ 850437 h 898905"/>
                <a:gd name="connsiteX15" fmla="*/ 5059378 w 6048561"/>
                <a:gd name="connsiteY15" fmla="*/ 715822 h 898905"/>
                <a:gd name="connsiteX16" fmla="*/ 4584630 w 6048561"/>
                <a:gd name="connsiteY16" fmla="*/ 659200 h 898905"/>
                <a:gd name="connsiteX17" fmla="*/ 3960735 w 6048561"/>
                <a:gd name="connsiteY17" fmla="*/ 659829 h 898905"/>
                <a:gd name="connsiteX18" fmla="*/ 3164834 w 6048561"/>
                <a:gd name="connsiteY18" fmla="*/ 722446 h 898905"/>
                <a:gd name="connsiteX19" fmla="*/ 2291621 w 6048561"/>
                <a:gd name="connsiteY19" fmla="*/ 779697 h 898905"/>
                <a:gd name="connsiteX20" fmla="*/ 1554968 w 6048561"/>
                <a:gd name="connsiteY20" fmla="*/ 801359 h 898905"/>
                <a:gd name="connsiteX21" fmla="*/ 708981 w 6048561"/>
                <a:gd name="connsiteY21" fmla="*/ 767367 h 898905"/>
                <a:gd name="connsiteX0" fmla="*/ 708981 w 6048561"/>
                <a:gd name="connsiteY0" fmla="*/ 767367 h 898905"/>
                <a:gd name="connsiteX1" fmla="*/ 837 w 6048561"/>
                <a:gd name="connsiteY1" fmla="*/ 49694 h 898905"/>
                <a:gd name="connsiteX2" fmla="*/ 564459 w 6048561"/>
                <a:gd name="connsiteY2" fmla="*/ 111762 h 898905"/>
                <a:gd name="connsiteX3" fmla="*/ 909240 w 6048561"/>
                <a:gd name="connsiteY3" fmla="*/ 152862 h 898905"/>
                <a:gd name="connsiteX4" fmla="*/ 1990247 w 6048561"/>
                <a:gd name="connsiteY4" fmla="*/ 157988 h 898905"/>
                <a:gd name="connsiteX5" fmla="*/ 3121597 w 6048561"/>
                <a:gd name="connsiteY5" fmla="*/ 86860 h 898905"/>
                <a:gd name="connsiteX6" fmla="*/ 3822548 w 6048561"/>
                <a:gd name="connsiteY6" fmla="*/ 27579 h 898905"/>
                <a:gd name="connsiteX7" fmla="*/ 4491563 w 6048561"/>
                <a:gd name="connsiteY7" fmla="*/ 356 h 898905"/>
                <a:gd name="connsiteX8" fmla="*/ 5102016 w 6048561"/>
                <a:gd name="connsiteY8" fmla="*/ 48613 h 898905"/>
                <a:gd name="connsiteX9" fmla="*/ 5841152 w 6048561"/>
                <a:gd name="connsiteY9" fmla="*/ 245314 h 898905"/>
                <a:gd name="connsiteX10" fmla="*/ 6048561 w 6048561"/>
                <a:gd name="connsiteY10" fmla="*/ 655547 h 898905"/>
                <a:gd name="connsiteX11" fmla="*/ 6048517 w 6048561"/>
                <a:gd name="connsiteY11" fmla="*/ 755568 h 898905"/>
                <a:gd name="connsiteX12" fmla="*/ 5809730 w 6048561"/>
                <a:gd name="connsiteY12" fmla="*/ 891006 h 898905"/>
                <a:gd name="connsiteX13" fmla="*/ 5480188 w 6048561"/>
                <a:gd name="connsiteY13" fmla="*/ 850437 h 898905"/>
                <a:gd name="connsiteX14" fmla="*/ 5059378 w 6048561"/>
                <a:gd name="connsiteY14" fmla="*/ 715822 h 898905"/>
                <a:gd name="connsiteX15" fmla="*/ 4584630 w 6048561"/>
                <a:gd name="connsiteY15" fmla="*/ 659200 h 898905"/>
                <a:gd name="connsiteX16" fmla="*/ 3960735 w 6048561"/>
                <a:gd name="connsiteY16" fmla="*/ 659829 h 898905"/>
                <a:gd name="connsiteX17" fmla="*/ 3164834 w 6048561"/>
                <a:gd name="connsiteY17" fmla="*/ 722446 h 898905"/>
                <a:gd name="connsiteX18" fmla="*/ 2291621 w 6048561"/>
                <a:gd name="connsiteY18" fmla="*/ 779697 h 898905"/>
                <a:gd name="connsiteX19" fmla="*/ 1554968 w 6048561"/>
                <a:gd name="connsiteY19" fmla="*/ 801359 h 898905"/>
                <a:gd name="connsiteX20" fmla="*/ 708981 w 6048561"/>
                <a:gd name="connsiteY20" fmla="*/ 767367 h 898905"/>
                <a:gd name="connsiteX0" fmla="*/ 708981 w 6048855"/>
                <a:gd name="connsiteY0" fmla="*/ 767367 h 898905"/>
                <a:gd name="connsiteX1" fmla="*/ 837 w 6048855"/>
                <a:gd name="connsiteY1" fmla="*/ 49694 h 898905"/>
                <a:gd name="connsiteX2" fmla="*/ 564459 w 6048855"/>
                <a:gd name="connsiteY2" fmla="*/ 111762 h 898905"/>
                <a:gd name="connsiteX3" fmla="*/ 909240 w 6048855"/>
                <a:gd name="connsiteY3" fmla="*/ 152862 h 898905"/>
                <a:gd name="connsiteX4" fmla="*/ 1990247 w 6048855"/>
                <a:gd name="connsiteY4" fmla="*/ 157988 h 898905"/>
                <a:gd name="connsiteX5" fmla="*/ 3121597 w 6048855"/>
                <a:gd name="connsiteY5" fmla="*/ 86860 h 898905"/>
                <a:gd name="connsiteX6" fmla="*/ 3822548 w 6048855"/>
                <a:gd name="connsiteY6" fmla="*/ 27579 h 898905"/>
                <a:gd name="connsiteX7" fmla="*/ 4491563 w 6048855"/>
                <a:gd name="connsiteY7" fmla="*/ 356 h 898905"/>
                <a:gd name="connsiteX8" fmla="*/ 5102016 w 6048855"/>
                <a:gd name="connsiteY8" fmla="*/ 48613 h 898905"/>
                <a:gd name="connsiteX9" fmla="*/ 5841152 w 6048855"/>
                <a:gd name="connsiteY9" fmla="*/ 245314 h 898905"/>
                <a:gd name="connsiteX10" fmla="*/ 6048517 w 6048855"/>
                <a:gd name="connsiteY10" fmla="*/ 755568 h 898905"/>
                <a:gd name="connsiteX11" fmla="*/ 5809730 w 6048855"/>
                <a:gd name="connsiteY11" fmla="*/ 891006 h 898905"/>
                <a:gd name="connsiteX12" fmla="*/ 5480188 w 6048855"/>
                <a:gd name="connsiteY12" fmla="*/ 850437 h 898905"/>
                <a:gd name="connsiteX13" fmla="*/ 5059378 w 6048855"/>
                <a:gd name="connsiteY13" fmla="*/ 715822 h 898905"/>
                <a:gd name="connsiteX14" fmla="*/ 4584630 w 6048855"/>
                <a:gd name="connsiteY14" fmla="*/ 659200 h 898905"/>
                <a:gd name="connsiteX15" fmla="*/ 3960735 w 6048855"/>
                <a:gd name="connsiteY15" fmla="*/ 659829 h 898905"/>
                <a:gd name="connsiteX16" fmla="*/ 3164834 w 6048855"/>
                <a:gd name="connsiteY16" fmla="*/ 722446 h 898905"/>
                <a:gd name="connsiteX17" fmla="*/ 2291621 w 6048855"/>
                <a:gd name="connsiteY17" fmla="*/ 779697 h 898905"/>
                <a:gd name="connsiteX18" fmla="*/ 1554968 w 6048855"/>
                <a:gd name="connsiteY18" fmla="*/ 801359 h 898905"/>
                <a:gd name="connsiteX19" fmla="*/ 708981 w 6048855"/>
                <a:gd name="connsiteY19" fmla="*/ 767367 h 898905"/>
                <a:gd name="connsiteX0" fmla="*/ 708981 w 5899017"/>
                <a:gd name="connsiteY0" fmla="*/ 767367 h 934953"/>
                <a:gd name="connsiteX1" fmla="*/ 837 w 5899017"/>
                <a:gd name="connsiteY1" fmla="*/ 49694 h 934953"/>
                <a:gd name="connsiteX2" fmla="*/ 564459 w 5899017"/>
                <a:gd name="connsiteY2" fmla="*/ 111762 h 934953"/>
                <a:gd name="connsiteX3" fmla="*/ 909240 w 5899017"/>
                <a:gd name="connsiteY3" fmla="*/ 152862 h 934953"/>
                <a:gd name="connsiteX4" fmla="*/ 1990247 w 5899017"/>
                <a:gd name="connsiteY4" fmla="*/ 157988 h 934953"/>
                <a:gd name="connsiteX5" fmla="*/ 3121597 w 5899017"/>
                <a:gd name="connsiteY5" fmla="*/ 86860 h 934953"/>
                <a:gd name="connsiteX6" fmla="*/ 3822548 w 5899017"/>
                <a:gd name="connsiteY6" fmla="*/ 27579 h 934953"/>
                <a:gd name="connsiteX7" fmla="*/ 4491563 w 5899017"/>
                <a:gd name="connsiteY7" fmla="*/ 356 h 934953"/>
                <a:gd name="connsiteX8" fmla="*/ 5102016 w 5899017"/>
                <a:gd name="connsiteY8" fmla="*/ 48613 h 934953"/>
                <a:gd name="connsiteX9" fmla="*/ 5841152 w 5899017"/>
                <a:gd name="connsiteY9" fmla="*/ 245314 h 934953"/>
                <a:gd name="connsiteX10" fmla="*/ 5809730 w 5899017"/>
                <a:gd name="connsiteY10" fmla="*/ 891006 h 934953"/>
                <a:gd name="connsiteX11" fmla="*/ 5480188 w 5899017"/>
                <a:gd name="connsiteY11" fmla="*/ 850437 h 934953"/>
                <a:gd name="connsiteX12" fmla="*/ 5059378 w 5899017"/>
                <a:gd name="connsiteY12" fmla="*/ 715822 h 934953"/>
                <a:gd name="connsiteX13" fmla="*/ 4584630 w 5899017"/>
                <a:gd name="connsiteY13" fmla="*/ 659200 h 934953"/>
                <a:gd name="connsiteX14" fmla="*/ 3960735 w 5899017"/>
                <a:gd name="connsiteY14" fmla="*/ 659829 h 934953"/>
                <a:gd name="connsiteX15" fmla="*/ 3164834 w 5899017"/>
                <a:gd name="connsiteY15" fmla="*/ 722446 h 934953"/>
                <a:gd name="connsiteX16" fmla="*/ 2291621 w 5899017"/>
                <a:gd name="connsiteY16" fmla="*/ 779697 h 934953"/>
                <a:gd name="connsiteX17" fmla="*/ 1554968 w 5899017"/>
                <a:gd name="connsiteY17" fmla="*/ 801359 h 934953"/>
                <a:gd name="connsiteX18" fmla="*/ 708981 w 5899017"/>
                <a:gd name="connsiteY18" fmla="*/ 767367 h 934953"/>
                <a:gd name="connsiteX0" fmla="*/ 708981 w 5849902"/>
                <a:gd name="connsiteY0" fmla="*/ 767367 h 869780"/>
                <a:gd name="connsiteX1" fmla="*/ 837 w 5849902"/>
                <a:gd name="connsiteY1" fmla="*/ 49694 h 869780"/>
                <a:gd name="connsiteX2" fmla="*/ 564459 w 5849902"/>
                <a:gd name="connsiteY2" fmla="*/ 111762 h 869780"/>
                <a:gd name="connsiteX3" fmla="*/ 909240 w 5849902"/>
                <a:gd name="connsiteY3" fmla="*/ 152862 h 869780"/>
                <a:gd name="connsiteX4" fmla="*/ 1990247 w 5849902"/>
                <a:gd name="connsiteY4" fmla="*/ 157988 h 869780"/>
                <a:gd name="connsiteX5" fmla="*/ 3121597 w 5849902"/>
                <a:gd name="connsiteY5" fmla="*/ 86860 h 869780"/>
                <a:gd name="connsiteX6" fmla="*/ 3822548 w 5849902"/>
                <a:gd name="connsiteY6" fmla="*/ 27579 h 869780"/>
                <a:gd name="connsiteX7" fmla="*/ 4491563 w 5849902"/>
                <a:gd name="connsiteY7" fmla="*/ 356 h 869780"/>
                <a:gd name="connsiteX8" fmla="*/ 5102016 w 5849902"/>
                <a:gd name="connsiteY8" fmla="*/ 48613 h 869780"/>
                <a:gd name="connsiteX9" fmla="*/ 5841152 w 5849902"/>
                <a:gd name="connsiteY9" fmla="*/ 245314 h 869780"/>
                <a:gd name="connsiteX10" fmla="*/ 5480188 w 5849902"/>
                <a:gd name="connsiteY10" fmla="*/ 850437 h 869780"/>
                <a:gd name="connsiteX11" fmla="*/ 5059378 w 5849902"/>
                <a:gd name="connsiteY11" fmla="*/ 715822 h 869780"/>
                <a:gd name="connsiteX12" fmla="*/ 4584630 w 5849902"/>
                <a:gd name="connsiteY12" fmla="*/ 659200 h 869780"/>
                <a:gd name="connsiteX13" fmla="*/ 3960735 w 5849902"/>
                <a:gd name="connsiteY13" fmla="*/ 659829 h 869780"/>
                <a:gd name="connsiteX14" fmla="*/ 3164834 w 5849902"/>
                <a:gd name="connsiteY14" fmla="*/ 722446 h 869780"/>
                <a:gd name="connsiteX15" fmla="*/ 2291621 w 5849902"/>
                <a:gd name="connsiteY15" fmla="*/ 779697 h 869780"/>
                <a:gd name="connsiteX16" fmla="*/ 1554968 w 5849902"/>
                <a:gd name="connsiteY16" fmla="*/ 801359 h 869780"/>
                <a:gd name="connsiteX17" fmla="*/ 708981 w 5849902"/>
                <a:gd name="connsiteY17" fmla="*/ 767367 h 869780"/>
                <a:gd name="connsiteX0" fmla="*/ 708981 w 6203964"/>
                <a:gd name="connsiteY0" fmla="*/ 767367 h 875806"/>
                <a:gd name="connsiteX1" fmla="*/ 837 w 6203964"/>
                <a:gd name="connsiteY1" fmla="*/ 49694 h 875806"/>
                <a:gd name="connsiteX2" fmla="*/ 564459 w 6203964"/>
                <a:gd name="connsiteY2" fmla="*/ 111762 h 875806"/>
                <a:gd name="connsiteX3" fmla="*/ 909240 w 6203964"/>
                <a:gd name="connsiteY3" fmla="*/ 152862 h 875806"/>
                <a:gd name="connsiteX4" fmla="*/ 1990247 w 6203964"/>
                <a:gd name="connsiteY4" fmla="*/ 157988 h 875806"/>
                <a:gd name="connsiteX5" fmla="*/ 3121597 w 6203964"/>
                <a:gd name="connsiteY5" fmla="*/ 86860 h 875806"/>
                <a:gd name="connsiteX6" fmla="*/ 3822548 w 6203964"/>
                <a:gd name="connsiteY6" fmla="*/ 27579 h 875806"/>
                <a:gd name="connsiteX7" fmla="*/ 4491563 w 6203964"/>
                <a:gd name="connsiteY7" fmla="*/ 356 h 875806"/>
                <a:gd name="connsiteX8" fmla="*/ 5102016 w 6203964"/>
                <a:gd name="connsiteY8" fmla="*/ 48613 h 875806"/>
                <a:gd name="connsiteX9" fmla="*/ 6199292 w 6203964"/>
                <a:gd name="connsiteY9" fmla="*/ 146254 h 875806"/>
                <a:gd name="connsiteX10" fmla="*/ 5480188 w 6203964"/>
                <a:gd name="connsiteY10" fmla="*/ 850437 h 875806"/>
                <a:gd name="connsiteX11" fmla="*/ 5059378 w 6203964"/>
                <a:gd name="connsiteY11" fmla="*/ 715822 h 875806"/>
                <a:gd name="connsiteX12" fmla="*/ 4584630 w 6203964"/>
                <a:gd name="connsiteY12" fmla="*/ 659200 h 875806"/>
                <a:gd name="connsiteX13" fmla="*/ 3960735 w 6203964"/>
                <a:gd name="connsiteY13" fmla="*/ 659829 h 875806"/>
                <a:gd name="connsiteX14" fmla="*/ 3164834 w 6203964"/>
                <a:gd name="connsiteY14" fmla="*/ 722446 h 875806"/>
                <a:gd name="connsiteX15" fmla="*/ 2291621 w 6203964"/>
                <a:gd name="connsiteY15" fmla="*/ 779697 h 875806"/>
                <a:gd name="connsiteX16" fmla="*/ 1554968 w 6203964"/>
                <a:gd name="connsiteY16" fmla="*/ 801359 h 875806"/>
                <a:gd name="connsiteX17" fmla="*/ 708981 w 6203964"/>
                <a:gd name="connsiteY17" fmla="*/ 767367 h 875806"/>
                <a:gd name="connsiteX0" fmla="*/ 708981 w 6199337"/>
                <a:gd name="connsiteY0" fmla="*/ 767367 h 833393"/>
                <a:gd name="connsiteX1" fmla="*/ 837 w 6199337"/>
                <a:gd name="connsiteY1" fmla="*/ 49694 h 833393"/>
                <a:gd name="connsiteX2" fmla="*/ 564459 w 6199337"/>
                <a:gd name="connsiteY2" fmla="*/ 111762 h 833393"/>
                <a:gd name="connsiteX3" fmla="*/ 909240 w 6199337"/>
                <a:gd name="connsiteY3" fmla="*/ 152862 h 833393"/>
                <a:gd name="connsiteX4" fmla="*/ 1990247 w 6199337"/>
                <a:gd name="connsiteY4" fmla="*/ 157988 h 833393"/>
                <a:gd name="connsiteX5" fmla="*/ 3121597 w 6199337"/>
                <a:gd name="connsiteY5" fmla="*/ 86860 h 833393"/>
                <a:gd name="connsiteX6" fmla="*/ 3822548 w 6199337"/>
                <a:gd name="connsiteY6" fmla="*/ 27579 h 833393"/>
                <a:gd name="connsiteX7" fmla="*/ 4491563 w 6199337"/>
                <a:gd name="connsiteY7" fmla="*/ 356 h 833393"/>
                <a:gd name="connsiteX8" fmla="*/ 5102016 w 6199337"/>
                <a:gd name="connsiteY8" fmla="*/ 48613 h 833393"/>
                <a:gd name="connsiteX9" fmla="*/ 6199292 w 6199337"/>
                <a:gd name="connsiteY9" fmla="*/ 146254 h 833393"/>
                <a:gd name="connsiteX10" fmla="*/ 5059378 w 6199337"/>
                <a:gd name="connsiteY10" fmla="*/ 715822 h 833393"/>
                <a:gd name="connsiteX11" fmla="*/ 4584630 w 6199337"/>
                <a:gd name="connsiteY11" fmla="*/ 659200 h 833393"/>
                <a:gd name="connsiteX12" fmla="*/ 3960735 w 6199337"/>
                <a:gd name="connsiteY12" fmla="*/ 659829 h 833393"/>
                <a:gd name="connsiteX13" fmla="*/ 3164834 w 6199337"/>
                <a:gd name="connsiteY13" fmla="*/ 722446 h 833393"/>
                <a:gd name="connsiteX14" fmla="*/ 2291621 w 6199337"/>
                <a:gd name="connsiteY14" fmla="*/ 779697 h 833393"/>
                <a:gd name="connsiteX15" fmla="*/ 1554968 w 6199337"/>
                <a:gd name="connsiteY15" fmla="*/ 801359 h 833393"/>
                <a:gd name="connsiteX16" fmla="*/ 708981 w 6199337"/>
                <a:gd name="connsiteY16" fmla="*/ 767367 h 833393"/>
                <a:gd name="connsiteX0" fmla="*/ 708981 w 5152855"/>
                <a:gd name="connsiteY0" fmla="*/ 787980 h 854006"/>
                <a:gd name="connsiteX1" fmla="*/ 837 w 5152855"/>
                <a:gd name="connsiteY1" fmla="*/ 70307 h 854006"/>
                <a:gd name="connsiteX2" fmla="*/ 564459 w 5152855"/>
                <a:gd name="connsiteY2" fmla="*/ 132375 h 854006"/>
                <a:gd name="connsiteX3" fmla="*/ 909240 w 5152855"/>
                <a:gd name="connsiteY3" fmla="*/ 173475 h 854006"/>
                <a:gd name="connsiteX4" fmla="*/ 1990247 w 5152855"/>
                <a:gd name="connsiteY4" fmla="*/ 178601 h 854006"/>
                <a:gd name="connsiteX5" fmla="*/ 3121597 w 5152855"/>
                <a:gd name="connsiteY5" fmla="*/ 107473 h 854006"/>
                <a:gd name="connsiteX6" fmla="*/ 3822548 w 5152855"/>
                <a:gd name="connsiteY6" fmla="*/ 48192 h 854006"/>
                <a:gd name="connsiteX7" fmla="*/ 4491563 w 5152855"/>
                <a:gd name="connsiteY7" fmla="*/ 20969 h 854006"/>
                <a:gd name="connsiteX8" fmla="*/ 5102016 w 5152855"/>
                <a:gd name="connsiteY8" fmla="*/ 69226 h 854006"/>
                <a:gd name="connsiteX9" fmla="*/ 5059378 w 5152855"/>
                <a:gd name="connsiteY9" fmla="*/ 736435 h 854006"/>
                <a:gd name="connsiteX10" fmla="*/ 4584630 w 5152855"/>
                <a:gd name="connsiteY10" fmla="*/ 679813 h 854006"/>
                <a:gd name="connsiteX11" fmla="*/ 3960735 w 5152855"/>
                <a:gd name="connsiteY11" fmla="*/ 680442 h 854006"/>
                <a:gd name="connsiteX12" fmla="*/ 3164834 w 5152855"/>
                <a:gd name="connsiteY12" fmla="*/ 743059 h 854006"/>
                <a:gd name="connsiteX13" fmla="*/ 2291621 w 5152855"/>
                <a:gd name="connsiteY13" fmla="*/ 800310 h 854006"/>
                <a:gd name="connsiteX14" fmla="*/ 1554968 w 5152855"/>
                <a:gd name="connsiteY14" fmla="*/ 821972 h 854006"/>
                <a:gd name="connsiteX15" fmla="*/ 708981 w 5152855"/>
                <a:gd name="connsiteY15" fmla="*/ 787980 h 854006"/>
                <a:gd name="connsiteX0" fmla="*/ 708981 w 6099729"/>
                <a:gd name="connsiteY0" fmla="*/ 773643 h 839669"/>
                <a:gd name="connsiteX1" fmla="*/ 837 w 6099729"/>
                <a:gd name="connsiteY1" fmla="*/ 55970 h 839669"/>
                <a:gd name="connsiteX2" fmla="*/ 564459 w 6099729"/>
                <a:gd name="connsiteY2" fmla="*/ 118038 h 839669"/>
                <a:gd name="connsiteX3" fmla="*/ 909240 w 6099729"/>
                <a:gd name="connsiteY3" fmla="*/ 159138 h 839669"/>
                <a:gd name="connsiteX4" fmla="*/ 1990247 w 6099729"/>
                <a:gd name="connsiteY4" fmla="*/ 164264 h 839669"/>
                <a:gd name="connsiteX5" fmla="*/ 3121597 w 6099729"/>
                <a:gd name="connsiteY5" fmla="*/ 93136 h 839669"/>
                <a:gd name="connsiteX6" fmla="*/ 3822548 w 6099729"/>
                <a:gd name="connsiteY6" fmla="*/ 33855 h 839669"/>
                <a:gd name="connsiteX7" fmla="*/ 4491563 w 6099729"/>
                <a:gd name="connsiteY7" fmla="*/ 6632 h 839669"/>
                <a:gd name="connsiteX8" fmla="*/ 6092616 w 6099729"/>
                <a:gd name="connsiteY8" fmla="*/ 77749 h 839669"/>
                <a:gd name="connsiteX9" fmla="*/ 5059378 w 6099729"/>
                <a:gd name="connsiteY9" fmla="*/ 722098 h 839669"/>
                <a:gd name="connsiteX10" fmla="*/ 4584630 w 6099729"/>
                <a:gd name="connsiteY10" fmla="*/ 665476 h 839669"/>
                <a:gd name="connsiteX11" fmla="*/ 3960735 w 6099729"/>
                <a:gd name="connsiteY11" fmla="*/ 666105 h 839669"/>
                <a:gd name="connsiteX12" fmla="*/ 3164834 w 6099729"/>
                <a:gd name="connsiteY12" fmla="*/ 728722 h 839669"/>
                <a:gd name="connsiteX13" fmla="*/ 2291621 w 6099729"/>
                <a:gd name="connsiteY13" fmla="*/ 785973 h 839669"/>
                <a:gd name="connsiteX14" fmla="*/ 1554968 w 6099729"/>
                <a:gd name="connsiteY14" fmla="*/ 807635 h 839669"/>
                <a:gd name="connsiteX15" fmla="*/ 708981 w 6099729"/>
                <a:gd name="connsiteY15" fmla="*/ 773643 h 839669"/>
                <a:gd name="connsiteX0" fmla="*/ 708981 w 6167018"/>
                <a:gd name="connsiteY0" fmla="*/ 768771 h 834797"/>
                <a:gd name="connsiteX1" fmla="*/ 837 w 6167018"/>
                <a:gd name="connsiteY1" fmla="*/ 51098 h 834797"/>
                <a:gd name="connsiteX2" fmla="*/ 564459 w 6167018"/>
                <a:gd name="connsiteY2" fmla="*/ 113166 h 834797"/>
                <a:gd name="connsiteX3" fmla="*/ 909240 w 6167018"/>
                <a:gd name="connsiteY3" fmla="*/ 154266 h 834797"/>
                <a:gd name="connsiteX4" fmla="*/ 1990247 w 6167018"/>
                <a:gd name="connsiteY4" fmla="*/ 159392 h 834797"/>
                <a:gd name="connsiteX5" fmla="*/ 3121597 w 6167018"/>
                <a:gd name="connsiteY5" fmla="*/ 88264 h 834797"/>
                <a:gd name="connsiteX6" fmla="*/ 3822548 w 6167018"/>
                <a:gd name="connsiteY6" fmla="*/ 28983 h 834797"/>
                <a:gd name="connsiteX7" fmla="*/ 4491563 w 6167018"/>
                <a:gd name="connsiteY7" fmla="*/ 1760 h 834797"/>
                <a:gd name="connsiteX8" fmla="*/ 6092616 w 6167018"/>
                <a:gd name="connsiteY8" fmla="*/ 72877 h 834797"/>
                <a:gd name="connsiteX9" fmla="*/ 5768038 w 6167018"/>
                <a:gd name="connsiteY9" fmla="*/ 625786 h 834797"/>
                <a:gd name="connsiteX10" fmla="*/ 4584630 w 6167018"/>
                <a:gd name="connsiteY10" fmla="*/ 660604 h 834797"/>
                <a:gd name="connsiteX11" fmla="*/ 3960735 w 6167018"/>
                <a:gd name="connsiteY11" fmla="*/ 661233 h 834797"/>
                <a:gd name="connsiteX12" fmla="*/ 3164834 w 6167018"/>
                <a:gd name="connsiteY12" fmla="*/ 723850 h 834797"/>
                <a:gd name="connsiteX13" fmla="*/ 2291621 w 6167018"/>
                <a:gd name="connsiteY13" fmla="*/ 781101 h 834797"/>
                <a:gd name="connsiteX14" fmla="*/ 1554968 w 6167018"/>
                <a:gd name="connsiteY14" fmla="*/ 802763 h 834797"/>
                <a:gd name="connsiteX15" fmla="*/ 708981 w 6167018"/>
                <a:gd name="connsiteY15" fmla="*/ 768771 h 834797"/>
                <a:gd name="connsiteX0" fmla="*/ 708981 w 6239630"/>
                <a:gd name="connsiteY0" fmla="*/ 768674 h 834700"/>
                <a:gd name="connsiteX1" fmla="*/ 837 w 6239630"/>
                <a:gd name="connsiteY1" fmla="*/ 51001 h 834700"/>
                <a:gd name="connsiteX2" fmla="*/ 564459 w 6239630"/>
                <a:gd name="connsiteY2" fmla="*/ 113069 h 834700"/>
                <a:gd name="connsiteX3" fmla="*/ 909240 w 6239630"/>
                <a:gd name="connsiteY3" fmla="*/ 154169 h 834700"/>
                <a:gd name="connsiteX4" fmla="*/ 1990247 w 6239630"/>
                <a:gd name="connsiteY4" fmla="*/ 159295 h 834700"/>
                <a:gd name="connsiteX5" fmla="*/ 3121597 w 6239630"/>
                <a:gd name="connsiteY5" fmla="*/ 88167 h 834700"/>
                <a:gd name="connsiteX6" fmla="*/ 3822548 w 6239630"/>
                <a:gd name="connsiteY6" fmla="*/ 28886 h 834700"/>
                <a:gd name="connsiteX7" fmla="*/ 4491563 w 6239630"/>
                <a:gd name="connsiteY7" fmla="*/ 1663 h 834700"/>
                <a:gd name="connsiteX8" fmla="*/ 6092616 w 6239630"/>
                <a:gd name="connsiteY8" fmla="*/ 72780 h 834700"/>
                <a:gd name="connsiteX9" fmla="*/ 5996638 w 6239630"/>
                <a:gd name="connsiteY9" fmla="*/ 610449 h 834700"/>
                <a:gd name="connsiteX10" fmla="*/ 4584630 w 6239630"/>
                <a:gd name="connsiteY10" fmla="*/ 660507 h 834700"/>
                <a:gd name="connsiteX11" fmla="*/ 3960735 w 6239630"/>
                <a:gd name="connsiteY11" fmla="*/ 661136 h 834700"/>
                <a:gd name="connsiteX12" fmla="*/ 3164834 w 6239630"/>
                <a:gd name="connsiteY12" fmla="*/ 723753 h 834700"/>
                <a:gd name="connsiteX13" fmla="*/ 2291621 w 6239630"/>
                <a:gd name="connsiteY13" fmla="*/ 781004 h 834700"/>
                <a:gd name="connsiteX14" fmla="*/ 1554968 w 6239630"/>
                <a:gd name="connsiteY14" fmla="*/ 802666 h 834700"/>
                <a:gd name="connsiteX15" fmla="*/ 708981 w 6239630"/>
                <a:gd name="connsiteY15" fmla="*/ 768674 h 834700"/>
                <a:gd name="connsiteX0" fmla="*/ 708981 w 6239630"/>
                <a:gd name="connsiteY0" fmla="*/ 768674 h 834700"/>
                <a:gd name="connsiteX1" fmla="*/ 837 w 6239630"/>
                <a:gd name="connsiteY1" fmla="*/ 51001 h 834700"/>
                <a:gd name="connsiteX2" fmla="*/ 564459 w 6239630"/>
                <a:gd name="connsiteY2" fmla="*/ 113069 h 834700"/>
                <a:gd name="connsiteX3" fmla="*/ 909240 w 6239630"/>
                <a:gd name="connsiteY3" fmla="*/ 154169 h 834700"/>
                <a:gd name="connsiteX4" fmla="*/ 1990247 w 6239630"/>
                <a:gd name="connsiteY4" fmla="*/ 159295 h 834700"/>
                <a:gd name="connsiteX5" fmla="*/ 3121597 w 6239630"/>
                <a:gd name="connsiteY5" fmla="*/ 88167 h 834700"/>
                <a:gd name="connsiteX6" fmla="*/ 3822548 w 6239630"/>
                <a:gd name="connsiteY6" fmla="*/ 28886 h 834700"/>
                <a:gd name="connsiteX7" fmla="*/ 4491563 w 6239630"/>
                <a:gd name="connsiteY7" fmla="*/ 1663 h 834700"/>
                <a:gd name="connsiteX8" fmla="*/ 6092616 w 6239630"/>
                <a:gd name="connsiteY8" fmla="*/ 72780 h 834700"/>
                <a:gd name="connsiteX9" fmla="*/ 5996638 w 6239630"/>
                <a:gd name="connsiteY9" fmla="*/ 610449 h 834700"/>
                <a:gd name="connsiteX10" fmla="*/ 4584630 w 6239630"/>
                <a:gd name="connsiteY10" fmla="*/ 660507 h 834700"/>
                <a:gd name="connsiteX11" fmla="*/ 3164834 w 6239630"/>
                <a:gd name="connsiteY11" fmla="*/ 723753 h 834700"/>
                <a:gd name="connsiteX12" fmla="*/ 2291621 w 6239630"/>
                <a:gd name="connsiteY12" fmla="*/ 781004 h 834700"/>
                <a:gd name="connsiteX13" fmla="*/ 1554968 w 6239630"/>
                <a:gd name="connsiteY13" fmla="*/ 802666 h 834700"/>
                <a:gd name="connsiteX14" fmla="*/ 708981 w 6239630"/>
                <a:gd name="connsiteY14" fmla="*/ 768674 h 834700"/>
                <a:gd name="connsiteX0" fmla="*/ 708981 w 6239630"/>
                <a:gd name="connsiteY0" fmla="*/ 768674 h 834700"/>
                <a:gd name="connsiteX1" fmla="*/ 837 w 6239630"/>
                <a:gd name="connsiteY1" fmla="*/ 51001 h 834700"/>
                <a:gd name="connsiteX2" fmla="*/ 564459 w 6239630"/>
                <a:gd name="connsiteY2" fmla="*/ 113069 h 834700"/>
                <a:gd name="connsiteX3" fmla="*/ 909240 w 6239630"/>
                <a:gd name="connsiteY3" fmla="*/ 154169 h 834700"/>
                <a:gd name="connsiteX4" fmla="*/ 1990247 w 6239630"/>
                <a:gd name="connsiteY4" fmla="*/ 159295 h 834700"/>
                <a:gd name="connsiteX5" fmla="*/ 3121597 w 6239630"/>
                <a:gd name="connsiteY5" fmla="*/ 88167 h 834700"/>
                <a:gd name="connsiteX6" fmla="*/ 3822548 w 6239630"/>
                <a:gd name="connsiteY6" fmla="*/ 28886 h 834700"/>
                <a:gd name="connsiteX7" fmla="*/ 4491563 w 6239630"/>
                <a:gd name="connsiteY7" fmla="*/ 1663 h 834700"/>
                <a:gd name="connsiteX8" fmla="*/ 6092616 w 6239630"/>
                <a:gd name="connsiteY8" fmla="*/ 72780 h 834700"/>
                <a:gd name="connsiteX9" fmla="*/ 5996638 w 6239630"/>
                <a:gd name="connsiteY9" fmla="*/ 610449 h 834700"/>
                <a:gd name="connsiteX10" fmla="*/ 4584630 w 6239630"/>
                <a:gd name="connsiteY10" fmla="*/ 660507 h 834700"/>
                <a:gd name="connsiteX11" fmla="*/ 2291621 w 6239630"/>
                <a:gd name="connsiteY11" fmla="*/ 781004 h 834700"/>
                <a:gd name="connsiteX12" fmla="*/ 1554968 w 6239630"/>
                <a:gd name="connsiteY12" fmla="*/ 802666 h 834700"/>
                <a:gd name="connsiteX13" fmla="*/ 708981 w 6239630"/>
                <a:gd name="connsiteY13" fmla="*/ 768674 h 834700"/>
                <a:gd name="connsiteX0" fmla="*/ 708981 w 6239630"/>
                <a:gd name="connsiteY0" fmla="*/ 768674 h 834700"/>
                <a:gd name="connsiteX1" fmla="*/ 837 w 6239630"/>
                <a:gd name="connsiteY1" fmla="*/ 51001 h 834700"/>
                <a:gd name="connsiteX2" fmla="*/ 564459 w 6239630"/>
                <a:gd name="connsiteY2" fmla="*/ 113069 h 834700"/>
                <a:gd name="connsiteX3" fmla="*/ 909240 w 6239630"/>
                <a:gd name="connsiteY3" fmla="*/ 154169 h 834700"/>
                <a:gd name="connsiteX4" fmla="*/ 1990247 w 6239630"/>
                <a:gd name="connsiteY4" fmla="*/ 159295 h 834700"/>
                <a:gd name="connsiteX5" fmla="*/ 3121597 w 6239630"/>
                <a:gd name="connsiteY5" fmla="*/ 88167 h 834700"/>
                <a:gd name="connsiteX6" fmla="*/ 3822548 w 6239630"/>
                <a:gd name="connsiteY6" fmla="*/ 28886 h 834700"/>
                <a:gd name="connsiteX7" fmla="*/ 4491563 w 6239630"/>
                <a:gd name="connsiteY7" fmla="*/ 1663 h 834700"/>
                <a:gd name="connsiteX8" fmla="*/ 6092616 w 6239630"/>
                <a:gd name="connsiteY8" fmla="*/ 72780 h 834700"/>
                <a:gd name="connsiteX9" fmla="*/ 5996638 w 6239630"/>
                <a:gd name="connsiteY9" fmla="*/ 610449 h 834700"/>
                <a:gd name="connsiteX10" fmla="*/ 4584630 w 6239630"/>
                <a:gd name="connsiteY10" fmla="*/ 660507 h 834700"/>
                <a:gd name="connsiteX11" fmla="*/ 1554968 w 6239630"/>
                <a:gd name="connsiteY11" fmla="*/ 802666 h 834700"/>
                <a:gd name="connsiteX12" fmla="*/ 708981 w 6239630"/>
                <a:gd name="connsiteY12" fmla="*/ 768674 h 834700"/>
                <a:gd name="connsiteX0" fmla="*/ 708981 w 6239630"/>
                <a:gd name="connsiteY0" fmla="*/ 768674 h 834700"/>
                <a:gd name="connsiteX1" fmla="*/ 837 w 6239630"/>
                <a:gd name="connsiteY1" fmla="*/ 51001 h 834700"/>
                <a:gd name="connsiteX2" fmla="*/ 564459 w 6239630"/>
                <a:gd name="connsiteY2" fmla="*/ 113069 h 834700"/>
                <a:gd name="connsiteX3" fmla="*/ 909240 w 6239630"/>
                <a:gd name="connsiteY3" fmla="*/ 154169 h 834700"/>
                <a:gd name="connsiteX4" fmla="*/ 3121597 w 6239630"/>
                <a:gd name="connsiteY4" fmla="*/ 88167 h 834700"/>
                <a:gd name="connsiteX5" fmla="*/ 3822548 w 6239630"/>
                <a:gd name="connsiteY5" fmla="*/ 28886 h 834700"/>
                <a:gd name="connsiteX6" fmla="*/ 4491563 w 6239630"/>
                <a:gd name="connsiteY6" fmla="*/ 1663 h 834700"/>
                <a:gd name="connsiteX7" fmla="*/ 6092616 w 6239630"/>
                <a:gd name="connsiteY7" fmla="*/ 72780 h 834700"/>
                <a:gd name="connsiteX8" fmla="*/ 5996638 w 6239630"/>
                <a:gd name="connsiteY8" fmla="*/ 610449 h 834700"/>
                <a:gd name="connsiteX9" fmla="*/ 4584630 w 6239630"/>
                <a:gd name="connsiteY9" fmla="*/ 660507 h 834700"/>
                <a:gd name="connsiteX10" fmla="*/ 1554968 w 6239630"/>
                <a:gd name="connsiteY10" fmla="*/ 802666 h 834700"/>
                <a:gd name="connsiteX11" fmla="*/ 708981 w 6239630"/>
                <a:gd name="connsiteY11" fmla="*/ 768674 h 834700"/>
                <a:gd name="connsiteX0" fmla="*/ 708981 w 6239630"/>
                <a:gd name="connsiteY0" fmla="*/ 769454 h 835480"/>
                <a:gd name="connsiteX1" fmla="*/ 837 w 6239630"/>
                <a:gd name="connsiteY1" fmla="*/ 51781 h 835480"/>
                <a:gd name="connsiteX2" fmla="*/ 564459 w 6239630"/>
                <a:gd name="connsiteY2" fmla="*/ 113849 h 835480"/>
                <a:gd name="connsiteX3" fmla="*/ 909240 w 6239630"/>
                <a:gd name="connsiteY3" fmla="*/ 154949 h 835480"/>
                <a:gd name="connsiteX4" fmla="*/ 3822548 w 6239630"/>
                <a:gd name="connsiteY4" fmla="*/ 29666 h 835480"/>
                <a:gd name="connsiteX5" fmla="*/ 4491563 w 6239630"/>
                <a:gd name="connsiteY5" fmla="*/ 2443 h 835480"/>
                <a:gd name="connsiteX6" fmla="*/ 6092616 w 6239630"/>
                <a:gd name="connsiteY6" fmla="*/ 73560 h 835480"/>
                <a:gd name="connsiteX7" fmla="*/ 5996638 w 6239630"/>
                <a:gd name="connsiteY7" fmla="*/ 611229 h 835480"/>
                <a:gd name="connsiteX8" fmla="*/ 4584630 w 6239630"/>
                <a:gd name="connsiteY8" fmla="*/ 661287 h 835480"/>
                <a:gd name="connsiteX9" fmla="*/ 1554968 w 6239630"/>
                <a:gd name="connsiteY9" fmla="*/ 803446 h 835480"/>
                <a:gd name="connsiteX10" fmla="*/ 708981 w 6239630"/>
                <a:gd name="connsiteY10" fmla="*/ 769454 h 835480"/>
                <a:gd name="connsiteX0" fmla="*/ 708981 w 6239630"/>
                <a:gd name="connsiteY0" fmla="*/ 777245 h 843271"/>
                <a:gd name="connsiteX1" fmla="*/ 837 w 6239630"/>
                <a:gd name="connsiteY1" fmla="*/ 59572 h 843271"/>
                <a:gd name="connsiteX2" fmla="*/ 564459 w 6239630"/>
                <a:gd name="connsiteY2" fmla="*/ 121640 h 843271"/>
                <a:gd name="connsiteX3" fmla="*/ 909240 w 6239630"/>
                <a:gd name="connsiteY3" fmla="*/ 162740 h 843271"/>
                <a:gd name="connsiteX4" fmla="*/ 4491563 w 6239630"/>
                <a:gd name="connsiteY4" fmla="*/ 10234 h 843271"/>
                <a:gd name="connsiteX5" fmla="*/ 6092616 w 6239630"/>
                <a:gd name="connsiteY5" fmla="*/ 81351 h 843271"/>
                <a:gd name="connsiteX6" fmla="*/ 5996638 w 6239630"/>
                <a:gd name="connsiteY6" fmla="*/ 619020 h 843271"/>
                <a:gd name="connsiteX7" fmla="*/ 4584630 w 6239630"/>
                <a:gd name="connsiteY7" fmla="*/ 669078 h 843271"/>
                <a:gd name="connsiteX8" fmla="*/ 1554968 w 6239630"/>
                <a:gd name="connsiteY8" fmla="*/ 811237 h 843271"/>
                <a:gd name="connsiteX9" fmla="*/ 708981 w 6239630"/>
                <a:gd name="connsiteY9" fmla="*/ 777245 h 843271"/>
                <a:gd name="connsiteX0" fmla="*/ 205060 w 5735709"/>
                <a:gd name="connsiteY0" fmla="*/ 777245 h 843271"/>
                <a:gd name="connsiteX1" fmla="*/ 60538 w 5735709"/>
                <a:gd name="connsiteY1" fmla="*/ 121640 h 843271"/>
                <a:gd name="connsiteX2" fmla="*/ 405319 w 5735709"/>
                <a:gd name="connsiteY2" fmla="*/ 162740 h 843271"/>
                <a:gd name="connsiteX3" fmla="*/ 3987642 w 5735709"/>
                <a:gd name="connsiteY3" fmla="*/ 10234 h 843271"/>
                <a:gd name="connsiteX4" fmla="*/ 5588695 w 5735709"/>
                <a:gd name="connsiteY4" fmla="*/ 81351 h 843271"/>
                <a:gd name="connsiteX5" fmla="*/ 5492717 w 5735709"/>
                <a:gd name="connsiteY5" fmla="*/ 619020 h 843271"/>
                <a:gd name="connsiteX6" fmla="*/ 4080709 w 5735709"/>
                <a:gd name="connsiteY6" fmla="*/ 669078 h 843271"/>
                <a:gd name="connsiteX7" fmla="*/ 1051047 w 5735709"/>
                <a:gd name="connsiteY7" fmla="*/ 811237 h 843271"/>
                <a:gd name="connsiteX8" fmla="*/ 205060 w 5735709"/>
                <a:gd name="connsiteY8" fmla="*/ 777245 h 843271"/>
                <a:gd name="connsiteX0" fmla="*/ 178464 w 5709113"/>
                <a:gd name="connsiteY0" fmla="*/ 777245 h 843271"/>
                <a:gd name="connsiteX1" fmla="*/ 378723 w 5709113"/>
                <a:gd name="connsiteY1" fmla="*/ 162740 h 843271"/>
                <a:gd name="connsiteX2" fmla="*/ 3961046 w 5709113"/>
                <a:gd name="connsiteY2" fmla="*/ 10234 h 843271"/>
                <a:gd name="connsiteX3" fmla="*/ 5562099 w 5709113"/>
                <a:gd name="connsiteY3" fmla="*/ 81351 h 843271"/>
                <a:gd name="connsiteX4" fmla="*/ 5466121 w 5709113"/>
                <a:gd name="connsiteY4" fmla="*/ 619020 h 843271"/>
                <a:gd name="connsiteX5" fmla="*/ 4054113 w 5709113"/>
                <a:gd name="connsiteY5" fmla="*/ 669078 h 843271"/>
                <a:gd name="connsiteX6" fmla="*/ 1024451 w 5709113"/>
                <a:gd name="connsiteY6" fmla="*/ 811237 h 843271"/>
                <a:gd name="connsiteX7" fmla="*/ 178464 w 5709113"/>
                <a:gd name="connsiteY7" fmla="*/ 777245 h 843271"/>
                <a:gd name="connsiteX0" fmla="*/ 615645 w 6146294"/>
                <a:gd name="connsiteY0" fmla="*/ 773321 h 835791"/>
                <a:gd name="connsiteX1" fmla="*/ 236784 w 6146294"/>
                <a:gd name="connsiteY1" fmla="*/ 105476 h 835791"/>
                <a:gd name="connsiteX2" fmla="*/ 4398227 w 6146294"/>
                <a:gd name="connsiteY2" fmla="*/ 6310 h 835791"/>
                <a:gd name="connsiteX3" fmla="*/ 5999280 w 6146294"/>
                <a:gd name="connsiteY3" fmla="*/ 77427 h 835791"/>
                <a:gd name="connsiteX4" fmla="*/ 5903302 w 6146294"/>
                <a:gd name="connsiteY4" fmla="*/ 615096 h 835791"/>
                <a:gd name="connsiteX5" fmla="*/ 4491294 w 6146294"/>
                <a:gd name="connsiteY5" fmla="*/ 665154 h 835791"/>
                <a:gd name="connsiteX6" fmla="*/ 1461632 w 6146294"/>
                <a:gd name="connsiteY6" fmla="*/ 807313 h 835791"/>
                <a:gd name="connsiteX7" fmla="*/ 615645 w 6146294"/>
                <a:gd name="connsiteY7" fmla="*/ 773321 h 835791"/>
                <a:gd name="connsiteX0" fmla="*/ 317956 w 6298185"/>
                <a:gd name="connsiteY0" fmla="*/ 697121 h 809146"/>
                <a:gd name="connsiteX1" fmla="*/ 388675 w 6298185"/>
                <a:gd name="connsiteY1" fmla="*/ 105476 h 809146"/>
                <a:gd name="connsiteX2" fmla="*/ 4550118 w 6298185"/>
                <a:gd name="connsiteY2" fmla="*/ 6310 h 809146"/>
                <a:gd name="connsiteX3" fmla="*/ 6151171 w 6298185"/>
                <a:gd name="connsiteY3" fmla="*/ 77427 h 809146"/>
                <a:gd name="connsiteX4" fmla="*/ 6055193 w 6298185"/>
                <a:gd name="connsiteY4" fmla="*/ 615096 h 809146"/>
                <a:gd name="connsiteX5" fmla="*/ 4643185 w 6298185"/>
                <a:gd name="connsiteY5" fmla="*/ 665154 h 809146"/>
                <a:gd name="connsiteX6" fmla="*/ 1613523 w 6298185"/>
                <a:gd name="connsiteY6" fmla="*/ 807313 h 809146"/>
                <a:gd name="connsiteX7" fmla="*/ 317956 w 6298185"/>
                <a:gd name="connsiteY7" fmla="*/ 697121 h 809146"/>
                <a:gd name="connsiteX0" fmla="*/ 346441 w 6326670"/>
                <a:gd name="connsiteY0" fmla="*/ 697121 h 749226"/>
                <a:gd name="connsiteX1" fmla="*/ 417160 w 6326670"/>
                <a:gd name="connsiteY1" fmla="*/ 105476 h 749226"/>
                <a:gd name="connsiteX2" fmla="*/ 4578603 w 6326670"/>
                <a:gd name="connsiteY2" fmla="*/ 6310 h 749226"/>
                <a:gd name="connsiteX3" fmla="*/ 6179656 w 6326670"/>
                <a:gd name="connsiteY3" fmla="*/ 77427 h 749226"/>
                <a:gd name="connsiteX4" fmla="*/ 6083678 w 6326670"/>
                <a:gd name="connsiteY4" fmla="*/ 615096 h 749226"/>
                <a:gd name="connsiteX5" fmla="*/ 4671670 w 6326670"/>
                <a:gd name="connsiteY5" fmla="*/ 665154 h 749226"/>
                <a:gd name="connsiteX6" fmla="*/ 2190648 w 6326670"/>
                <a:gd name="connsiteY6" fmla="*/ 715873 h 749226"/>
                <a:gd name="connsiteX7" fmla="*/ 346441 w 6326670"/>
                <a:gd name="connsiteY7" fmla="*/ 697121 h 749226"/>
                <a:gd name="connsiteX0" fmla="*/ 349609 w 6326572"/>
                <a:gd name="connsiteY0" fmla="*/ 658870 h 710975"/>
                <a:gd name="connsiteX1" fmla="*/ 420328 w 6326572"/>
                <a:gd name="connsiteY1" fmla="*/ 67225 h 710975"/>
                <a:gd name="connsiteX2" fmla="*/ 4627491 w 6326572"/>
                <a:gd name="connsiteY2" fmla="*/ 44259 h 710975"/>
                <a:gd name="connsiteX3" fmla="*/ 6182824 w 6326572"/>
                <a:gd name="connsiteY3" fmla="*/ 39176 h 710975"/>
                <a:gd name="connsiteX4" fmla="*/ 6086846 w 6326572"/>
                <a:gd name="connsiteY4" fmla="*/ 576845 h 710975"/>
                <a:gd name="connsiteX5" fmla="*/ 4674838 w 6326572"/>
                <a:gd name="connsiteY5" fmla="*/ 626903 h 710975"/>
                <a:gd name="connsiteX6" fmla="*/ 2193816 w 6326572"/>
                <a:gd name="connsiteY6" fmla="*/ 677622 h 710975"/>
                <a:gd name="connsiteX7" fmla="*/ 349609 w 6326572"/>
                <a:gd name="connsiteY7" fmla="*/ 658870 h 710975"/>
                <a:gd name="connsiteX0" fmla="*/ 349609 w 6302093"/>
                <a:gd name="connsiteY0" fmla="*/ 669028 h 753409"/>
                <a:gd name="connsiteX1" fmla="*/ 420328 w 6302093"/>
                <a:gd name="connsiteY1" fmla="*/ 77383 h 753409"/>
                <a:gd name="connsiteX2" fmla="*/ 4627491 w 6302093"/>
                <a:gd name="connsiteY2" fmla="*/ 54417 h 753409"/>
                <a:gd name="connsiteX3" fmla="*/ 6182824 w 6302093"/>
                <a:gd name="connsiteY3" fmla="*/ 49334 h 753409"/>
                <a:gd name="connsiteX4" fmla="*/ 6025886 w 6302093"/>
                <a:gd name="connsiteY4" fmla="*/ 724163 h 753409"/>
                <a:gd name="connsiteX5" fmla="*/ 4674838 w 6302093"/>
                <a:gd name="connsiteY5" fmla="*/ 637061 h 753409"/>
                <a:gd name="connsiteX6" fmla="*/ 2193816 w 6302093"/>
                <a:gd name="connsiteY6" fmla="*/ 687780 h 753409"/>
                <a:gd name="connsiteX7" fmla="*/ 349609 w 6302093"/>
                <a:gd name="connsiteY7" fmla="*/ 669028 h 753409"/>
                <a:gd name="connsiteX0" fmla="*/ 349609 w 6361421"/>
                <a:gd name="connsiteY0" fmla="*/ 649016 h 725012"/>
                <a:gd name="connsiteX1" fmla="*/ 420328 w 6361421"/>
                <a:gd name="connsiteY1" fmla="*/ 57371 h 725012"/>
                <a:gd name="connsiteX2" fmla="*/ 4627491 w 6361421"/>
                <a:gd name="connsiteY2" fmla="*/ 34405 h 725012"/>
                <a:gd name="connsiteX3" fmla="*/ 6259024 w 6361421"/>
                <a:gd name="connsiteY3" fmla="*/ 158862 h 725012"/>
                <a:gd name="connsiteX4" fmla="*/ 6025886 w 6361421"/>
                <a:gd name="connsiteY4" fmla="*/ 704151 h 725012"/>
                <a:gd name="connsiteX5" fmla="*/ 4674838 w 6361421"/>
                <a:gd name="connsiteY5" fmla="*/ 617049 h 725012"/>
                <a:gd name="connsiteX6" fmla="*/ 2193816 w 6361421"/>
                <a:gd name="connsiteY6" fmla="*/ 667768 h 725012"/>
                <a:gd name="connsiteX7" fmla="*/ 349609 w 6361421"/>
                <a:gd name="connsiteY7" fmla="*/ 649016 h 725012"/>
                <a:gd name="connsiteX0" fmla="*/ 349609 w 6363738"/>
                <a:gd name="connsiteY0" fmla="*/ 649016 h 701121"/>
                <a:gd name="connsiteX1" fmla="*/ 420328 w 6363738"/>
                <a:gd name="connsiteY1" fmla="*/ 57371 h 701121"/>
                <a:gd name="connsiteX2" fmla="*/ 4627491 w 6363738"/>
                <a:gd name="connsiteY2" fmla="*/ 34405 h 701121"/>
                <a:gd name="connsiteX3" fmla="*/ 6259024 w 6363738"/>
                <a:gd name="connsiteY3" fmla="*/ 158862 h 701121"/>
                <a:gd name="connsiteX4" fmla="*/ 6033506 w 6363738"/>
                <a:gd name="connsiteY4" fmla="*/ 666051 h 701121"/>
                <a:gd name="connsiteX5" fmla="*/ 4674838 w 6363738"/>
                <a:gd name="connsiteY5" fmla="*/ 617049 h 701121"/>
                <a:gd name="connsiteX6" fmla="*/ 2193816 w 6363738"/>
                <a:gd name="connsiteY6" fmla="*/ 667768 h 701121"/>
                <a:gd name="connsiteX7" fmla="*/ 349609 w 6363738"/>
                <a:gd name="connsiteY7" fmla="*/ 649016 h 701121"/>
                <a:gd name="connsiteX0" fmla="*/ 349609 w 6365036"/>
                <a:gd name="connsiteY0" fmla="*/ 649016 h 700128"/>
                <a:gd name="connsiteX1" fmla="*/ 420328 w 6365036"/>
                <a:gd name="connsiteY1" fmla="*/ 57371 h 700128"/>
                <a:gd name="connsiteX2" fmla="*/ 4627491 w 6365036"/>
                <a:gd name="connsiteY2" fmla="*/ 34405 h 700128"/>
                <a:gd name="connsiteX3" fmla="*/ 6259024 w 6365036"/>
                <a:gd name="connsiteY3" fmla="*/ 158862 h 700128"/>
                <a:gd name="connsiteX4" fmla="*/ 6033506 w 6365036"/>
                <a:gd name="connsiteY4" fmla="*/ 666051 h 700128"/>
                <a:gd name="connsiteX5" fmla="*/ 4636738 w 6365036"/>
                <a:gd name="connsiteY5" fmla="*/ 655149 h 700128"/>
                <a:gd name="connsiteX6" fmla="*/ 2193816 w 6365036"/>
                <a:gd name="connsiteY6" fmla="*/ 667768 h 700128"/>
                <a:gd name="connsiteX7" fmla="*/ 349609 w 6365036"/>
                <a:gd name="connsiteY7" fmla="*/ 649016 h 700128"/>
                <a:gd name="connsiteX0" fmla="*/ 150130 w 6165557"/>
                <a:gd name="connsiteY0" fmla="*/ 682470 h 736189"/>
                <a:gd name="connsiteX1" fmla="*/ 594229 w 6165557"/>
                <a:gd name="connsiteY1" fmla="*/ 45105 h 736189"/>
                <a:gd name="connsiteX2" fmla="*/ 4428012 w 6165557"/>
                <a:gd name="connsiteY2" fmla="*/ 67859 h 736189"/>
                <a:gd name="connsiteX3" fmla="*/ 6059545 w 6165557"/>
                <a:gd name="connsiteY3" fmla="*/ 192316 h 736189"/>
                <a:gd name="connsiteX4" fmla="*/ 5834027 w 6165557"/>
                <a:gd name="connsiteY4" fmla="*/ 699505 h 736189"/>
                <a:gd name="connsiteX5" fmla="*/ 4437259 w 6165557"/>
                <a:gd name="connsiteY5" fmla="*/ 688603 h 736189"/>
                <a:gd name="connsiteX6" fmla="*/ 1994337 w 6165557"/>
                <a:gd name="connsiteY6" fmla="*/ 701222 h 736189"/>
                <a:gd name="connsiteX7" fmla="*/ 150130 w 6165557"/>
                <a:gd name="connsiteY7" fmla="*/ 682470 h 736189"/>
                <a:gd name="connsiteX0" fmla="*/ 115291 w 6275498"/>
                <a:gd name="connsiteY0" fmla="*/ 641550 h 730762"/>
                <a:gd name="connsiteX1" fmla="*/ 704170 w 6275498"/>
                <a:gd name="connsiteY1" fmla="*/ 42285 h 730762"/>
                <a:gd name="connsiteX2" fmla="*/ 4537953 w 6275498"/>
                <a:gd name="connsiteY2" fmla="*/ 65039 h 730762"/>
                <a:gd name="connsiteX3" fmla="*/ 6169486 w 6275498"/>
                <a:gd name="connsiteY3" fmla="*/ 189496 h 730762"/>
                <a:gd name="connsiteX4" fmla="*/ 5943968 w 6275498"/>
                <a:gd name="connsiteY4" fmla="*/ 696685 h 730762"/>
                <a:gd name="connsiteX5" fmla="*/ 4547200 w 6275498"/>
                <a:gd name="connsiteY5" fmla="*/ 685783 h 730762"/>
                <a:gd name="connsiteX6" fmla="*/ 2104278 w 6275498"/>
                <a:gd name="connsiteY6" fmla="*/ 698402 h 730762"/>
                <a:gd name="connsiteX7" fmla="*/ 115291 w 6275498"/>
                <a:gd name="connsiteY7" fmla="*/ 641550 h 730762"/>
                <a:gd name="connsiteX0" fmla="*/ 158100 w 6318307"/>
                <a:gd name="connsiteY0" fmla="*/ 660061 h 749273"/>
                <a:gd name="connsiteX1" fmla="*/ 625059 w 6318307"/>
                <a:gd name="connsiteY1" fmla="*/ 37936 h 749273"/>
                <a:gd name="connsiteX2" fmla="*/ 4580762 w 6318307"/>
                <a:gd name="connsiteY2" fmla="*/ 83550 h 749273"/>
                <a:gd name="connsiteX3" fmla="*/ 6212295 w 6318307"/>
                <a:gd name="connsiteY3" fmla="*/ 208007 h 749273"/>
                <a:gd name="connsiteX4" fmla="*/ 5986777 w 6318307"/>
                <a:gd name="connsiteY4" fmla="*/ 715196 h 749273"/>
                <a:gd name="connsiteX5" fmla="*/ 4590009 w 6318307"/>
                <a:gd name="connsiteY5" fmla="*/ 704294 h 749273"/>
                <a:gd name="connsiteX6" fmla="*/ 2147087 w 6318307"/>
                <a:gd name="connsiteY6" fmla="*/ 716913 h 749273"/>
                <a:gd name="connsiteX7" fmla="*/ 158100 w 6318307"/>
                <a:gd name="connsiteY7" fmla="*/ 660061 h 749273"/>
                <a:gd name="connsiteX0" fmla="*/ 158100 w 6318307"/>
                <a:gd name="connsiteY0" fmla="*/ 660061 h 749273"/>
                <a:gd name="connsiteX1" fmla="*/ 625059 w 6318307"/>
                <a:gd name="connsiteY1" fmla="*/ 37936 h 749273"/>
                <a:gd name="connsiteX2" fmla="*/ 4580762 w 6318307"/>
                <a:gd name="connsiteY2" fmla="*/ 83550 h 749273"/>
                <a:gd name="connsiteX3" fmla="*/ 6212295 w 6318307"/>
                <a:gd name="connsiteY3" fmla="*/ 208007 h 749273"/>
                <a:gd name="connsiteX4" fmla="*/ 5986777 w 6318307"/>
                <a:gd name="connsiteY4" fmla="*/ 715196 h 749273"/>
                <a:gd name="connsiteX5" fmla="*/ 4590009 w 6318307"/>
                <a:gd name="connsiteY5" fmla="*/ 704294 h 749273"/>
                <a:gd name="connsiteX6" fmla="*/ 158100 w 6318307"/>
                <a:gd name="connsiteY6" fmla="*/ 660061 h 749273"/>
                <a:gd name="connsiteX0" fmla="*/ 145695 w 6305902"/>
                <a:gd name="connsiteY0" fmla="*/ 660061 h 790600"/>
                <a:gd name="connsiteX1" fmla="*/ 612654 w 6305902"/>
                <a:gd name="connsiteY1" fmla="*/ 37936 h 790600"/>
                <a:gd name="connsiteX2" fmla="*/ 4568357 w 6305902"/>
                <a:gd name="connsiteY2" fmla="*/ 83550 h 790600"/>
                <a:gd name="connsiteX3" fmla="*/ 6199890 w 6305902"/>
                <a:gd name="connsiteY3" fmla="*/ 208007 h 790600"/>
                <a:gd name="connsiteX4" fmla="*/ 5974372 w 6305902"/>
                <a:gd name="connsiteY4" fmla="*/ 715196 h 790600"/>
                <a:gd name="connsiteX5" fmla="*/ 4577604 w 6305902"/>
                <a:gd name="connsiteY5" fmla="*/ 704294 h 790600"/>
                <a:gd name="connsiteX6" fmla="*/ 145695 w 6305902"/>
                <a:gd name="connsiteY6" fmla="*/ 660061 h 790600"/>
                <a:gd name="connsiteX0" fmla="*/ 145695 w 6305902"/>
                <a:gd name="connsiteY0" fmla="*/ 660061 h 761778"/>
                <a:gd name="connsiteX1" fmla="*/ 612654 w 6305902"/>
                <a:gd name="connsiteY1" fmla="*/ 37936 h 761778"/>
                <a:gd name="connsiteX2" fmla="*/ 4568357 w 6305902"/>
                <a:gd name="connsiteY2" fmla="*/ 83550 h 761778"/>
                <a:gd name="connsiteX3" fmla="*/ 6199890 w 6305902"/>
                <a:gd name="connsiteY3" fmla="*/ 208007 h 761778"/>
                <a:gd name="connsiteX4" fmla="*/ 5974372 w 6305902"/>
                <a:gd name="connsiteY4" fmla="*/ 715196 h 761778"/>
                <a:gd name="connsiteX5" fmla="*/ 4577604 w 6305902"/>
                <a:gd name="connsiteY5" fmla="*/ 704294 h 761778"/>
                <a:gd name="connsiteX6" fmla="*/ 145695 w 6305902"/>
                <a:gd name="connsiteY6" fmla="*/ 660061 h 761778"/>
                <a:gd name="connsiteX0" fmla="*/ 145695 w 6305902"/>
                <a:gd name="connsiteY0" fmla="*/ 660061 h 759511"/>
                <a:gd name="connsiteX1" fmla="*/ 612654 w 6305902"/>
                <a:gd name="connsiteY1" fmla="*/ 37936 h 759511"/>
                <a:gd name="connsiteX2" fmla="*/ 4568357 w 6305902"/>
                <a:gd name="connsiteY2" fmla="*/ 83550 h 759511"/>
                <a:gd name="connsiteX3" fmla="*/ 6199890 w 6305902"/>
                <a:gd name="connsiteY3" fmla="*/ 208007 h 759511"/>
                <a:gd name="connsiteX4" fmla="*/ 5974372 w 6305902"/>
                <a:gd name="connsiteY4" fmla="*/ 715196 h 759511"/>
                <a:gd name="connsiteX5" fmla="*/ 4577604 w 6305902"/>
                <a:gd name="connsiteY5" fmla="*/ 704294 h 759511"/>
                <a:gd name="connsiteX6" fmla="*/ 145695 w 6305902"/>
                <a:gd name="connsiteY6" fmla="*/ 660061 h 759511"/>
                <a:gd name="connsiteX0" fmla="*/ 145695 w 6353656"/>
                <a:gd name="connsiteY0" fmla="*/ 660061 h 864844"/>
                <a:gd name="connsiteX1" fmla="*/ 612654 w 6353656"/>
                <a:gd name="connsiteY1" fmla="*/ 37936 h 864844"/>
                <a:gd name="connsiteX2" fmla="*/ 4568357 w 6353656"/>
                <a:gd name="connsiteY2" fmla="*/ 83550 h 864844"/>
                <a:gd name="connsiteX3" fmla="*/ 6199890 w 6353656"/>
                <a:gd name="connsiteY3" fmla="*/ 208007 h 864844"/>
                <a:gd name="connsiteX4" fmla="*/ 6101372 w 6353656"/>
                <a:gd name="connsiteY4" fmla="*/ 844325 h 864844"/>
                <a:gd name="connsiteX5" fmla="*/ 4577604 w 6353656"/>
                <a:gd name="connsiteY5" fmla="*/ 704294 h 864844"/>
                <a:gd name="connsiteX6" fmla="*/ 145695 w 6353656"/>
                <a:gd name="connsiteY6" fmla="*/ 660061 h 864844"/>
                <a:gd name="connsiteX0" fmla="*/ 145695 w 6305902"/>
                <a:gd name="connsiteY0" fmla="*/ 660061 h 936658"/>
                <a:gd name="connsiteX1" fmla="*/ 612654 w 6305902"/>
                <a:gd name="connsiteY1" fmla="*/ 37936 h 936658"/>
                <a:gd name="connsiteX2" fmla="*/ 4568357 w 6305902"/>
                <a:gd name="connsiteY2" fmla="*/ 83550 h 936658"/>
                <a:gd name="connsiteX3" fmla="*/ 6199890 w 6305902"/>
                <a:gd name="connsiteY3" fmla="*/ 208007 h 936658"/>
                <a:gd name="connsiteX4" fmla="*/ 5974372 w 6305902"/>
                <a:gd name="connsiteY4" fmla="*/ 920283 h 936658"/>
                <a:gd name="connsiteX5" fmla="*/ 4577604 w 6305902"/>
                <a:gd name="connsiteY5" fmla="*/ 704294 h 936658"/>
                <a:gd name="connsiteX6" fmla="*/ 145695 w 6305902"/>
                <a:gd name="connsiteY6" fmla="*/ 660061 h 936658"/>
                <a:gd name="connsiteX0" fmla="*/ 301714 w 6480492"/>
                <a:gd name="connsiteY0" fmla="*/ 660061 h 942033"/>
                <a:gd name="connsiteX1" fmla="*/ 768673 w 6480492"/>
                <a:gd name="connsiteY1" fmla="*/ 37936 h 942033"/>
                <a:gd name="connsiteX2" fmla="*/ 4724376 w 6480492"/>
                <a:gd name="connsiteY2" fmla="*/ 83550 h 942033"/>
                <a:gd name="connsiteX3" fmla="*/ 6355909 w 6480492"/>
                <a:gd name="connsiteY3" fmla="*/ 208007 h 942033"/>
                <a:gd name="connsiteX4" fmla="*/ 6130391 w 6480492"/>
                <a:gd name="connsiteY4" fmla="*/ 920283 h 942033"/>
                <a:gd name="connsiteX5" fmla="*/ 4244673 w 6480492"/>
                <a:gd name="connsiteY5" fmla="*/ 749869 h 942033"/>
                <a:gd name="connsiteX6" fmla="*/ 301714 w 6480492"/>
                <a:gd name="connsiteY6" fmla="*/ 660061 h 942033"/>
                <a:gd name="connsiteX0" fmla="*/ 308739 w 6483618"/>
                <a:gd name="connsiteY0" fmla="*/ 660061 h 942033"/>
                <a:gd name="connsiteX1" fmla="*/ 775698 w 6483618"/>
                <a:gd name="connsiteY1" fmla="*/ 37936 h 942033"/>
                <a:gd name="connsiteX2" fmla="*/ 4731401 w 6483618"/>
                <a:gd name="connsiteY2" fmla="*/ 83550 h 942033"/>
                <a:gd name="connsiteX3" fmla="*/ 6362934 w 6483618"/>
                <a:gd name="connsiteY3" fmla="*/ 208007 h 942033"/>
                <a:gd name="connsiteX4" fmla="*/ 6137416 w 6483618"/>
                <a:gd name="connsiteY4" fmla="*/ 920283 h 942033"/>
                <a:gd name="connsiteX5" fmla="*/ 4346948 w 6483618"/>
                <a:gd name="connsiteY5" fmla="*/ 749869 h 942033"/>
                <a:gd name="connsiteX6" fmla="*/ 308739 w 6483618"/>
                <a:gd name="connsiteY6" fmla="*/ 660061 h 942033"/>
                <a:gd name="connsiteX0" fmla="*/ 308739 w 6500577"/>
                <a:gd name="connsiteY0" fmla="*/ 660061 h 865601"/>
                <a:gd name="connsiteX1" fmla="*/ 775698 w 6500577"/>
                <a:gd name="connsiteY1" fmla="*/ 37936 h 865601"/>
                <a:gd name="connsiteX2" fmla="*/ 4731401 w 6500577"/>
                <a:gd name="connsiteY2" fmla="*/ 83550 h 865601"/>
                <a:gd name="connsiteX3" fmla="*/ 6362934 w 6500577"/>
                <a:gd name="connsiteY3" fmla="*/ 208007 h 865601"/>
                <a:gd name="connsiteX4" fmla="*/ 6181866 w 6500577"/>
                <a:gd name="connsiteY4" fmla="*/ 836728 h 865601"/>
                <a:gd name="connsiteX5" fmla="*/ 4346948 w 6500577"/>
                <a:gd name="connsiteY5" fmla="*/ 749869 h 865601"/>
                <a:gd name="connsiteX6" fmla="*/ 308739 w 6500577"/>
                <a:gd name="connsiteY6" fmla="*/ 660061 h 865601"/>
                <a:gd name="connsiteX0" fmla="*/ 300879 w 6524467"/>
                <a:gd name="connsiteY0" fmla="*/ 814941 h 873479"/>
                <a:gd name="connsiteX1" fmla="*/ 799588 w 6524467"/>
                <a:gd name="connsiteY1" fmla="*/ 48495 h 873479"/>
                <a:gd name="connsiteX2" fmla="*/ 4755291 w 6524467"/>
                <a:gd name="connsiteY2" fmla="*/ 94109 h 873479"/>
                <a:gd name="connsiteX3" fmla="*/ 6386824 w 6524467"/>
                <a:gd name="connsiteY3" fmla="*/ 218566 h 873479"/>
                <a:gd name="connsiteX4" fmla="*/ 6205756 w 6524467"/>
                <a:gd name="connsiteY4" fmla="*/ 847287 h 873479"/>
                <a:gd name="connsiteX5" fmla="*/ 4370838 w 6524467"/>
                <a:gd name="connsiteY5" fmla="*/ 760428 h 873479"/>
                <a:gd name="connsiteX6" fmla="*/ 300879 w 6524467"/>
                <a:gd name="connsiteY6" fmla="*/ 814941 h 873479"/>
                <a:gd name="connsiteX0" fmla="*/ 380534 w 6331072"/>
                <a:gd name="connsiteY0" fmla="*/ 814941 h 873479"/>
                <a:gd name="connsiteX1" fmla="*/ 606193 w 6331072"/>
                <a:gd name="connsiteY1" fmla="*/ 48495 h 873479"/>
                <a:gd name="connsiteX2" fmla="*/ 4561896 w 6331072"/>
                <a:gd name="connsiteY2" fmla="*/ 94109 h 873479"/>
                <a:gd name="connsiteX3" fmla="*/ 6193429 w 6331072"/>
                <a:gd name="connsiteY3" fmla="*/ 218566 h 873479"/>
                <a:gd name="connsiteX4" fmla="*/ 6012361 w 6331072"/>
                <a:gd name="connsiteY4" fmla="*/ 847287 h 873479"/>
                <a:gd name="connsiteX5" fmla="*/ 4177443 w 6331072"/>
                <a:gd name="connsiteY5" fmla="*/ 760428 h 873479"/>
                <a:gd name="connsiteX6" fmla="*/ 380534 w 6331072"/>
                <a:gd name="connsiteY6" fmla="*/ 814941 h 873479"/>
                <a:gd name="connsiteX0" fmla="*/ 380534 w 6331072"/>
                <a:gd name="connsiteY0" fmla="*/ 814941 h 877598"/>
                <a:gd name="connsiteX1" fmla="*/ 606193 w 6331072"/>
                <a:gd name="connsiteY1" fmla="*/ 48495 h 877598"/>
                <a:gd name="connsiteX2" fmla="*/ 4561896 w 6331072"/>
                <a:gd name="connsiteY2" fmla="*/ 94109 h 877598"/>
                <a:gd name="connsiteX3" fmla="*/ 6193429 w 6331072"/>
                <a:gd name="connsiteY3" fmla="*/ 218566 h 877598"/>
                <a:gd name="connsiteX4" fmla="*/ 6012361 w 6331072"/>
                <a:gd name="connsiteY4" fmla="*/ 847287 h 877598"/>
                <a:gd name="connsiteX5" fmla="*/ 4177443 w 6331072"/>
                <a:gd name="connsiteY5" fmla="*/ 760428 h 877598"/>
                <a:gd name="connsiteX6" fmla="*/ 380534 w 6331072"/>
                <a:gd name="connsiteY6" fmla="*/ 814941 h 877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31072" h="877598">
                  <a:moveTo>
                    <a:pt x="380534" y="814941"/>
                  </a:moveTo>
                  <a:cubicBezTo>
                    <a:pt x="-214674" y="696285"/>
                    <a:pt x="-90701" y="168634"/>
                    <a:pt x="606193" y="48495"/>
                  </a:cubicBezTo>
                  <a:cubicBezTo>
                    <a:pt x="1303087" y="-71644"/>
                    <a:pt x="3630690" y="65764"/>
                    <a:pt x="4561896" y="94109"/>
                  </a:cubicBezTo>
                  <a:cubicBezTo>
                    <a:pt x="5493102" y="122454"/>
                    <a:pt x="5951685" y="93036"/>
                    <a:pt x="6193429" y="218566"/>
                  </a:cubicBezTo>
                  <a:cubicBezTo>
                    <a:pt x="6435173" y="344096"/>
                    <a:pt x="6348359" y="756977"/>
                    <a:pt x="6012361" y="847287"/>
                  </a:cubicBezTo>
                  <a:cubicBezTo>
                    <a:pt x="5676363" y="937597"/>
                    <a:pt x="5115209" y="801245"/>
                    <a:pt x="4177443" y="760428"/>
                  </a:cubicBezTo>
                  <a:cubicBezTo>
                    <a:pt x="2133905" y="671482"/>
                    <a:pt x="975742" y="933597"/>
                    <a:pt x="380534" y="814941"/>
                  </a:cubicBezTo>
                  <a:close/>
                </a:path>
              </a:pathLst>
            </a:custGeom>
            <a:solidFill>
              <a:srgbClr val="474F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endParaRPr>
            </a:p>
          </p:txBody>
        </p:sp>
        <p:sp>
          <p:nvSpPr>
            <p:cNvPr id="476" name="文本框 475">
              <a:extLst>
                <a:ext uri="{FF2B5EF4-FFF2-40B4-BE49-F238E27FC236}">
                  <a16:creationId xmlns:a16="http://schemas.microsoft.com/office/drawing/2014/main" id="{E65416ED-3644-055C-3531-C20C273190C4}"/>
                </a:ext>
              </a:extLst>
            </p:cNvPr>
            <p:cNvSpPr txBox="1"/>
            <p:nvPr/>
          </p:nvSpPr>
          <p:spPr>
            <a:xfrm>
              <a:off x="3984638" y="3324549"/>
              <a:ext cx="5141375" cy="321185"/>
            </a:xfrm>
            <a:prstGeom prst="rect">
              <a:avLst/>
            </a:prstGeom>
            <a:noFill/>
          </p:spPr>
          <p:txBody>
            <a:bodyPr wrap="square" lIns="91440" tIns="45720" rIns="91440" bIns="45720" rtlCol="0" anchor="t">
              <a:spAutoFit/>
            </a:bodyPr>
            <a:lstStyle/>
            <a:p>
              <a:r>
                <a:rPr lang="en-CN" altLang="zh-CN" sz="2800" b="1">
                  <a:solidFill>
                    <a:schemeClr val="bg1"/>
                  </a:solidFill>
                  <a:ea typeface="等线"/>
                </a:rPr>
                <a:t>Thank</a:t>
              </a:r>
              <a:r>
                <a:rPr lang="zh-CN" altLang="en-US" sz="2800" b="1">
                  <a:solidFill>
                    <a:schemeClr val="bg1"/>
                  </a:solidFill>
                  <a:ea typeface="等线"/>
                </a:rPr>
                <a:t> </a:t>
              </a:r>
              <a:r>
                <a:rPr lang="en-US" altLang="zh-CN" sz="2800" b="1">
                  <a:solidFill>
                    <a:schemeClr val="bg1"/>
                  </a:solidFill>
                  <a:ea typeface="等线"/>
                </a:rPr>
                <a:t>you</a:t>
              </a:r>
              <a:r>
                <a:rPr lang="zh-CN" altLang="en-US" sz="2800" b="1">
                  <a:solidFill>
                    <a:schemeClr val="bg1"/>
                  </a:solidFill>
                  <a:ea typeface="等线"/>
                </a:rPr>
                <a:t> </a:t>
              </a:r>
              <a:r>
                <a:rPr lang="en-US" altLang="zh-CN" sz="2800" b="1">
                  <a:solidFill>
                    <a:schemeClr val="bg1"/>
                  </a:solidFill>
                  <a:ea typeface="等线"/>
                </a:rPr>
                <a:t>for</a:t>
              </a:r>
              <a:r>
                <a:rPr lang="zh-CN" altLang="en-US" sz="2800" b="1">
                  <a:solidFill>
                    <a:schemeClr val="bg1"/>
                  </a:solidFill>
                  <a:ea typeface="等线"/>
                </a:rPr>
                <a:t> </a:t>
              </a:r>
              <a:r>
                <a:rPr lang="en-US" altLang="zh-CN" sz="2800" b="1">
                  <a:solidFill>
                    <a:schemeClr val="bg1"/>
                  </a:solidFill>
                  <a:ea typeface="等线"/>
                </a:rPr>
                <a:t>your</a:t>
              </a:r>
              <a:r>
                <a:rPr lang="zh-CN" altLang="en-US" sz="2800" b="1">
                  <a:solidFill>
                    <a:schemeClr val="bg1"/>
                  </a:solidFill>
                  <a:ea typeface="等线"/>
                </a:rPr>
                <a:t> </a:t>
              </a:r>
              <a:r>
                <a:rPr lang="en-US" altLang="zh-CN" sz="2800" b="1">
                  <a:solidFill>
                    <a:schemeClr val="bg1"/>
                  </a:solidFill>
                  <a:ea typeface="等线"/>
                </a:rPr>
                <a:t>attention !</a:t>
              </a:r>
              <a:endParaRPr lang="zh-CN" altLang="en-US" sz="2800" b="1">
                <a:solidFill>
                  <a:schemeClr val="bg1"/>
                </a:solidFill>
              </a:endParaRPr>
            </a:p>
          </p:txBody>
        </p:sp>
      </p:grpSp>
      <p:sp>
        <p:nvSpPr>
          <p:cNvPr id="2" name="文本框 1">
            <a:extLst>
              <a:ext uri="{FF2B5EF4-FFF2-40B4-BE49-F238E27FC236}">
                <a16:creationId xmlns:a16="http://schemas.microsoft.com/office/drawing/2014/main" id="{35AEC55B-AB05-75A3-4CFA-45DC9FC6A2A9}"/>
              </a:ext>
            </a:extLst>
          </p:cNvPr>
          <p:cNvSpPr txBox="1"/>
          <p:nvPr/>
        </p:nvSpPr>
        <p:spPr>
          <a:xfrm>
            <a:off x="4614052" y="401819"/>
            <a:ext cx="2962671" cy="1015663"/>
          </a:xfrm>
          <a:prstGeom prst="rect">
            <a:avLst/>
          </a:prstGeom>
          <a:noFill/>
        </p:spPr>
        <p:txBody>
          <a:bodyPr wrap="none" rtlCol="0">
            <a:spAutoFit/>
          </a:bodyPr>
          <a:lstStyle/>
          <a:p>
            <a:r>
              <a:rPr lang="en-US" altLang="zh-CN" sz="6000" err="1">
                <a:solidFill>
                  <a:srgbClr val="560E39"/>
                </a:solidFill>
                <a:latin typeface="Aa厚底黑" panose="00020600040101010101" pitchFamily="18" charset="-122"/>
                <a:ea typeface="Aa厚底黑" panose="00020600040101010101" pitchFamily="18" charset="-122"/>
                <a:cs typeface="+mn-ea"/>
                <a:sym typeface="+mn-lt"/>
              </a:rPr>
              <a:t>AuraRA</a:t>
            </a:r>
            <a:endParaRPr lang="zh-CN" altLang="en-US" sz="6000" err="1">
              <a:solidFill>
                <a:srgbClr val="560E39"/>
              </a:solidFill>
              <a:latin typeface="Aa厚底黑" panose="00020600040101010101" pitchFamily="18" charset="-122"/>
              <a:ea typeface="Aa厚底黑" panose="00020600040101010101" pitchFamily="18" charset="-122"/>
              <a:cs typeface="+mn-ea"/>
              <a:sym typeface="+mn-lt"/>
            </a:endParaRPr>
          </a:p>
        </p:txBody>
      </p:sp>
      <p:sp>
        <p:nvSpPr>
          <p:cNvPr id="5" name="文本框 4">
            <a:extLst>
              <a:ext uri="{FF2B5EF4-FFF2-40B4-BE49-F238E27FC236}">
                <a16:creationId xmlns:a16="http://schemas.microsoft.com/office/drawing/2014/main" id="{69B33642-8438-32BE-80BF-FC5FC7465934}"/>
              </a:ext>
            </a:extLst>
          </p:cNvPr>
          <p:cNvSpPr txBox="1"/>
          <p:nvPr/>
        </p:nvSpPr>
        <p:spPr>
          <a:xfrm>
            <a:off x="4756301" y="2221964"/>
            <a:ext cx="3227877" cy="1446550"/>
          </a:xfrm>
          <a:prstGeom prst="rect">
            <a:avLst/>
          </a:prstGeom>
          <a:noFill/>
        </p:spPr>
        <p:txBody>
          <a:bodyPr wrap="square" lIns="91440" tIns="45720" rIns="91440" bIns="45720" rtlCol="0" anchor="t">
            <a:spAutoFit/>
          </a:bodyPr>
          <a:lstStyle/>
          <a:p>
            <a:r>
              <a:rPr lang="en-US" altLang="zh-CN" sz="8800" b="1">
                <a:solidFill>
                  <a:srgbClr val="FEB112"/>
                </a:solidFill>
                <a:ea typeface="等线"/>
                <a:cs typeface="Calibri"/>
              </a:rPr>
              <a:t>Q&amp;A</a:t>
            </a:r>
          </a:p>
        </p:txBody>
      </p:sp>
    </p:spTree>
    <p:extLst>
      <p:ext uri="{BB962C8B-B14F-4D97-AF65-F5344CB8AC3E}">
        <p14:creationId xmlns:p14="http://schemas.microsoft.com/office/powerpoint/2010/main" val="584108360"/>
      </p:ext>
    </p:ext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11">
            <a:extLst>
              <a:ext uri="{FF2B5EF4-FFF2-40B4-BE49-F238E27FC236}">
                <a16:creationId xmlns:a16="http://schemas.microsoft.com/office/drawing/2014/main" id="{AF6BF72D-1E32-2DF5-39E9-94421C90317A}"/>
              </a:ext>
            </a:extLst>
          </p:cNvPr>
          <p:cNvSpPr/>
          <p:nvPr/>
        </p:nvSpPr>
        <p:spPr>
          <a:xfrm>
            <a:off x="2803712" y="205077"/>
            <a:ext cx="6817658" cy="954741"/>
          </a:xfrm>
          <a:prstGeom prst="roundRect">
            <a:avLst/>
          </a:prstGeom>
          <a:solidFill>
            <a:srgbClr val="535B6E"/>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ltLang="zh-CN" sz="2800" b="1">
                <a:solidFill>
                  <a:schemeClr val="bg1"/>
                </a:solidFill>
                <a:ea typeface="等线"/>
              </a:rPr>
              <a:t>References</a:t>
            </a:r>
            <a:endParaRPr kumimoji="1" lang="zh-CN" altLang="en-US" sz="2800" b="1">
              <a:solidFill>
                <a:schemeClr val="bg1"/>
              </a:solidFill>
            </a:endParaRPr>
          </a:p>
        </p:txBody>
      </p:sp>
      <p:sp>
        <p:nvSpPr>
          <p:cNvPr id="4" name="文本框 3">
            <a:extLst>
              <a:ext uri="{FF2B5EF4-FFF2-40B4-BE49-F238E27FC236}">
                <a16:creationId xmlns:a16="http://schemas.microsoft.com/office/drawing/2014/main" id="{A4BFF509-0B4C-FE46-682D-95AD750F5685}"/>
              </a:ext>
            </a:extLst>
          </p:cNvPr>
          <p:cNvSpPr txBox="1"/>
          <p:nvPr/>
        </p:nvSpPr>
        <p:spPr>
          <a:xfrm>
            <a:off x="1142890" y="1441742"/>
            <a:ext cx="10387584" cy="3785652"/>
          </a:xfrm>
          <a:prstGeom prst="rect">
            <a:avLst/>
          </a:prstGeom>
          <a:noFill/>
        </p:spPr>
        <p:txBody>
          <a:bodyPr wrap="square" lIns="91440" tIns="45720" rIns="91440" bIns="45720" rtlCol="0" anchor="t">
            <a:spAutoFit/>
          </a:bodyPr>
          <a:lstStyle/>
          <a:p>
            <a:pPr marL="285750" indent="-285750">
              <a:buFont typeface="Arial"/>
              <a:buChar char="•"/>
            </a:pPr>
            <a:r>
              <a:rPr lang="sv-SE" altLang="zh-CN" sz="1600">
                <a:ea typeface="等线"/>
              </a:rPr>
              <a:t>[1] Huang Y, Li J, </a:t>
            </a:r>
            <a:r>
              <a:rPr lang="sv-SE" altLang="zh-CN" sz="1600" err="1">
                <a:ea typeface="等线"/>
              </a:rPr>
              <a:t>Agarwal</a:t>
            </a:r>
            <a:r>
              <a:rPr lang="sv-SE" altLang="zh-CN" sz="1600">
                <a:ea typeface="等线"/>
              </a:rPr>
              <a:t> SK. </a:t>
            </a:r>
            <a:r>
              <a:rPr lang="sv-SE" altLang="zh-CN" sz="1600" err="1">
                <a:ea typeface="等线"/>
              </a:rPr>
              <a:t>Economic</a:t>
            </a:r>
            <a:r>
              <a:rPr lang="sv-SE" altLang="zh-CN" sz="1600">
                <a:ea typeface="等线"/>
              </a:rPr>
              <a:t> and Humanistic </a:t>
            </a:r>
            <a:r>
              <a:rPr lang="sv-SE" altLang="zh-CN" sz="1600" err="1">
                <a:ea typeface="等线"/>
              </a:rPr>
              <a:t>Burden</a:t>
            </a:r>
            <a:r>
              <a:rPr lang="sv-SE" altLang="zh-CN" sz="1600">
                <a:ea typeface="等线"/>
              </a:rPr>
              <a:t> </a:t>
            </a:r>
            <a:r>
              <a:rPr lang="sv-SE" altLang="zh-CN" sz="1600" err="1">
                <a:ea typeface="等线"/>
              </a:rPr>
              <a:t>of</a:t>
            </a:r>
            <a:r>
              <a:rPr lang="sv-SE" altLang="zh-CN" sz="1600">
                <a:ea typeface="等线"/>
              </a:rPr>
              <a:t> </a:t>
            </a:r>
            <a:r>
              <a:rPr lang="sv-SE" altLang="zh-CN" sz="1600" err="1">
                <a:ea typeface="等线"/>
              </a:rPr>
              <a:t>Rheumatoid</a:t>
            </a:r>
            <a:r>
              <a:rPr lang="sv-SE" altLang="zh-CN" sz="1600">
                <a:ea typeface="等线"/>
              </a:rPr>
              <a:t> </a:t>
            </a:r>
            <a:r>
              <a:rPr lang="sv-SE" altLang="zh-CN" sz="1600" err="1">
                <a:ea typeface="等线"/>
              </a:rPr>
              <a:t>Arthritis</a:t>
            </a:r>
            <a:r>
              <a:rPr lang="sv-SE" altLang="zh-CN" sz="1600">
                <a:ea typeface="等线"/>
              </a:rPr>
              <a:t>: </a:t>
            </a:r>
            <a:r>
              <a:rPr lang="sv-SE" altLang="zh-CN" sz="1600" err="1">
                <a:ea typeface="等线"/>
              </a:rPr>
              <a:t>Results</a:t>
            </a:r>
            <a:r>
              <a:rPr lang="sv-SE" altLang="zh-CN" sz="1600">
                <a:ea typeface="等线"/>
              </a:rPr>
              <a:t> From the US National Survey Data 2018-2020. ACR </a:t>
            </a:r>
            <a:r>
              <a:rPr lang="sv-SE" altLang="zh-CN" sz="1600" err="1">
                <a:ea typeface="等线"/>
              </a:rPr>
              <a:t>Open</a:t>
            </a:r>
            <a:r>
              <a:rPr lang="sv-SE" altLang="zh-CN" sz="1600">
                <a:ea typeface="等线"/>
              </a:rPr>
              <a:t> </a:t>
            </a:r>
            <a:r>
              <a:rPr lang="sv-SE" altLang="zh-CN" sz="1600" err="1">
                <a:ea typeface="等线"/>
              </a:rPr>
              <a:t>Rheumatol</a:t>
            </a:r>
            <a:r>
              <a:rPr lang="sv-SE" altLang="zh-CN" sz="1600">
                <a:ea typeface="等线"/>
              </a:rPr>
              <a:t>. 2024 Nov;6(11):746-754. </a:t>
            </a:r>
            <a:r>
              <a:rPr lang="sv-SE" altLang="zh-CN" sz="1600" err="1">
                <a:ea typeface="等线"/>
              </a:rPr>
              <a:t>doi</a:t>
            </a:r>
            <a:r>
              <a:rPr lang="sv-SE" altLang="zh-CN" sz="1600">
                <a:ea typeface="等线"/>
              </a:rPr>
              <a:t>: 10.1002/acr2.11728. </a:t>
            </a:r>
            <a:r>
              <a:rPr lang="sv-SE" altLang="zh-CN" sz="1600" err="1">
                <a:ea typeface="等线"/>
              </a:rPr>
              <a:t>Epub</a:t>
            </a:r>
            <a:r>
              <a:rPr lang="sv-SE" altLang="zh-CN" sz="1600">
                <a:ea typeface="等线"/>
              </a:rPr>
              <a:t> 2024 Aug 6. PMID: 39105293; PMCID: PMC11557984.</a:t>
            </a:r>
            <a:endParaRPr lang="sv-SE" altLang="zh-CN" sz="1600">
              <a:cs typeface="Calibri" panose="020F0502020204030204"/>
            </a:endParaRPr>
          </a:p>
          <a:p>
            <a:pPr marL="285750" indent="-285750">
              <a:buFont typeface="Arial"/>
              <a:buChar char="•"/>
            </a:pPr>
            <a:endParaRPr lang="sv-SE" altLang="zh-CN" sz="1600">
              <a:ea typeface="等线"/>
            </a:endParaRPr>
          </a:p>
          <a:p>
            <a:pPr marL="285750" indent="-285750">
              <a:buFont typeface="Arial"/>
              <a:buChar char="•"/>
            </a:pPr>
            <a:r>
              <a:rPr lang="sv-SE" altLang="zh-CN" sz="1600">
                <a:ea typeface="等线"/>
              </a:rPr>
              <a:t>[2</a:t>
            </a:r>
            <a:r>
              <a:rPr lang="sv-SE" altLang="zh-CN" sz="1600">
                <a:ea typeface="等线"/>
                <a:cs typeface="Calibri" panose="020F0502020204030204"/>
              </a:rPr>
              <a:t>] </a:t>
            </a:r>
            <a:r>
              <a:rPr lang="sv-SE" sz="1600">
                <a:ea typeface="等线"/>
                <a:cs typeface="Calibri" panose="020F0502020204030204"/>
              </a:rPr>
              <a:t>Guo Q, Wang Y, Xu D, Nossent J, Pavlos NJ, Xu J. Rheumatoid arthritis: pathological mechanisms and modern pharmacologic therapies. Bone Res. 2018 Apr 27;6:15. doi: 10.1038/s41413-018-0016-9. PMID: 29736302; PMCID: PMC5920070.</a:t>
            </a:r>
            <a:endParaRPr lang="sv-SE" altLang="zh-CN" sz="1600">
              <a:ea typeface="等线"/>
              <a:cs typeface="Calibri" panose="020F0502020204030204"/>
            </a:endParaRPr>
          </a:p>
          <a:p>
            <a:pPr marL="285750" indent="-285750">
              <a:buFont typeface="Arial"/>
              <a:buChar char="•"/>
            </a:pPr>
            <a:endParaRPr lang="sv-SE" altLang="zh-CN" sz="1600">
              <a:ea typeface="等线"/>
              <a:cs typeface="Calibri" panose="020F0502020204030204"/>
            </a:endParaRPr>
          </a:p>
          <a:p>
            <a:pPr marL="285750" indent="-285750">
              <a:buFont typeface="Arial"/>
              <a:buChar char="•"/>
            </a:pPr>
            <a:r>
              <a:rPr lang="sv-SE" sz="1600">
                <a:ea typeface="等线"/>
              </a:rPr>
              <a:t>[3] </a:t>
            </a:r>
            <a:r>
              <a:rPr lang="sv-SE" sz="1600" err="1">
                <a:ea typeface="等线"/>
              </a:rPr>
              <a:t>Angum</a:t>
            </a:r>
            <a:r>
              <a:rPr lang="sv-SE" sz="1600">
                <a:ea typeface="等线"/>
              </a:rPr>
              <a:t> F, Khan T, </a:t>
            </a:r>
            <a:r>
              <a:rPr lang="sv-SE" sz="1600" err="1">
                <a:ea typeface="等线"/>
              </a:rPr>
              <a:t>Kaler</a:t>
            </a:r>
            <a:r>
              <a:rPr lang="sv-SE" sz="1600">
                <a:ea typeface="等线"/>
              </a:rPr>
              <a:t> J, </a:t>
            </a:r>
            <a:r>
              <a:rPr lang="sv-SE" sz="1600" err="1">
                <a:ea typeface="等线"/>
              </a:rPr>
              <a:t>Siddiqui</a:t>
            </a:r>
            <a:r>
              <a:rPr lang="sv-SE" sz="1600">
                <a:ea typeface="等线"/>
              </a:rPr>
              <a:t> L, Hussain A. The </a:t>
            </a:r>
            <a:r>
              <a:rPr lang="sv-SE" sz="1600" err="1">
                <a:ea typeface="等线"/>
              </a:rPr>
              <a:t>Prevalence</a:t>
            </a:r>
            <a:r>
              <a:rPr lang="sv-SE" sz="1600">
                <a:ea typeface="等线"/>
              </a:rPr>
              <a:t> </a:t>
            </a:r>
            <a:r>
              <a:rPr lang="sv-SE" sz="1600" err="1">
                <a:ea typeface="等线"/>
              </a:rPr>
              <a:t>of</a:t>
            </a:r>
            <a:r>
              <a:rPr lang="sv-SE" sz="1600">
                <a:ea typeface="等线"/>
              </a:rPr>
              <a:t> </a:t>
            </a:r>
            <a:r>
              <a:rPr lang="sv-SE" sz="1600" err="1">
                <a:ea typeface="等线"/>
              </a:rPr>
              <a:t>Autoimmune</a:t>
            </a:r>
            <a:r>
              <a:rPr lang="sv-SE" sz="1600">
                <a:ea typeface="等线"/>
              </a:rPr>
              <a:t> Disorders in </a:t>
            </a:r>
            <a:r>
              <a:rPr lang="sv-SE" sz="1600" err="1">
                <a:ea typeface="等线"/>
              </a:rPr>
              <a:t>Women</a:t>
            </a:r>
            <a:r>
              <a:rPr lang="sv-SE" sz="1600">
                <a:ea typeface="等线"/>
              </a:rPr>
              <a:t>: A Narrative Review. </a:t>
            </a:r>
            <a:r>
              <a:rPr lang="sv-SE" sz="1600" err="1">
                <a:ea typeface="等线"/>
              </a:rPr>
              <a:t>Cureus</a:t>
            </a:r>
            <a:r>
              <a:rPr lang="sv-SE" sz="1600">
                <a:ea typeface="等线"/>
              </a:rPr>
              <a:t>. 2020 May 13;12(5):e8094. </a:t>
            </a:r>
            <a:r>
              <a:rPr lang="sv-SE" sz="1600" err="1">
                <a:ea typeface="等线"/>
              </a:rPr>
              <a:t>doi</a:t>
            </a:r>
            <a:r>
              <a:rPr lang="sv-SE" sz="1600">
                <a:ea typeface="等线"/>
              </a:rPr>
              <a:t>: 10.7759/cureus.8094. PMID: 32542149; PMCID: PMC7292717.</a:t>
            </a:r>
            <a:endParaRPr lang="sv-SE" altLang="zh-CN" sz="1600">
              <a:ea typeface="等线"/>
              <a:cs typeface="Calibri" panose="020F0502020204030204"/>
            </a:endParaRPr>
          </a:p>
          <a:p>
            <a:pPr marL="285750" indent="-285750">
              <a:buFont typeface="Arial"/>
              <a:buChar char="•"/>
            </a:pPr>
            <a:endParaRPr lang="sv-SE" sz="1600">
              <a:ea typeface="等线"/>
              <a:cs typeface="Calibri" panose="020F0502020204030204"/>
            </a:endParaRPr>
          </a:p>
          <a:p>
            <a:pPr marL="285750" indent="-285750">
              <a:buFont typeface="Arial"/>
              <a:buChar char="•"/>
            </a:pPr>
            <a:r>
              <a:rPr lang="sv-SE" sz="1600">
                <a:ea typeface="等线"/>
                <a:cs typeface="Calibri" panose="020F0502020204030204"/>
              </a:rPr>
              <a:t>[4] </a:t>
            </a:r>
            <a:r>
              <a:rPr lang="sv-SE" sz="1600">
                <a:ea typeface="等线"/>
                <a:cs typeface="+mn-lt"/>
              </a:rPr>
              <a:t>World Health </a:t>
            </a:r>
            <a:r>
              <a:rPr lang="sv-SE" sz="1600" err="1">
                <a:ea typeface="等线"/>
                <a:cs typeface="+mn-lt"/>
              </a:rPr>
              <a:t>Organization</a:t>
            </a:r>
            <a:r>
              <a:rPr lang="sv-SE" sz="1600">
                <a:ea typeface="等线"/>
                <a:cs typeface="+mn-lt"/>
              </a:rPr>
              <a:t>. (2023). </a:t>
            </a:r>
            <a:r>
              <a:rPr lang="sv-SE" sz="1600" err="1">
                <a:ea typeface="等线"/>
                <a:cs typeface="+mn-lt"/>
              </a:rPr>
              <a:t>Rheumatoid</a:t>
            </a:r>
            <a:r>
              <a:rPr lang="sv-SE" sz="1600">
                <a:ea typeface="等线"/>
                <a:cs typeface="+mn-lt"/>
              </a:rPr>
              <a:t> </a:t>
            </a:r>
            <a:r>
              <a:rPr lang="sv-SE" sz="1600" err="1">
                <a:ea typeface="等线"/>
                <a:cs typeface="+mn-lt"/>
              </a:rPr>
              <a:t>arthritis</a:t>
            </a:r>
            <a:r>
              <a:rPr lang="sv-SE" sz="1600">
                <a:ea typeface="等线"/>
                <a:cs typeface="+mn-lt"/>
              </a:rPr>
              <a:t>. </a:t>
            </a:r>
            <a:r>
              <a:rPr lang="sv-SE" sz="1600" err="1">
                <a:ea typeface="等线"/>
                <a:cs typeface="+mn-lt"/>
              </a:rPr>
              <a:t>https</a:t>
            </a:r>
            <a:r>
              <a:rPr lang="sv-SE" sz="1600">
                <a:ea typeface="等线"/>
                <a:cs typeface="+mn-lt"/>
              </a:rPr>
              <a:t>://</a:t>
            </a:r>
            <a:r>
              <a:rPr lang="sv-SE" sz="1600" err="1">
                <a:ea typeface="等线"/>
                <a:cs typeface="+mn-lt"/>
              </a:rPr>
              <a:t>www.who.int</a:t>
            </a:r>
            <a:r>
              <a:rPr lang="sv-SE" sz="1600">
                <a:ea typeface="等线"/>
                <a:cs typeface="+mn-lt"/>
              </a:rPr>
              <a:t>/</a:t>
            </a:r>
            <a:r>
              <a:rPr lang="sv-SE" sz="1600" err="1">
                <a:ea typeface="等线"/>
                <a:cs typeface="+mn-lt"/>
              </a:rPr>
              <a:t>news-room</a:t>
            </a:r>
            <a:r>
              <a:rPr lang="sv-SE" sz="1600">
                <a:ea typeface="等线"/>
                <a:cs typeface="+mn-lt"/>
              </a:rPr>
              <a:t>/</a:t>
            </a:r>
            <a:r>
              <a:rPr lang="sv-SE" sz="1600" err="1">
                <a:ea typeface="等线"/>
                <a:cs typeface="+mn-lt"/>
              </a:rPr>
              <a:t>fact-sheets</a:t>
            </a:r>
            <a:r>
              <a:rPr lang="sv-SE" sz="1600">
                <a:ea typeface="等线"/>
                <a:cs typeface="+mn-lt"/>
              </a:rPr>
              <a:t>/</a:t>
            </a:r>
            <a:r>
              <a:rPr lang="sv-SE" sz="1600" err="1">
                <a:ea typeface="等线"/>
                <a:cs typeface="+mn-lt"/>
              </a:rPr>
              <a:t>detail</a:t>
            </a:r>
            <a:r>
              <a:rPr lang="sv-SE" sz="1600">
                <a:ea typeface="等线"/>
                <a:cs typeface="+mn-lt"/>
              </a:rPr>
              <a:t>/</a:t>
            </a:r>
            <a:r>
              <a:rPr lang="sv-SE" sz="1600" err="1">
                <a:ea typeface="等线"/>
                <a:cs typeface="+mn-lt"/>
              </a:rPr>
              <a:t>rheumatoid-arthritis</a:t>
            </a:r>
            <a:endParaRPr lang="sv-SE" sz="1600">
              <a:ea typeface="等线"/>
              <a:cs typeface="Calibri" panose="020F0502020204030204"/>
            </a:endParaRPr>
          </a:p>
          <a:p>
            <a:pPr marL="285750" indent="-285750">
              <a:buFont typeface="Arial" pitchFamily="2" charset="2"/>
              <a:buChar char="•"/>
            </a:pPr>
            <a:endParaRPr lang="sv-SE" altLang="zh-CN" sz="1600">
              <a:cs typeface="Calibri" panose="020F0502020204030204"/>
            </a:endParaRPr>
          </a:p>
          <a:p>
            <a:pPr marL="285750" indent="-285750">
              <a:buFont typeface="Arial" pitchFamily="2" charset="2"/>
              <a:buChar char="•"/>
            </a:pPr>
            <a:endParaRPr lang="zh-CN" altLang="en-US" sz="1600">
              <a:cs typeface="Calibri" panose="020F0502020204030204"/>
            </a:endParaRPr>
          </a:p>
        </p:txBody>
      </p:sp>
    </p:spTree>
    <p:extLst>
      <p:ext uri="{BB962C8B-B14F-4D97-AF65-F5344CB8AC3E}">
        <p14:creationId xmlns:p14="http://schemas.microsoft.com/office/powerpoint/2010/main" val="1469125100"/>
      </p:ext>
    </p:extLst>
  </p:cSld>
  <p:clrMapOvr>
    <a:masterClrMapping/>
  </p:clrMapOvr>
</p:sld>
</file>

<file path=ppt/theme/theme1.xml><?xml version="1.0" encoding="utf-8"?>
<a:theme xmlns:a="http://schemas.openxmlformats.org/drawingml/2006/main" name="Office 2013 - 2022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2013 - 2022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AE6F2518-B084-4896-AF52-66CC2144AA26}"/>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Application>Microsoft Office PowerPoint</Application>
  <PresentationFormat>Widescreen</PresentationFormat>
  <Slides>13</Slides>
  <Notes>12</Notes>
  <HiddenSlides>1</HiddenSlide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2013 - 2022 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51PPT模板网</Manager>
  <Company>www.51pptmoban.com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流体几何风工作总结报告PPT模板</dc:title>
  <dc:creator>©51PPT模板网（www.51pptmoban.com）</dc:creator>
  <cp:keywords>版权归属：51PPT模板网</cp:keywords>
  <dc:description>51PPT模板网，幻灯片演示模板及素材免费下载！_x000d_
51PPT模板网 唯一访问网址：www.51pptmoban.com</dc:description>
  <cp:revision>1</cp:revision>
  <dcterms:created xsi:type="dcterms:W3CDTF">2025-12-08T07:30:10Z</dcterms:created>
  <dcterms:modified xsi:type="dcterms:W3CDTF">2026-03-06T16:11:52Z</dcterms:modified>
  <cp:contentStatus>流体几何风工作总结报告PPT模板，www.51pptmoban.com</cp:contentStatus>
</cp:coreProperties>
</file>